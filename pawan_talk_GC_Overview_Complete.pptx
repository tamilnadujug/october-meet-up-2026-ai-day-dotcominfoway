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webextensions/taskpanes.xml" ContentType="application/vnd.ms-office.webextensiontaskpanes+xml"/>
  <Override PartName="/ppt/webextensions/webextension1.xml" ContentType="application/vnd.ms-office.webextens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thumbnail" Target="docProps/thumbnail.jpeg"/><Relationship Id="rId7" Type="http://schemas.microsoft.com/office/2020/02/relationships/classificationlabels" Target="docMetadata/LabelInfo.xml"/><Relationship Id="rId2" Type="http://schemas.openxmlformats.org/officeDocument/2006/relationships/officeDocument" Target="ppt/presentation.xml"/><Relationship Id="rId1" Type="http://schemas.microsoft.com/office/2011/relationships/webextensiontaskpanes" Target="ppt/webextensions/taskpanes.xml"/><Relationship Id="rId6" Type="http://schemas.openxmlformats.org/officeDocument/2006/relationships/custom-properties" Target="docProps/custom.xml"/><Relationship Id="rId5" Type="http://schemas.openxmlformats.org/officeDocument/2006/relationships/extended-properties" Target="docProps/app.xml"/><Relationship Id="rId4" Type="http://schemas.openxmlformats.org/package/2006/relationships/metadata/core-properties" Target="docProps/core.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866" r:id="rId1"/>
  </p:sldMasterIdLst>
  <p:notesMasterIdLst>
    <p:notesMasterId r:id="rId39"/>
  </p:notesMasterIdLst>
  <p:handoutMasterIdLst>
    <p:handoutMasterId r:id="rId40"/>
  </p:handoutMasterIdLst>
  <p:sldIdLst>
    <p:sldId id="258" r:id="rId2"/>
    <p:sldId id="729" r:id="rId3"/>
    <p:sldId id="754" r:id="rId4"/>
    <p:sldId id="761" r:id="rId5"/>
    <p:sldId id="775" r:id="rId6"/>
    <p:sldId id="756" r:id="rId7"/>
    <p:sldId id="755" r:id="rId8"/>
    <p:sldId id="760" r:id="rId9"/>
    <p:sldId id="10008" r:id="rId10"/>
    <p:sldId id="746" r:id="rId11"/>
    <p:sldId id="10010" r:id="rId12"/>
    <p:sldId id="10011" r:id="rId13"/>
    <p:sldId id="762" r:id="rId14"/>
    <p:sldId id="765" r:id="rId15"/>
    <p:sldId id="767" r:id="rId16"/>
    <p:sldId id="770" r:id="rId17"/>
    <p:sldId id="260" r:id="rId18"/>
    <p:sldId id="10017" r:id="rId19"/>
    <p:sldId id="264" r:id="rId20"/>
    <p:sldId id="10019" r:id="rId21"/>
    <p:sldId id="10020" r:id="rId22"/>
    <p:sldId id="265" r:id="rId23"/>
    <p:sldId id="266" r:id="rId24"/>
    <p:sldId id="267" r:id="rId25"/>
    <p:sldId id="733" r:id="rId26"/>
    <p:sldId id="10025" r:id="rId27"/>
    <p:sldId id="10026" r:id="rId28"/>
    <p:sldId id="10027" r:id="rId29"/>
    <p:sldId id="10028" r:id="rId30"/>
    <p:sldId id="10029" r:id="rId31"/>
    <p:sldId id="10030" r:id="rId32"/>
    <p:sldId id="10031" r:id="rId33"/>
    <p:sldId id="10032" r:id="rId34"/>
    <p:sldId id="10033" r:id="rId35"/>
    <p:sldId id="10034" r:id="rId36"/>
    <p:sldId id="10035" r:id="rId37"/>
    <p:sldId id="771" r:id="rId38"/>
  </p:sldIdLst>
  <p:sldSz cx="24387175" cy="13716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E3ECE2"/>
    <a:srgbClr val="C7D7C4"/>
    <a:srgbClr val="ADC4A7"/>
    <a:srgbClr val="759C6C"/>
    <a:srgbClr val="567650"/>
    <a:srgbClr val="EDF9F3"/>
    <a:srgbClr val="ECF9F2"/>
    <a:srgbClr val="017590"/>
    <a:srgbClr val="F5E4D5"/>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A111915-BE36-4E01-A7E5-04B1672EAD32}" styleName="Light Style 2 – Accent 5">
    <a:wholeTbl>
      <a:tcTxStyle>
        <a:fontRef idx="minor">
          <a:scrgbClr r="0" g="0" b="0"/>
        </a:fontRef>
        <a:schemeClr val="tx1"/>
      </a:tcTxStyle>
      <a:tcStyle>
        <a:tcBdr>
          <a:left>
            <a:lnRef idx="1">
              <a:schemeClr val="accent5"/>
            </a:lnRef>
          </a:left>
          <a:right>
            <a:lnRef idx="1">
              <a:schemeClr val="accent5"/>
            </a:lnRef>
          </a:right>
          <a:top>
            <a:lnRef idx="1">
              <a:schemeClr val="accent5"/>
            </a:lnRef>
          </a:top>
          <a:bottom>
            <a:lnRef idx="1">
              <a:schemeClr val="accent5"/>
            </a:lnRef>
          </a:bottom>
          <a:insideH>
            <a:ln>
              <a:noFill/>
            </a:ln>
          </a:insideH>
          <a:insideV>
            <a:ln>
              <a:noFill/>
            </a:ln>
          </a:insideV>
        </a:tcBdr>
        <a:fill>
          <a:noFill/>
        </a:fill>
      </a:tcStyle>
    </a:wholeTbl>
    <a:band1H>
      <a:tcStyle>
        <a:tcBdr>
          <a:top>
            <a:lnRef idx="1">
              <a:schemeClr val="accent5"/>
            </a:lnRef>
          </a:top>
          <a:bottom>
            <a:lnRef idx="1">
              <a:schemeClr val="accent5"/>
            </a:lnRef>
          </a:bottom>
        </a:tcBdr>
      </a:tcStyle>
    </a:band1H>
    <a:band1V>
      <a:tcStyle>
        <a:tcBdr>
          <a:left>
            <a:lnRef idx="1">
              <a:schemeClr val="accent5"/>
            </a:lnRef>
          </a:left>
          <a:right>
            <a:lnRef idx="1">
              <a:schemeClr val="accent5"/>
            </a:lnRef>
          </a:right>
        </a:tcBdr>
      </a:tcStyle>
    </a:band1V>
    <a:band2V>
      <a:tcStyle>
        <a:tcBdr>
          <a:left>
            <a:lnRef idx="1">
              <a:schemeClr val="accent5"/>
            </a:lnRef>
          </a:left>
          <a:right>
            <a:lnRef idx="1">
              <a:schemeClr val="accent5"/>
            </a:lnRef>
          </a:right>
        </a:tcBdr>
      </a:tcStyle>
    </a:band2V>
    <a:lastCol>
      <a:tcTxStyle b="on"/>
      <a:tcStyle>
        <a:tcBdr/>
      </a:tcStyle>
    </a:lastCol>
    <a:firstCol>
      <a:tcTxStyle b="on"/>
      <a:tcStyle>
        <a:tcBdr/>
      </a:tcStyle>
    </a:firstCol>
    <a:lastRow>
      <a:tcTxStyle b="on"/>
      <a:tcStyle>
        <a:tcBdr>
          <a:top>
            <a:ln w="50800" cmpd="dbl">
              <a:solidFill>
                <a:schemeClr val="accent5"/>
              </a:solidFill>
            </a:ln>
          </a:top>
        </a:tcBdr>
      </a:tcStyle>
    </a:lastRow>
    <a:firstRow>
      <a:tcTxStyle b="on">
        <a:fontRef idx="minor">
          <a:scrgbClr r="0" g="0" b="0"/>
        </a:fontRef>
        <a:schemeClr val="bg1"/>
      </a:tcTxStyle>
      <a:tcStyle>
        <a:tcBdr/>
        <a:fillRef idx="1">
          <a:schemeClr val="accent5"/>
        </a:fillRef>
      </a:tcStyle>
    </a:firstRow>
  </a:tblStyle>
  <a:tblStyle styleId="{C083E6E3-FA7D-4D7B-A595-EF9225AFEA82}" styleName="Light Style 1 – Accent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 styleId="{F2DE63D5-997A-4646-A377-4702673A728D}" styleName="Light Style 2 – Accent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 styleId="{E929F9F4-4A8F-4326-A1B4-22849713DDAB}" styleName="Dark Style 1 – Accent 4">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4"/>
          </a:solidFill>
        </a:fill>
      </a:tcStyle>
    </a:wholeTbl>
    <a:band1H>
      <a:tcStyle>
        <a:tcBdr/>
        <a:fill>
          <a:solidFill>
            <a:schemeClr val="accent4">
              <a:shade val="60000"/>
            </a:schemeClr>
          </a:solidFill>
        </a:fill>
      </a:tcStyle>
    </a:band1H>
    <a:band1V>
      <a:tcStyle>
        <a:tcBdr/>
        <a:fill>
          <a:solidFill>
            <a:schemeClr val="accent4">
              <a:shade val="60000"/>
            </a:schemeClr>
          </a:solidFill>
        </a:fill>
      </a:tcStyle>
    </a:band1V>
    <a:lastCol>
      <a:tcTxStyle b="on"/>
      <a:tcStyle>
        <a:tcBdr>
          <a:left>
            <a:ln w="25400" cmpd="sng">
              <a:solidFill>
                <a:schemeClr val="lt1"/>
              </a:solidFill>
            </a:ln>
          </a:left>
        </a:tcBdr>
        <a:fill>
          <a:solidFill>
            <a:schemeClr val="accent4">
              <a:shade val="60000"/>
            </a:schemeClr>
          </a:solidFill>
        </a:fill>
      </a:tcStyle>
    </a:lastCol>
    <a:firstCol>
      <a:tcTxStyle b="on"/>
      <a:tcStyle>
        <a:tcBdr>
          <a:right>
            <a:ln w="25400" cmpd="sng">
              <a:solidFill>
                <a:schemeClr val="lt1"/>
              </a:solidFill>
            </a:ln>
          </a:right>
        </a:tcBdr>
        <a:fill>
          <a:solidFill>
            <a:schemeClr val="accent4">
              <a:shade val="60000"/>
            </a:schemeClr>
          </a:solidFill>
        </a:fill>
      </a:tcStyle>
    </a:firstCol>
    <a:lastRow>
      <a:tcTxStyle b="on"/>
      <a:tcStyle>
        <a:tcBdr>
          <a:top>
            <a:ln w="25400" cmpd="sng">
              <a:solidFill>
                <a:schemeClr val="lt1"/>
              </a:solidFill>
            </a:ln>
          </a:top>
        </a:tcBdr>
        <a:fill>
          <a:solidFill>
            <a:schemeClr val="accent4">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D03447BB-5D67-496B-8E87-E561075AD55C}" styleName="Dark Style 1 – Accent 3">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3"/>
          </a:solidFill>
        </a:fill>
      </a:tcStyle>
    </a:wholeTbl>
    <a:band1H>
      <a:tcStyle>
        <a:tcBdr/>
        <a:fill>
          <a:solidFill>
            <a:schemeClr val="accent3">
              <a:shade val="60000"/>
            </a:schemeClr>
          </a:solidFill>
        </a:fill>
      </a:tcStyle>
    </a:band1H>
    <a:band1V>
      <a:tcStyle>
        <a:tcBdr/>
        <a:fill>
          <a:solidFill>
            <a:schemeClr val="accent3">
              <a:shade val="60000"/>
            </a:schemeClr>
          </a:solidFill>
        </a:fill>
      </a:tcStyle>
    </a:band1V>
    <a:lastCol>
      <a:tcTxStyle b="on"/>
      <a:tcStyle>
        <a:tcBdr>
          <a:left>
            <a:ln w="25400" cmpd="sng">
              <a:solidFill>
                <a:schemeClr val="lt1"/>
              </a:solidFill>
            </a:ln>
          </a:left>
        </a:tcBdr>
        <a:fill>
          <a:solidFill>
            <a:schemeClr val="accent3">
              <a:shade val="60000"/>
            </a:schemeClr>
          </a:solidFill>
        </a:fill>
      </a:tcStyle>
    </a:lastCol>
    <a:firstCol>
      <a:tcTxStyle b="on"/>
      <a:tcStyle>
        <a:tcBdr>
          <a:right>
            <a:ln w="25400" cmpd="sng">
              <a:solidFill>
                <a:schemeClr val="lt1"/>
              </a:solidFill>
            </a:ln>
          </a:right>
        </a:tcBdr>
        <a:fill>
          <a:solidFill>
            <a:schemeClr val="accent3">
              <a:shade val="60000"/>
            </a:schemeClr>
          </a:solidFill>
        </a:fill>
      </a:tcStyle>
    </a:firstCol>
    <a:lastRow>
      <a:tcTxStyle b="on"/>
      <a:tcStyle>
        <a:tcBdr>
          <a:top>
            <a:ln w="25400" cmpd="sng">
              <a:solidFill>
                <a:schemeClr val="lt1"/>
              </a:solidFill>
            </a:ln>
          </a:top>
        </a:tcBdr>
        <a:fill>
          <a:solidFill>
            <a:schemeClr val="accent3">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46F890A9-2807-4EBB-B81D-B2AA78EC7F39}" styleName="Dark Style 2 – Accent 5/Accent 6">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5">
              <a:tint val="20000"/>
            </a:schemeClr>
          </a:solidFill>
        </a:fill>
      </a:tcStyle>
    </a:wholeTbl>
    <a:band1H>
      <a:tcStyle>
        <a:tcBdr/>
        <a:fill>
          <a:solidFill>
            <a:schemeClr val="accent5">
              <a:tint val="40000"/>
            </a:schemeClr>
          </a:solidFill>
        </a:fill>
      </a:tcStyle>
    </a:band1H>
    <a:band1V>
      <a:tcStyle>
        <a:tcBdr/>
        <a:fill>
          <a:solidFill>
            <a:schemeClr val="accent5">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5">
              <a:tint val="20000"/>
            </a:schemeClr>
          </a:solidFill>
        </a:fill>
      </a:tcStyle>
    </a:lastRow>
    <a:firstRow>
      <a:tcTxStyle b="on">
        <a:fontRef idx="minor">
          <a:scrgbClr r="0" g="0" b="0"/>
        </a:fontRef>
        <a:schemeClr val="lt1"/>
      </a:tcTxStyle>
      <a:tcStyle>
        <a:tcBdr/>
        <a:fill>
          <a:solidFill>
            <a:schemeClr val="accent6"/>
          </a:solidFill>
        </a:fill>
      </a:tcStyle>
    </a:firstRow>
  </a:tblStyle>
  <a:tblStyle styleId="{91EBBBCC-DAD2-459C-BE2E-F6DE35CF9A28}" styleName="Dark Style 2 – Accent 3/Accent 4">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3">
              <a:tint val="20000"/>
            </a:schemeClr>
          </a:solidFill>
        </a:fill>
      </a:tcStyle>
    </a:wholeTbl>
    <a:band1H>
      <a:tcStyle>
        <a:tcBdr/>
        <a:fill>
          <a:solidFill>
            <a:schemeClr val="accent3">
              <a:tint val="40000"/>
            </a:schemeClr>
          </a:solidFill>
        </a:fill>
      </a:tcStyle>
    </a:band1H>
    <a:band1V>
      <a:tcStyle>
        <a:tcBdr/>
        <a:fill>
          <a:solidFill>
            <a:schemeClr val="accent3">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3">
              <a:tint val="20000"/>
            </a:schemeClr>
          </a:solidFill>
        </a:fill>
      </a:tcStyle>
    </a:lastRow>
    <a:firstRow>
      <a:tcTxStyle b="on">
        <a:fontRef idx="minor">
          <a:scrgbClr r="0" g="0" b="0"/>
        </a:fontRef>
        <a:schemeClr val="lt1"/>
      </a:tcTxStyle>
      <a:tcStyle>
        <a:tcBdr/>
        <a:fill>
          <a:solidFill>
            <a:schemeClr val="accent4"/>
          </a:solidFill>
        </a:fill>
      </a:tcStyle>
    </a:firstRow>
  </a:tblStyle>
  <a:tblStyle styleId="{0660B408-B3CF-4A94-85FC-2B1E0A45F4A2}" styleName="Dark Style 2 – Accent 1/Accent 2">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1">
              <a:tint val="20000"/>
            </a:schemeClr>
          </a:solidFill>
        </a:fill>
      </a:tcStyle>
    </a:lastRow>
    <a:firstRow>
      <a:tcTxStyle b="on">
        <a:fontRef idx="minor">
          <a:scrgbClr r="0" g="0" b="0"/>
        </a:fontRef>
        <a:schemeClr val="lt1"/>
      </a:tcTxStyle>
      <a:tcStyle>
        <a:tcBdr/>
        <a:fill>
          <a:solidFill>
            <a:schemeClr val="accent2"/>
          </a:solidFill>
        </a:fill>
      </a:tcStyle>
    </a:firstRow>
  </a:tblStyle>
  <a:tblStyle styleId="{5202B0CA-FC54-4496-8BCA-5EF66A818D29}" styleName="Dark Style 2">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dk1">
              <a:tint val="20000"/>
            </a:schemeClr>
          </a:solidFill>
        </a:fill>
      </a:tcStyle>
    </a:lastRow>
    <a:firstRow>
      <a:tcTxStyle b="on">
        <a:fontRef idx="minor">
          <a:scrgbClr r="0" g="0" b="0"/>
        </a:fontRef>
        <a:schemeClr val="lt1"/>
      </a:tcTxStyle>
      <a:tcStyle>
        <a:tcBdr/>
        <a:fill>
          <a:solidFill>
            <a:schemeClr val="dk1"/>
          </a:solidFill>
        </a:fill>
      </a:tcStyle>
    </a:firstRow>
  </a:tblStyle>
  <a:tblStyle styleId="{8FD4443E-F989-4FC4-A0C8-D5A2AF1F390B}" styleName="Dark Style 1 – Accent 5">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5"/>
          </a:solidFill>
        </a:fill>
      </a:tcStyle>
    </a:wholeTbl>
    <a:band1H>
      <a:tcStyle>
        <a:tcBdr/>
        <a:fill>
          <a:solidFill>
            <a:schemeClr val="accent5">
              <a:shade val="60000"/>
            </a:schemeClr>
          </a:solidFill>
        </a:fill>
      </a:tcStyle>
    </a:band1H>
    <a:band1V>
      <a:tcStyle>
        <a:tcBdr/>
        <a:fill>
          <a:solidFill>
            <a:schemeClr val="accent5">
              <a:shade val="60000"/>
            </a:schemeClr>
          </a:solidFill>
        </a:fill>
      </a:tcStyle>
    </a:band1V>
    <a:lastCol>
      <a:tcTxStyle b="on"/>
      <a:tcStyle>
        <a:tcBdr>
          <a:left>
            <a:ln w="25400" cmpd="sng">
              <a:solidFill>
                <a:schemeClr val="lt1"/>
              </a:solidFill>
            </a:ln>
          </a:left>
        </a:tcBdr>
        <a:fill>
          <a:solidFill>
            <a:schemeClr val="accent5">
              <a:shade val="60000"/>
            </a:schemeClr>
          </a:solidFill>
        </a:fill>
      </a:tcStyle>
    </a:lastCol>
    <a:firstCol>
      <a:tcTxStyle b="on"/>
      <a:tcStyle>
        <a:tcBdr>
          <a:right>
            <a:ln w="25400" cmpd="sng">
              <a:solidFill>
                <a:schemeClr val="lt1"/>
              </a:solidFill>
            </a:ln>
          </a:right>
        </a:tcBdr>
        <a:fill>
          <a:solidFill>
            <a:schemeClr val="accent5">
              <a:shade val="60000"/>
            </a:schemeClr>
          </a:solidFill>
        </a:fill>
      </a:tcStyle>
    </a:firstCol>
    <a:lastRow>
      <a:tcTxStyle b="on"/>
      <a:tcStyle>
        <a:tcBdr>
          <a:top>
            <a:ln w="25400" cmpd="sng">
              <a:solidFill>
                <a:schemeClr val="lt1"/>
              </a:solidFill>
            </a:ln>
          </a:top>
        </a:tcBdr>
        <a:fill>
          <a:solidFill>
            <a:schemeClr val="accent5">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37CE84F3-28C3-443E-9E96-99CF82512B78}" styleName="Dark Style 1 – Accent 2">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2"/>
          </a:solidFill>
        </a:fill>
      </a:tcStyle>
    </a:wholeTbl>
    <a:band1H>
      <a:tcStyle>
        <a:tcBdr/>
        <a:fill>
          <a:solidFill>
            <a:schemeClr val="accent2">
              <a:shade val="60000"/>
            </a:schemeClr>
          </a:solidFill>
        </a:fill>
      </a:tcStyle>
    </a:band1H>
    <a:band1V>
      <a:tcStyle>
        <a:tcBdr/>
        <a:fill>
          <a:solidFill>
            <a:schemeClr val="accent2">
              <a:shade val="60000"/>
            </a:schemeClr>
          </a:solidFill>
        </a:fill>
      </a:tcStyle>
    </a:band1V>
    <a:lastCol>
      <a:tcTxStyle b="on"/>
      <a:tcStyle>
        <a:tcBdr>
          <a:left>
            <a:ln w="25400" cmpd="sng">
              <a:solidFill>
                <a:schemeClr val="lt1"/>
              </a:solidFill>
            </a:ln>
          </a:left>
        </a:tcBdr>
        <a:fill>
          <a:solidFill>
            <a:schemeClr val="accent2">
              <a:shade val="60000"/>
            </a:schemeClr>
          </a:solidFill>
        </a:fill>
      </a:tcStyle>
    </a:lastCol>
    <a:firstCol>
      <a:tcTxStyle b="on"/>
      <a:tcStyle>
        <a:tcBdr>
          <a:right>
            <a:ln w="25400" cmpd="sng">
              <a:solidFill>
                <a:schemeClr val="lt1"/>
              </a:solidFill>
            </a:ln>
          </a:right>
        </a:tcBdr>
        <a:fill>
          <a:solidFill>
            <a:schemeClr val="accent2">
              <a:shade val="60000"/>
            </a:schemeClr>
          </a:solidFill>
        </a:fill>
      </a:tcStyle>
    </a:firstCol>
    <a:lastRow>
      <a:tcTxStyle b="on"/>
      <a:tcStyle>
        <a:tcBdr>
          <a:top>
            <a:ln w="25400" cmpd="sng">
              <a:solidFill>
                <a:schemeClr val="lt1"/>
              </a:solidFill>
            </a:ln>
          </a:top>
        </a:tcBdr>
        <a:fill>
          <a:solidFill>
            <a:schemeClr val="accent2">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08FB837D-C827-4EFA-A057-4D05807E0F7C}" styleName="Themed Style 1 – Accent 6">
    <a:tblBg>
      <a:fillRef idx="2">
        <a:schemeClr val="accent6"/>
      </a:fillRef>
      <a:effectRef idx="1">
        <a:schemeClr val="accent6"/>
      </a:effectRef>
    </a:tblBg>
    <a:wholeTbl>
      <a:tcTxStyle>
        <a:fontRef idx="minor">
          <a:scrgbClr r="0" g="0" b="0"/>
        </a:fontRef>
        <a:schemeClr val="dk1"/>
      </a:tcTxStyle>
      <a:tcStyle>
        <a:tcBdr>
          <a:left>
            <a:lnRef idx="1">
              <a:schemeClr val="accent6"/>
            </a:lnRef>
          </a:left>
          <a:right>
            <a:lnRef idx="1">
              <a:schemeClr val="accent6"/>
            </a:lnRef>
          </a:right>
          <a:top>
            <a:lnRef idx="1">
              <a:schemeClr val="accent6"/>
            </a:lnRef>
          </a:top>
          <a:bottom>
            <a:lnRef idx="1">
              <a:schemeClr val="accent6"/>
            </a:lnRef>
          </a:bottom>
          <a:insideH>
            <a:lnRef idx="1">
              <a:schemeClr val="accent6"/>
            </a:lnRef>
          </a:insideH>
          <a:insideV>
            <a:lnRef idx="1">
              <a:schemeClr val="accent6"/>
            </a:lnRef>
          </a:insideV>
        </a:tcBdr>
        <a:fill>
          <a:noFill/>
        </a:fill>
      </a:tcStyle>
    </a:wholeTbl>
    <a:band1H>
      <a:tcStyle>
        <a:tcBdr/>
        <a:fill>
          <a:solidFill>
            <a:schemeClr val="accent6">
              <a:alpha val="40000"/>
            </a:schemeClr>
          </a:solidFill>
        </a:fill>
      </a:tcStyle>
    </a:band1H>
    <a:band2H>
      <a:tcStyle>
        <a:tcBdr/>
      </a:tcStyle>
    </a:band2H>
    <a:band1V>
      <a:tcStyle>
        <a:tcBdr>
          <a:top>
            <a:lnRef idx="1">
              <a:schemeClr val="accent6"/>
            </a:lnRef>
          </a:top>
          <a:bottom>
            <a:lnRef idx="1">
              <a:schemeClr val="accent6"/>
            </a:lnRef>
          </a:bottom>
        </a:tcBdr>
        <a:fill>
          <a:solidFill>
            <a:schemeClr val="accent6">
              <a:alpha val="40000"/>
            </a:schemeClr>
          </a:solidFill>
        </a:fill>
      </a:tcStyle>
    </a:band1V>
    <a:band2V>
      <a:tcStyle>
        <a:tcBdr/>
      </a:tcStyle>
    </a:band2V>
    <a:lastCol>
      <a:tcTxStyle b="on"/>
      <a:tcStyle>
        <a:tcBdr>
          <a:left>
            <a:lnRef idx="2">
              <a:schemeClr val="accent6"/>
            </a:lnRef>
          </a:left>
          <a:right>
            <a:lnRef idx="1">
              <a:schemeClr val="accent6"/>
            </a:lnRef>
          </a:right>
          <a:top>
            <a:lnRef idx="1">
              <a:schemeClr val="accent6"/>
            </a:lnRef>
          </a:top>
          <a:bottom>
            <a:lnRef idx="1">
              <a:schemeClr val="accent6"/>
            </a:lnRef>
          </a:bottom>
          <a:insideH>
            <a:lnRef idx="1">
              <a:schemeClr val="accent6"/>
            </a:lnRef>
          </a:insideH>
          <a:insideV>
            <a:ln>
              <a:noFill/>
            </a:ln>
          </a:insideV>
        </a:tcBdr>
      </a:tcStyle>
    </a:lastCol>
    <a:firstCol>
      <a:tcTxStyle b="on"/>
      <a:tcStyle>
        <a:tcBdr>
          <a:left>
            <a:lnRef idx="1">
              <a:schemeClr val="accent6"/>
            </a:lnRef>
          </a:left>
          <a:right>
            <a:lnRef idx="2">
              <a:schemeClr val="accent6"/>
            </a:lnRef>
          </a:right>
          <a:top>
            <a:lnRef idx="1">
              <a:schemeClr val="accent6"/>
            </a:lnRef>
          </a:top>
          <a:bottom>
            <a:lnRef idx="1">
              <a:schemeClr val="accent6"/>
            </a:lnRef>
          </a:bottom>
          <a:insideH>
            <a:lnRef idx="1">
              <a:schemeClr val="accent6"/>
            </a:lnRef>
          </a:insideH>
          <a:insideV>
            <a:ln>
              <a:noFill/>
            </a:ln>
          </a:insideV>
        </a:tcBdr>
      </a:tcStyle>
    </a:firstCol>
    <a:lastRow>
      <a:tcTxStyle b="on"/>
      <a:tcStyle>
        <a:tcBdr>
          <a:left>
            <a:lnRef idx="1">
              <a:schemeClr val="accent6"/>
            </a:lnRef>
          </a:left>
          <a:right>
            <a:lnRef idx="1">
              <a:schemeClr val="accent6"/>
            </a:lnRef>
          </a:right>
          <a:top>
            <a:lnRef idx="2">
              <a:schemeClr val="accent6"/>
            </a:lnRef>
          </a:top>
          <a:bottom>
            <a:lnRef idx="2">
              <a:schemeClr val="accent6"/>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6"/>
            </a:lnRef>
          </a:left>
          <a:right>
            <a:lnRef idx="1">
              <a:schemeClr val="accent6"/>
            </a:lnRef>
          </a:right>
          <a:top>
            <a:lnRef idx="1">
              <a:schemeClr val="accent6"/>
            </a:lnRef>
          </a:top>
          <a:bottom>
            <a:lnRef idx="2">
              <a:schemeClr val="lt1"/>
            </a:lnRef>
          </a:bottom>
          <a:insideH>
            <a:ln>
              <a:noFill/>
            </a:ln>
          </a:insideH>
          <a:insideV>
            <a:ln>
              <a:noFill/>
            </a:ln>
          </a:insideV>
        </a:tcBdr>
        <a:fill>
          <a:solidFill>
            <a:schemeClr val="accent6"/>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306799F8-075E-4A3A-A7F6-7FBC6576F1A4}" styleName="Themed Style 2 – Accent 3">
    <a:tblBg>
      <a:fillRef idx="3">
        <a:schemeClr val="accent3"/>
      </a:fillRef>
      <a:effectRef idx="3">
        <a:schemeClr val="accent3"/>
      </a:effectRef>
    </a:tblBg>
    <a:wholeTbl>
      <a:tcTxStyle>
        <a:fontRef idx="minor">
          <a:scrgbClr r="0" g="0" b="0"/>
        </a:fontRef>
        <a:schemeClr val="lt1"/>
      </a:tcTxStyle>
      <a:tcStyle>
        <a:tcBdr>
          <a:left>
            <a:lnRef idx="1">
              <a:schemeClr val="accent3">
                <a:tint val="50000"/>
              </a:schemeClr>
            </a:lnRef>
          </a:left>
          <a:right>
            <a:lnRef idx="1">
              <a:schemeClr val="accent3">
                <a:tint val="50000"/>
              </a:schemeClr>
            </a:lnRef>
          </a:right>
          <a:top>
            <a:lnRef idx="1">
              <a:schemeClr val="accent3">
                <a:tint val="50000"/>
              </a:schemeClr>
            </a:lnRef>
          </a:top>
          <a:bottom>
            <a:lnRef idx="1">
              <a:schemeClr val="accent3">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638B1855-1B75-4FBE-930C-398BA8C253C6}" styleName="Themed Style 2 – Accent 6">
    <a:tblBg>
      <a:fillRef idx="3">
        <a:schemeClr val="accent6"/>
      </a:fillRef>
      <a:effectRef idx="3">
        <a:schemeClr val="accent6"/>
      </a:effectRef>
    </a:tblBg>
    <a:wholeTbl>
      <a:tcTxStyle>
        <a:fontRef idx="minor">
          <a:scrgbClr r="0" g="0" b="0"/>
        </a:fontRef>
        <a:schemeClr val="lt1"/>
      </a:tcTxStyle>
      <a:tcStyle>
        <a:tcBdr>
          <a:left>
            <a:lnRef idx="1">
              <a:schemeClr val="accent6">
                <a:tint val="50000"/>
              </a:schemeClr>
            </a:lnRef>
          </a:left>
          <a:right>
            <a:lnRef idx="1">
              <a:schemeClr val="accent6">
                <a:tint val="50000"/>
              </a:schemeClr>
            </a:lnRef>
          </a:right>
          <a:top>
            <a:lnRef idx="1">
              <a:schemeClr val="accent6">
                <a:tint val="50000"/>
              </a:schemeClr>
            </a:lnRef>
          </a:top>
          <a:bottom>
            <a:lnRef idx="1">
              <a:schemeClr val="accent6">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18603FDC-E32A-4AB5-989C-0864C3EAD2B8}" styleName="Themed Style 2 – Accent 2">
    <a:tblBg>
      <a:fillRef idx="3">
        <a:schemeClr val="accent2"/>
      </a:fillRef>
      <a:effectRef idx="3">
        <a:schemeClr val="accent2"/>
      </a:effectRef>
    </a:tblBg>
    <a:wholeTbl>
      <a:tcTxStyle>
        <a:fontRef idx="minor">
          <a:scrgbClr r="0" g="0" b="0"/>
        </a:fontRef>
        <a:schemeClr val="lt1"/>
      </a:tcTxStyle>
      <a:tcStyle>
        <a:tcBdr>
          <a:left>
            <a:lnRef idx="1">
              <a:schemeClr val="accent2">
                <a:tint val="50000"/>
              </a:schemeClr>
            </a:lnRef>
          </a:left>
          <a:right>
            <a:lnRef idx="1">
              <a:schemeClr val="accent2">
                <a:tint val="50000"/>
              </a:schemeClr>
            </a:lnRef>
          </a:right>
          <a:top>
            <a:lnRef idx="1">
              <a:schemeClr val="accent2">
                <a:tint val="50000"/>
              </a:schemeClr>
            </a:lnRef>
          </a:top>
          <a:bottom>
            <a:lnRef idx="1">
              <a:schemeClr val="accent2">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357"/>
    <p:restoredTop sz="82897"/>
  </p:normalViewPr>
  <p:slideViewPr>
    <p:cSldViewPr snapToGrid="0">
      <p:cViewPr varScale="1">
        <p:scale>
          <a:sx n="48" d="100"/>
          <a:sy n="48" d="100"/>
        </p:scale>
        <p:origin x="1488" y="232"/>
      </p:cViewPr>
      <p:guideLst/>
    </p:cSldViewPr>
  </p:slideViewPr>
  <p:outlineViewPr>
    <p:cViewPr>
      <p:scale>
        <a:sx n="33" d="100"/>
        <a:sy n="33" d="100"/>
      </p:scale>
      <p:origin x="0" y="-1296"/>
    </p:cViewPr>
  </p:outlineViewPr>
  <p:notesTextViewPr>
    <p:cViewPr>
      <p:scale>
        <a:sx n="1" d="1"/>
        <a:sy n="1" d="1"/>
      </p:scale>
      <p:origin x="0" y="0"/>
    </p:cViewPr>
  </p:notesTextViewPr>
  <p:sorterViewPr>
    <p:cViewPr>
      <p:scale>
        <a:sx n="80" d="100"/>
        <a:sy n="80" d="100"/>
      </p:scale>
      <p:origin x="0" y="0"/>
    </p:cViewPr>
  </p:sorterViewPr>
  <p:notesViewPr>
    <p:cSldViewPr snapToGrid="0">
      <p:cViewPr varScale="1">
        <p:scale>
          <a:sx n="97" d="100"/>
          <a:sy n="97" d="100"/>
        </p:scale>
        <p:origin x="3120" y="200"/>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notesMaster" Target="notesMasters/notesMaster1.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handoutMaster" Target="handoutMasters/handout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theme" Target="theme/theme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9464D63D-F941-5274-DF18-C20FD5B3FB4E}"/>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2C645367-CBDB-A363-37D3-C1CED7BBA5A3}"/>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5C8DC457-8962-7644-9BAE-236AF45A2104}" type="datetimeFigureOut">
              <a:rPr lang="en-US" smtClean="0"/>
              <a:t>10/14/26</a:t>
            </a:fld>
            <a:endParaRPr lang="en-US"/>
          </a:p>
        </p:txBody>
      </p:sp>
      <p:sp>
        <p:nvSpPr>
          <p:cNvPr id="4" name="Footer Placeholder 3">
            <a:extLst>
              <a:ext uri="{FF2B5EF4-FFF2-40B4-BE49-F238E27FC236}">
                <a16:creationId xmlns:a16="http://schemas.microsoft.com/office/drawing/2014/main" id="{03EEF6A4-D2DE-D4A7-E789-3B07181087A5}"/>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61D836AC-F284-9695-4D0E-4BB30D6E1202}"/>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0E67F0DC-046C-0F4A-AF6C-3CCAB231DA8E}" type="slidenum">
              <a:rPr lang="en-US" smtClean="0"/>
              <a:t>‹#›</a:t>
            </a:fld>
            <a:endParaRPr lang="en-US"/>
          </a:p>
        </p:txBody>
      </p:sp>
    </p:spTree>
    <p:extLst>
      <p:ext uri="{BB962C8B-B14F-4D97-AF65-F5344CB8AC3E}">
        <p14:creationId xmlns:p14="http://schemas.microsoft.com/office/powerpoint/2010/main" val="3166839707"/>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92D967D-2BAD-AD4D-A378-C9C9D0FB6862}" type="datetimeFigureOut">
              <a:rPr lang="en-US" smtClean="0"/>
              <a:t>10/14/26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020DAE0-572D-2D4E-9A67-188D5E45EBFC}" type="slidenum">
              <a:rPr lang="en-US" smtClean="0"/>
              <a:t>‹#›</a:t>
            </a:fld>
            <a:endParaRPr lang="en-US"/>
          </a:p>
        </p:txBody>
      </p:sp>
    </p:spTree>
    <p:extLst>
      <p:ext uri="{BB962C8B-B14F-4D97-AF65-F5344CB8AC3E}">
        <p14:creationId xmlns:p14="http://schemas.microsoft.com/office/powerpoint/2010/main" val="7683460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Introduce JVM memory management and the trade-offs between collectors. JVM means Java Virtual Machine. GC means garbage collection. Examples use HotSpot, with Java 25 as the reference for modern collector guidance. CMS is historical. The audience should be able to explain object reachability and choose what to measure before selecting a collector.
Reference: https://docs.oracle.com/javase/specs/jvms/se25/html/jvms-2.html</a:t>
            </a:r>
          </a:p>
        </p:txBody>
      </p:sp>
      <p:sp>
        <p:nvSpPr>
          <p:cNvPr id="4" name="Slide Number Placeholder 3"/>
          <p:cNvSpPr>
            <a:spLocks noGrp="1"/>
          </p:cNvSpPr>
          <p:nvPr>
            <p:ph type="sldNum" sz="quarter" idx="5"/>
          </p:nvPr>
        </p:nvSpPr>
        <p:spPr/>
        <p:txBody>
          <a:bodyPr/>
          <a:lstStyle/>
          <a:p>
            <a:fld id="{4020DAE0-572D-2D4E-9A67-188D5E45EBFC}" type="slidenum">
              <a:rPr lang="en-US" smtClean="0"/>
              <a:t>1</a:t>
            </a:fld>
            <a:endParaRPr lang="en-US"/>
          </a:p>
        </p:txBody>
      </p:sp>
    </p:spTree>
    <p:extLst>
      <p:ext uri="{BB962C8B-B14F-4D97-AF65-F5344CB8AC3E}">
        <p14:creationId xmlns:p14="http://schemas.microsoft.com/office/powerpoint/2010/main" val="228019647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learning path starts with where information lives, then explains object reachability and collection steps. Finally compare collector designs and read a sample log. Define JDK as Java Development Kit. This is a beginner talk: explain terminology when it first appears and use the diagrams before introducing implementation details.
Reference: https://docs.oracle.com/javase/specs/jvms/se25/html/jvms-2.html</a:t>
            </a:r>
          </a:p>
        </p:txBody>
      </p:sp>
      <p:sp>
        <p:nvSpPr>
          <p:cNvPr id="4" name="Slide Number Placeholder 3"/>
          <p:cNvSpPr>
            <a:spLocks noGrp="1"/>
          </p:cNvSpPr>
          <p:nvPr>
            <p:ph type="sldNum" sz="quarter" idx="5"/>
          </p:nvPr>
        </p:nvSpPr>
        <p:spPr/>
        <p:txBody>
          <a:bodyPr/>
          <a:lstStyle/>
          <a:p>
            <a:fld id="{4020DAE0-572D-2D4E-9A67-188D5E45EBFC}" type="slidenum">
              <a:rPr lang="en-US" smtClean="0"/>
              <a:t>2</a:t>
            </a:fld>
            <a:endParaRPr lang="en-US"/>
          </a:p>
        </p:txBody>
      </p:sp>
    </p:spTree>
    <p:extLst>
      <p:ext uri="{BB962C8B-B14F-4D97-AF65-F5344CB8AC3E}">
        <p14:creationId xmlns:p14="http://schemas.microsoft.com/office/powerpoint/2010/main" val="75121974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6D8C66-9443-3BBA-A29B-E8381A9F4B0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8F8EE0C-2971-0E71-1B5D-7D04A9429CE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873055B-0069-439E-E1BB-B3BBF732AF96}"/>
              </a:ext>
            </a:extLst>
          </p:cNvPr>
          <p:cNvSpPr>
            <a:spLocks noGrp="1"/>
          </p:cNvSpPr>
          <p:nvPr>
            <p:ph type="body" idx="1"/>
          </p:nvPr>
        </p:nvSpPr>
        <p:spPr/>
        <p:txBody>
          <a:bodyPr/>
          <a:lstStyle/>
          <a:p>
            <a:r>
              <a:t>The diagram separates the managed object heap from other memory components. Eden, S0 and S1 illustrate a traditional generational layout. G1 and ZGC organize generations differently. Metaspace holds class metadata, code cache holds generated machine code, and stacks hold active method state. The boxes are conceptual and are not equal fixed-sized physical partitions. This is a memory-area overview, not the Java Memory Model specification about visibility between threads.
Reference: https://docs.oracle.com/javase/specs/jvms/se25/html/jvms-2.html</a:t>
            </a:r>
          </a:p>
        </p:txBody>
      </p:sp>
      <p:sp>
        <p:nvSpPr>
          <p:cNvPr id="4" name="Slide Number Placeholder 3">
            <a:extLst>
              <a:ext uri="{FF2B5EF4-FFF2-40B4-BE49-F238E27FC236}">
                <a16:creationId xmlns:a16="http://schemas.microsoft.com/office/drawing/2014/main" id="{D98FBF59-06DC-32F9-BD6D-62AB3012733B}"/>
              </a:ext>
            </a:extLst>
          </p:cNvPr>
          <p:cNvSpPr>
            <a:spLocks noGrp="1"/>
          </p:cNvSpPr>
          <p:nvPr>
            <p:ph type="sldNum" sz="quarter" idx="5"/>
          </p:nvPr>
        </p:nvSpPr>
        <p:spPr/>
        <p:txBody>
          <a:bodyPr/>
          <a:lstStyle/>
          <a:p>
            <a:fld id="{4020DAE0-572D-2D4E-9A67-188D5E45EBFC}" type="slidenum">
              <a:rPr lang="en-US" smtClean="0"/>
              <a:t>3</a:t>
            </a:fld>
            <a:endParaRPr lang="en-US"/>
          </a:p>
        </p:txBody>
      </p:sp>
    </p:spTree>
    <p:extLst>
      <p:ext uri="{BB962C8B-B14F-4D97-AF65-F5344CB8AC3E}">
        <p14:creationId xmlns:p14="http://schemas.microsoft.com/office/powerpoint/2010/main" val="270203532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ED0428-D5C4-8A90-B915-F782AE9158D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809BE72-4DD3-9EFF-1A4F-D8188F7D54F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90A5E90-84E5-57EE-8756-56B55B535947}"/>
              </a:ext>
            </a:extLst>
          </p:cNvPr>
          <p:cNvSpPr>
            <a:spLocks noGrp="1"/>
          </p:cNvSpPr>
          <p:nvPr>
            <p:ph type="body" idx="1"/>
          </p:nvPr>
        </p:nvSpPr>
        <p:spPr/>
        <p:txBody>
          <a:bodyPr/>
          <a:lstStyle/>
          <a:p>
            <a:r>
              <a:t>Use an Order object that remains referenced after a helper method returns. The method frame ends but the Order can remain live through a caller or cache. Multiple threads can refer to the same object. Sharing storage does not make updates safe: application synchronization is a separate concern. Avoid saying that heap access is always slower than stack access, since compiler and hardware behavior matter. Optimizations may also eliminate allocations while preserving program behavior.
Reference: https://docs.oracle.com/javase/specs/jvms/se25/html/jvms-2.html</a:t>
            </a:r>
          </a:p>
        </p:txBody>
      </p:sp>
      <p:sp>
        <p:nvSpPr>
          <p:cNvPr id="4" name="Slide Number Placeholder 3">
            <a:extLst>
              <a:ext uri="{FF2B5EF4-FFF2-40B4-BE49-F238E27FC236}">
                <a16:creationId xmlns:a16="http://schemas.microsoft.com/office/drawing/2014/main" id="{CC2808FF-0A2A-4748-2BA5-089E65DA763D}"/>
              </a:ext>
            </a:extLst>
          </p:cNvPr>
          <p:cNvSpPr>
            <a:spLocks noGrp="1"/>
          </p:cNvSpPr>
          <p:nvPr>
            <p:ph type="sldNum" sz="quarter" idx="5"/>
          </p:nvPr>
        </p:nvSpPr>
        <p:spPr/>
        <p:txBody>
          <a:bodyPr/>
          <a:lstStyle/>
          <a:p>
            <a:fld id="{4020DAE0-572D-2D4E-9A67-188D5E45EBFC}" type="slidenum">
              <a:rPr lang="en-US" smtClean="0"/>
              <a:t>4</a:t>
            </a:fld>
            <a:endParaRPr lang="en-US"/>
          </a:p>
        </p:txBody>
      </p:sp>
    </p:spTree>
    <p:extLst>
      <p:ext uri="{BB962C8B-B14F-4D97-AF65-F5344CB8AC3E}">
        <p14:creationId xmlns:p14="http://schemas.microsoft.com/office/powerpoint/2010/main" val="101876741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4E502C-1BA7-1FA5-0230-6B07DEEBB47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B6FFCFB-5463-6683-B465-886702814B2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A681C95-B00F-A51A-14B6-1B04E3681B55}"/>
              </a:ext>
            </a:extLst>
          </p:cNvPr>
          <p:cNvSpPr>
            <a:spLocks noGrp="1"/>
          </p:cNvSpPr>
          <p:nvPr>
            <p:ph type="body" idx="1"/>
          </p:nvPr>
        </p:nvSpPr>
        <p:spPr/>
        <p:txBody>
          <a:bodyPr/>
          <a:lstStyle/>
          <a:p>
            <a:r>
              <a:t>A class is a definition and an object is one instance. Class loaders load definitions, whose internal descriptions occupy Metaspace in HotSpot. Class unloading can release metadata when its loader and classes are eligible, subject to collector behavior. Metaspace is native memory and can still exhaust available or configured limits. JIT means Just-in-Time compilation. Frequently executed bytecode may be compiled and its machine code stored in the code cache. Warm-up describes the period while loading and compilation affect performance.
Reference: https://docs.oracle.com/javase/specs/jvms/se25/html/jvms-2.html</a:t>
            </a:r>
          </a:p>
        </p:txBody>
      </p:sp>
      <p:sp>
        <p:nvSpPr>
          <p:cNvPr id="4" name="Slide Number Placeholder 3">
            <a:extLst>
              <a:ext uri="{FF2B5EF4-FFF2-40B4-BE49-F238E27FC236}">
                <a16:creationId xmlns:a16="http://schemas.microsoft.com/office/drawing/2014/main" id="{1012753A-872A-B4DC-FBFA-E5CE00A78746}"/>
              </a:ext>
            </a:extLst>
          </p:cNvPr>
          <p:cNvSpPr>
            <a:spLocks noGrp="1"/>
          </p:cNvSpPr>
          <p:nvPr>
            <p:ph type="sldNum" sz="quarter" idx="5"/>
          </p:nvPr>
        </p:nvSpPr>
        <p:spPr/>
        <p:txBody>
          <a:bodyPr/>
          <a:lstStyle/>
          <a:p>
            <a:fld id="{4020DAE0-572D-2D4E-9A67-188D5E45EBFC}" type="slidenum">
              <a:rPr lang="en-US" smtClean="0"/>
              <a:t>5</a:t>
            </a:fld>
            <a:endParaRPr lang="en-US"/>
          </a:p>
        </p:txBody>
      </p:sp>
    </p:spTree>
    <p:extLst>
      <p:ext uri="{BB962C8B-B14F-4D97-AF65-F5344CB8AC3E}">
        <p14:creationId xmlns:p14="http://schemas.microsoft.com/office/powerpoint/2010/main" val="353867960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BD3A1E-8DDD-F20A-FF09-1048A9C2EA6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C19D9D2-23D5-D809-3CC5-0005C27BEC8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2D07623-1A39-8245-97E8-BBF439484292}"/>
              </a:ext>
            </a:extLst>
          </p:cNvPr>
          <p:cNvSpPr>
            <a:spLocks noGrp="1"/>
          </p:cNvSpPr>
          <p:nvPr>
            <p:ph type="body" idx="1"/>
          </p:nvPr>
        </p:nvSpPr>
        <p:spPr/>
        <p:txBody>
          <a:bodyPr/>
          <a:lstStyle/>
          <a:p>
            <a:r>
              <a:t>A frame is the workspace for one active method invocation. It contains local variables, an operand stack and linking information. Calling another method adds a frame, and returning removes it. A primitive field lives with its heap object, so do not say all primitive values live on stacks. Stack-local references can point to shared objects. Virtual threads have logical Java stacks too, but their physical storage differs from ordinary platform thread stacks. Deep recursion is a common stack-overflow cause.
Reference: https://docs.oracle.com/javase/specs/jvms/se25/html/jvms-2.html</a:t>
            </a:r>
          </a:p>
        </p:txBody>
      </p:sp>
      <p:sp>
        <p:nvSpPr>
          <p:cNvPr id="4" name="Slide Number Placeholder 3">
            <a:extLst>
              <a:ext uri="{FF2B5EF4-FFF2-40B4-BE49-F238E27FC236}">
                <a16:creationId xmlns:a16="http://schemas.microsoft.com/office/drawing/2014/main" id="{62FCEF9E-917F-1B3D-7E0F-9156E52EDDC5}"/>
              </a:ext>
            </a:extLst>
          </p:cNvPr>
          <p:cNvSpPr>
            <a:spLocks noGrp="1"/>
          </p:cNvSpPr>
          <p:nvPr>
            <p:ph type="sldNum" sz="quarter" idx="5"/>
          </p:nvPr>
        </p:nvSpPr>
        <p:spPr/>
        <p:txBody>
          <a:bodyPr/>
          <a:lstStyle/>
          <a:p>
            <a:fld id="{4020DAE0-572D-2D4E-9A67-188D5E45EBFC}" type="slidenum">
              <a:rPr lang="en-US" smtClean="0"/>
              <a:t>6</a:t>
            </a:fld>
            <a:endParaRPr lang="en-US"/>
          </a:p>
        </p:txBody>
      </p:sp>
    </p:spTree>
    <p:extLst>
      <p:ext uri="{BB962C8B-B14F-4D97-AF65-F5344CB8AC3E}">
        <p14:creationId xmlns:p14="http://schemas.microsoft.com/office/powerpoint/2010/main" val="341540962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1CA3A9-B213-0910-DB45-58CA364FE64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CAFE432-A655-34C2-05A5-8A08A12C481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0371A13-3D69-3CAB-8AE2-46A4CFB68867}"/>
              </a:ext>
            </a:extLst>
          </p:cNvPr>
          <p:cNvSpPr>
            <a:spLocks noGrp="1"/>
          </p:cNvSpPr>
          <p:nvPr>
            <p:ph type="body" idx="1"/>
          </p:nvPr>
        </p:nvSpPr>
        <p:spPr/>
        <p:txBody>
          <a:bodyPr/>
          <a:lstStyle/>
          <a:p>
            <a:r>
              <a:t>JNI means Java Native Interface. Native methods allow Java to call code such as C or C++. The JVM specification permits native method stacks, but the implementation may combine Java and native call storage. Library code, native allocations and stacks all contribute to process memory beyond the Java heap. The operating system can share some mapped code pages. There is no universal guarantee that every library has exactly one mapping or that all native memory comes from libraries.
Reference: https://docs.oracle.com/javase/specs/jvms/se25/html/jvms-2.html</a:t>
            </a:r>
          </a:p>
        </p:txBody>
      </p:sp>
      <p:sp>
        <p:nvSpPr>
          <p:cNvPr id="4" name="Slide Number Placeholder 3">
            <a:extLst>
              <a:ext uri="{FF2B5EF4-FFF2-40B4-BE49-F238E27FC236}">
                <a16:creationId xmlns:a16="http://schemas.microsoft.com/office/drawing/2014/main" id="{D84FB9CA-F80B-9F5C-55A7-CE9C71554648}"/>
              </a:ext>
            </a:extLst>
          </p:cNvPr>
          <p:cNvSpPr>
            <a:spLocks noGrp="1"/>
          </p:cNvSpPr>
          <p:nvPr>
            <p:ph type="sldNum" sz="quarter" idx="5"/>
          </p:nvPr>
        </p:nvSpPr>
        <p:spPr/>
        <p:txBody>
          <a:bodyPr/>
          <a:lstStyle/>
          <a:p>
            <a:fld id="{4020DAE0-572D-2D4E-9A67-188D5E45EBFC}" type="slidenum">
              <a:rPr lang="en-US" smtClean="0"/>
              <a:t>7</a:t>
            </a:fld>
            <a:endParaRPr lang="en-US"/>
          </a:p>
        </p:txBody>
      </p:sp>
    </p:spTree>
    <p:extLst>
      <p:ext uri="{BB962C8B-B14F-4D97-AF65-F5344CB8AC3E}">
        <p14:creationId xmlns:p14="http://schemas.microsoft.com/office/powerpoint/2010/main" val="241380925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46F3AE-288C-64B9-57A3-83DF0C5F913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185771F-34C4-66E2-78AC-44E89D0C7F5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E7AED4C-A2D1-DA03-9AA9-D49501D8CCAD}"/>
              </a:ext>
            </a:extLst>
          </p:cNvPr>
          <p:cNvSpPr>
            <a:spLocks noGrp="1"/>
          </p:cNvSpPr>
          <p:nvPr>
            <p:ph type="body" idx="1"/>
          </p:nvPr>
        </p:nvSpPr>
        <p:spPr/>
        <p:txBody>
          <a:bodyPr/>
          <a:lstStyle/>
          <a:p>
            <a:r>
              <a:t>Read the code and diagram at the moment add(2, 3) is executing. The main frame has val=6 and sum refers to the heap object, whose data field is 10. The add frame holds n1=2 and n2=3. output has not yet received the result, so its cell is blank. On return, the add frame ends and output becomes 5. The address-like value 200 is only illustrative. Method code and metadata are stored separately from the per-instance data shown in the heap.
Reference: https://docs.oracle.com/javase/specs/jvms/se25/html/jvms-2.html</a:t>
            </a:r>
          </a:p>
        </p:txBody>
      </p:sp>
      <p:sp>
        <p:nvSpPr>
          <p:cNvPr id="4" name="Slide Number Placeholder 3">
            <a:extLst>
              <a:ext uri="{FF2B5EF4-FFF2-40B4-BE49-F238E27FC236}">
                <a16:creationId xmlns:a16="http://schemas.microsoft.com/office/drawing/2014/main" id="{DC9F71C9-0D12-2753-2DE2-9F581FF3F87A}"/>
              </a:ext>
            </a:extLst>
          </p:cNvPr>
          <p:cNvSpPr>
            <a:spLocks noGrp="1"/>
          </p:cNvSpPr>
          <p:nvPr>
            <p:ph type="sldNum" sz="quarter" idx="5"/>
          </p:nvPr>
        </p:nvSpPr>
        <p:spPr/>
        <p:txBody>
          <a:bodyPr/>
          <a:lstStyle/>
          <a:p>
            <a:fld id="{4020DAE0-572D-2D4E-9A67-188D5E45EBFC}" type="slidenum">
              <a:rPr lang="en-US" smtClean="0"/>
              <a:t>8</a:t>
            </a:fld>
            <a:endParaRPr lang="en-US"/>
          </a:p>
        </p:txBody>
      </p:sp>
    </p:spTree>
    <p:extLst>
      <p:ext uri="{BB962C8B-B14F-4D97-AF65-F5344CB8AC3E}">
        <p14:creationId xmlns:p14="http://schemas.microsoft.com/office/powerpoint/2010/main" val="136409978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Native memory is memory outside the managed Java heap. A container is an environment that can enforce a total memory limit. Direct buffer objects have a small heap wrapper and can use larger native storage. A platform thread also needs stack memory. Do not set the heap equal to the total process limit. Required room depends on thread count, loaded classes, libraries and the workload. Native Memory Tracking helps with many HotSpot allocations, but does not cover every third-party allocation.</a:t>
            </a:r>
          </a:p>
          <a:p>
            <a:endParaRPr/>
          </a:p>
          <a:p>
            <a:r>
              <a:t>Sources:</a:t>
            </a:r>
          </a:p>
          <a:p>
            <a:r>
              <a:t>https://docs.oracle.com/javase/specs/jvms/se25/html/jvms-2.html</a:t>
            </a:r>
          </a:p>
          <a:p>
            <a:r>
              <a:t>https://docs.oracle.com/en/java/javase/25/troubleshoot/diagnostic-tools.html</a:t>
            </a:r>
          </a:p>
          <a:p>
            <a:r>
              <a:t>https://docs.oracle.com/en/java/javase/25/docs/api/java.base/java/nio/ByteBuffer.html</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GC follows reachability rather than human notions of usefulness. Imagine first and second both refer to one Order. Setting first to null leaves the object reachable through second. If no live path remains, its space can be reclaimed in a relevant collection, not necessarily immediately. GC reduces manual deallocation errors, but it does not fix an application that stores every past request in a live collection. Not every GC cycle examines every object or every generation.
Reference: https://docs.oracle.com/javase/specs/jvms/se25/html/jvms-2.html</a:t>
            </a:r>
          </a:p>
        </p:txBody>
      </p:sp>
      <p:sp>
        <p:nvSpPr>
          <p:cNvPr id="4" name="Slide Number Placeholder 3"/>
          <p:cNvSpPr>
            <a:spLocks noGrp="1"/>
          </p:cNvSpPr>
          <p:nvPr>
            <p:ph type="sldNum" sz="quarter" idx="5"/>
          </p:nvPr>
        </p:nvSpPr>
        <p:spPr/>
        <p:txBody>
          <a:bodyPr/>
          <a:lstStyle/>
          <a:p>
            <a:fld id="{4020DAE0-572D-2D4E-9A67-188D5E45EBFC}" type="slidenum">
              <a:rPr lang="en-US" smtClean="0"/>
              <a:t>10</a:t>
            </a:fld>
            <a:endParaRPr lang="en-US"/>
          </a:p>
        </p:txBody>
      </p:sp>
    </p:spTree>
    <p:extLst>
      <p:ext uri="{BB962C8B-B14F-4D97-AF65-F5344CB8AC3E}">
        <p14:creationId xmlns:p14="http://schemas.microsoft.com/office/powerpoint/2010/main" val="100823942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 memory leak in managed Java commonly means unwanted retention. The program can still reach data that it no longer needs. GC cannot infer business intent. Explain the path from a static field to a list and then to each request. Increasing the heap delays exhaustion but does not repair the retention policy. A heap dump can show what retains an object. Never suggest that calling System.gc guarantees removal of reachable objects.</a:t>
            </a:r>
          </a:p>
          <a:p>
            <a:endParaRPr/>
          </a:p>
          <a:p>
            <a:r>
              <a:t>Sources:</a:t>
            </a:r>
          </a:p>
          <a:p>
            <a:r>
              <a:t>https://docs.oracle.com/en/java/javase/25/troubleshoot/troubleshooting-memory-leaks.html</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weak generational hypothesis is an observed tendency, not a promise about every workload. Temporary parsing data may live briefly while a cache can live for hours. Survivor age counts collections survived, not wall-clock seconds. References from old objects to young objects still matter and collectors track them so a young collection need not scan all old objects. G1 uses region sets, and ZGC has a different layout. The next four diagrams are a simplified teaching sequence.</a:t>
            </a:r>
          </a:p>
          <a:p>
            <a:endParaRPr/>
          </a:p>
          <a:p>
            <a:r>
              <a:t>Sources:</a:t>
            </a:r>
          </a:p>
          <a:p>
            <a:r>
              <a:t>https://docs.oracle.com/en/java/javase/25/gctuning/garbage-collector-implementation.html</a:t>
            </a:r>
          </a:p>
          <a:p>
            <a:r>
              <a:t>https://docs.oracle.com/en/java/javase/25/gctuning/garbage-first-g1-garbage-collector1.html</a:t>
            </a:r>
          </a:p>
          <a:p>
            <a:r>
              <a:t>https://docs.oracle.com/en/java/javase/25/gctuning/z-garbage-collector1.html</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ED0428-D5C4-8A90-B915-F782AE9158D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809BE72-4DD3-9EFF-1A4F-D8188F7D54F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90A5E90-84E5-57EE-8756-56B55B535947}"/>
              </a:ext>
            </a:extLst>
          </p:cNvPr>
          <p:cNvSpPr>
            <a:spLocks noGrp="1"/>
          </p:cNvSpPr>
          <p:nvPr>
            <p:ph type="body" idx="1"/>
          </p:nvPr>
        </p:nvSpPr>
        <p:spPr/>
        <p:txBody>
          <a:bodyPr/>
          <a:lstStyle/>
          <a:p>
            <a:r>
              <a:t>This is a simplified traditional young-generation layout used to explain Serial and Parallel. Green rectangles represent allocated objects. Most ordinary new objects enter Eden. There are collector-specific and large-object exceptions. A young collection can occur when allocation cannot proceed. S0 and S1 are two survivor spaces whose roles alternate. The next picture jumps to after collection, so the audience can see the resulting memory state. Source: https://docs.oracle.com/en/java/javase/25/gctuning/garbage-collector-implementation.html
Reference: https://docs.oracle.com/javase/specs/jvms/se25/html/jvms-2.html</a:t>
            </a:r>
          </a:p>
        </p:txBody>
      </p:sp>
      <p:sp>
        <p:nvSpPr>
          <p:cNvPr id="4" name="Slide Number Placeholder 3">
            <a:extLst>
              <a:ext uri="{FF2B5EF4-FFF2-40B4-BE49-F238E27FC236}">
                <a16:creationId xmlns:a16="http://schemas.microsoft.com/office/drawing/2014/main" id="{CC2808FF-0A2A-4748-2BA5-089E65DA763D}"/>
              </a:ext>
            </a:extLst>
          </p:cNvPr>
          <p:cNvSpPr>
            <a:spLocks noGrp="1"/>
          </p:cNvSpPr>
          <p:nvPr>
            <p:ph type="sldNum" sz="quarter" idx="5"/>
          </p:nvPr>
        </p:nvSpPr>
        <p:spPr/>
        <p:txBody>
          <a:bodyPr/>
          <a:lstStyle/>
          <a:p>
            <a:fld id="{4020DAE0-572D-2D4E-9A67-188D5E45EBFC}" type="slidenum">
              <a:rPr lang="en-US" smtClean="0"/>
              <a:t>13</a:t>
            </a:fld>
            <a:endParaRPr lang="en-US"/>
          </a:p>
        </p:txBody>
      </p:sp>
    </p:spTree>
    <p:extLst>
      <p:ext uri="{BB962C8B-B14F-4D97-AF65-F5344CB8AC3E}">
        <p14:creationId xmlns:p14="http://schemas.microsoft.com/office/powerpoint/2010/main" val="101876741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ED0428-D5C4-8A90-B915-F782AE9158D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809BE72-4DD3-9EFF-1A4F-D8188F7D54F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90A5E90-84E5-57EE-8756-56B55B535947}"/>
              </a:ext>
            </a:extLst>
          </p:cNvPr>
          <p:cNvSpPr>
            <a:spLocks noGrp="1"/>
          </p:cNvSpPr>
          <p:nvPr>
            <p:ph type="body" idx="1"/>
          </p:nvPr>
        </p:nvSpPr>
        <p:spPr/>
        <p:txBody>
          <a:bodyPr/>
          <a:lstStyle/>
          <a:p>
            <a:r>
              <a:t>At this point a young collection has finished. Reachable young objects have been copied from Eden to S0. Each shown survivor has age 1, meaning it survived one young collection rather than one second. Unreachable objects were omitted from the copy, so their source memory can be reused. The green blocks are survivors and the empty Eden is available for new allocations. Source: https://docs.oracle.com/en/java/javase/25/gctuning/garbage-collector-implementation.html
Reference: https://docs.oracle.com/javase/specs/jvms/se25/html/jvms-2.html</a:t>
            </a:r>
          </a:p>
        </p:txBody>
      </p:sp>
      <p:sp>
        <p:nvSpPr>
          <p:cNvPr id="4" name="Slide Number Placeholder 3">
            <a:extLst>
              <a:ext uri="{FF2B5EF4-FFF2-40B4-BE49-F238E27FC236}">
                <a16:creationId xmlns:a16="http://schemas.microsoft.com/office/drawing/2014/main" id="{CC2808FF-0A2A-4748-2BA5-089E65DA763D}"/>
              </a:ext>
            </a:extLst>
          </p:cNvPr>
          <p:cNvSpPr>
            <a:spLocks noGrp="1"/>
          </p:cNvSpPr>
          <p:nvPr>
            <p:ph type="sldNum" sz="quarter" idx="5"/>
          </p:nvPr>
        </p:nvSpPr>
        <p:spPr/>
        <p:txBody>
          <a:bodyPr/>
          <a:lstStyle/>
          <a:p>
            <a:fld id="{4020DAE0-572D-2D4E-9A67-188D5E45EBFC}" type="slidenum">
              <a:rPr lang="en-US" smtClean="0"/>
              <a:t>14</a:t>
            </a:fld>
            <a:endParaRPr lang="en-US"/>
          </a:p>
        </p:txBody>
      </p:sp>
    </p:spTree>
    <p:extLst>
      <p:ext uri="{BB962C8B-B14F-4D97-AF65-F5344CB8AC3E}">
        <p14:creationId xmlns:p14="http://schemas.microsoft.com/office/powerpoint/2010/main" val="101876741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ED0428-D5C4-8A90-B915-F782AE9158D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809BE72-4DD3-9EFF-1A4F-D8188F7D54F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90A5E90-84E5-57EE-8756-56B55B535947}"/>
              </a:ext>
            </a:extLst>
          </p:cNvPr>
          <p:cNvSpPr>
            <a:spLocks noGrp="1"/>
          </p:cNvSpPr>
          <p:nvPr>
            <p:ph type="body" idx="1"/>
          </p:nvPr>
        </p:nvSpPr>
        <p:spPr/>
        <p:txBody>
          <a:bodyPr/>
          <a:lstStyle/>
          <a:p>
            <a:r>
              <a:t>Between the two diagrams the application allocated more objects in Eden. Another young collection has now copied reachable objects from both Eden and the previous survivor space into S1. Objects that survived before can reach age 2. Newly surviving objects have age 1. S0 is empty and available as the next destination. Labels show conceptual ages, not addresses or timing measurements. Source: https://docs.oracle.com/en/java/javase/25/gctuning/garbage-collector-implementation.html
Reference: https://docs.oracle.com/javase/specs/jvms/se25/html/jvms-2.html</a:t>
            </a:r>
          </a:p>
        </p:txBody>
      </p:sp>
      <p:sp>
        <p:nvSpPr>
          <p:cNvPr id="4" name="Slide Number Placeholder 3">
            <a:extLst>
              <a:ext uri="{FF2B5EF4-FFF2-40B4-BE49-F238E27FC236}">
                <a16:creationId xmlns:a16="http://schemas.microsoft.com/office/drawing/2014/main" id="{CC2808FF-0A2A-4748-2BA5-089E65DA763D}"/>
              </a:ext>
            </a:extLst>
          </p:cNvPr>
          <p:cNvSpPr>
            <a:spLocks noGrp="1"/>
          </p:cNvSpPr>
          <p:nvPr>
            <p:ph type="sldNum" sz="quarter" idx="5"/>
          </p:nvPr>
        </p:nvSpPr>
        <p:spPr/>
        <p:txBody>
          <a:bodyPr/>
          <a:lstStyle/>
          <a:p>
            <a:fld id="{4020DAE0-572D-2D4E-9A67-188D5E45EBFC}" type="slidenum">
              <a:rPr lang="en-US" smtClean="0"/>
              <a:t>15</a:t>
            </a:fld>
            <a:endParaRPr lang="en-US"/>
          </a:p>
        </p:txBody>
      </p:sp>
    </p:spTree>
    <p:extLst>
      <p:ext uri="{BB962C8B-B14F-4D97-AF65-F5344CB8AC3E}">
        <p14:creationId xmlns:p14="http://schemas.microsoft.com/office/powerpoint/2010/main" val="101876741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ED0428-D5C4-8A90-B915-F782AE9158D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809BE72-4DD3-9EFF-1A4F-D8188F7D54F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90A5E90-84E5-57EE-8756-56B55B535947}"/>
              </a:ext>
            </a:extLst>
          </p:cNvPr>
          <p:cNvSpPr>
            <a:spLocks noGrp="1"/>
          </p:cNvSpPr>
          <p:nvPr>
            <p:ph type="body" idx="1"/>
          </p:nvPr>
        </p:nvSpPr>
        <p:spPr/>
        <p:txBody>
          <a:bodyPr/>
          <a:lstStyle/>
          <a:p>
            <a:r>
              <a:t>The traditional sequence alternates survivor spaces again. Some survivors now move to the old generation because they have reached the illustrative threshold of three collections. Real tenuring policies are adaptive, and survivor-space pressure can cause earlier promotion. Promotion does not make an object immortal. An old-generation object can later become unreachable and be reclaimed in a relevant collection. G1 uses region sets, and ZGC has a different generational layout. Source: https://docs.oracle.com/en/java/javase/25/gctuning/garbage-collector-implementation.html
Reference: https://docs.oracle.com/javase/specs/jvms/se25/html/jvms-2.html</a:t>
            </a:r>
          </a:p>
        </p:txBody>
      </p:sp>
      <p:sp>
        <p:nvSpPr>
          <p:cNvPr id="4" name="Slide Number Placeholder 3">
            <a:extLst>
              <a:ext uri="{FF2B5EF4-FFF2-40B4-BE49-F238E27FC236}">
                <a16:creationId xmlns:a16="http://schemas.microsoft.com/office/drawing/2014/main" id="{CC2808FF-0A2A-4748-2BA5-089E65DA763D}"/>
              </a:ext>
            </a:extLst>
          </p:cNvPr>
          <p:cNvSpPr>
            <a:spLocks noGrp="1"/>
          </p:cNvSpPr>
          <p:nvPr>
            <p:ph type="sldNum" sz="quarter" idx="5"/>
          </p:nvPr>
        </p:nvSpPr>
        <p:spPr/>
        <p:txBody>
          <a:bodyPr/>
          <a:lstStyle/>
          <a:p>
            <a:fld id="{4020DAE0-572D-2D4E-9A67-188D5E45EBFC}" type="slidenum">
              <a:rPr lang="en-US" smtClean="0"/>
              <a:t>16</a:t>
            </a:fld>
            <a:endParaRPr lang="en-US"/>
          </a:p>
        </p:txBody>
      </p:sp>
    </p:spTree>
    <p:extLst>
      <p:ext uri="{BB962C8B-B14F-4D97-AF65-F5344CB8AC3E}">
        <p14:creationId xmlns:p14="http://schemas.microsoft.com/office/powerpoint/2010/main" val="1018767417"/>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There are various phases of GC and those phase can be running parallelly or concurrently</a:t>
            </a:r>
          </a:p>
          <a:p>
            <a:endParaRPr lang="en-US" dirty="0"/>
          </a:p>
          <a:p>
            <a:r>
              <a:rPr lang="en-US" dirty="0"/>
              <a:t>Lets look at parallel phases </a:t>
            </a:r>
          </a:p>
          <a:p>
            <a:r>
              <a:rPr lang="en-US" dirty="0"/>
              <a:t>as you scan </a:t>
            </a:r>
            <a:r>
              <a:rPr lang="en-US" dirty="0" err="1"/>
              <a:t>ee</a:t>
            </a:r>
            <a:r>
              <a:rPr lang="en-US" dirty="0"/>
              <a:t> in the diagram application threads are running parallelly and then it pause to let GC threads run</a:t>
            </a:r>
          </a:p>
          <a:p>
            <a:endParaRPr lang="en-US" dirty="0"/>
          </a:p>
          <a:p>
            <a:r>
              <a:rPr lang="en-US" dirty="0"/>
              <a:t>Before GC threads run, all the application thread comes to global safe point so that there is no loss in data and then GC threads are run and when GC threads complete, application threads resume</a:t>
            </a:r>
          </a:p>
          <a:p>
            <a:endParaRPr lang="en-US" dirty="0"/>
          </a:p>
          <a:p>
            <a:r>
              <a:rPr lang="en-US" dirty="0"/>
              <a:t>Click</a:t>
            </a:r>
          </a:p>
          <a:p>
            <a:endParaRPr lang="en-US" dirty="0"/>
          </a:p>
          <a:p>
            <a:r>
              <a:rPr lang="en-US" dirty="0"/>
              <a:t>This phase is stop the world phase as application thread is not running during this time.</a:t>
            </a:r>
          </a:p>
          <a:p>
            <a:endParaRPr lang="en-US" dirty="0"/>
          </a:p>
          <a:p>
            <a:r>
              <a:rPr lang="en-US" dirty="0"/>
              <a:t>Click</a:t>
            </a:r>
          </a:p>
          <a:p>
            <a:r>
              <a:rPr lang="en-US" dirty="0"/>
              <a:t>whereas in concurrent phases application threads and </a:t>
            </a:r>
            <a:r>
              <a:rPr lang="en-US" dirty="0" err="1"/>
              <a:t>gc</a:t>
            </a:r>
            <a:r>
              <a:rPr lang="en-US" dirty="0"/>
              <a:t> threads both run concurrently without any pause</a:t>
            </a:r>
          </a:p>
        </p:txBody>
      </p:sp>
      <p:sp>
        <p:nvSpPr>
          <p:cNvPr id="4" name="Slide Number Placeholder 3"/>
          <p:cNvSpPr>
            <a:spLocks noGrp="1"/>
          </p:cNvSpPr>
          <p:nvPr>
            <p:ph type="sldNum" sz="quarter" idx="5"/>
          </p:nvPr>
        </p:nvSpPr>
        <p:spPr/>
        <p:txBody>
          <a:bodyPr/>
          <a:lstStyle/>
          <a:p>
            <a:fld id="{4020DAE0-572D-2D4E-9A67-188D5E45EBFC}" type="slidenum">
              <a:rPr lang="en-US" smtClean="0"/>
              <a:t>17</a:t>
            </a:fld>
            <a:endParaRPr lang="en-US"/>
          </a:p>
        </p:txBody>
      </p:sp>
    </p:spTree>
    <p:extLst>
      <p:ext uri="{BB962C8B-B14F-4D97-AF65-F5344CB8AC3E}">
        <p14:creationId xmlns:p14="http://schemas.microsoft.com/office/powerpoint/2010/main" val="3805288466"/>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This slide introduces jobs rather than one mandatory sequence. Some collectors reclaim regions after moving survivors and do not run a separate classic sweep. A collector may use short pauses to coordinate work while running most other work concurrently. Compaction reduces fragmentation by moving objects. The precise steps and pause boundaries are collector-specific. Define reachable as accessible by a chain starting at a live root.</a:t>
            </a:r>
          </a:p>
          <a:p>
            <a:endParaRPr/>
          </a:p>
          <a:p>
            <a:r>
              <a:t>Sources:</a:t>
            </a:r>
          </a:p>
          <a:p>
            <a:r>
              <a:t>https://docs.oracle.com/en/java/javase/25/gctuning/garbage-collector-implementation.html</a:t>
            </a:r>
          </a:p>
          <a:p>
            <a:r>
              <a:t>https://docs.oracle.com/en/java/javase/25/gctuning/garbage-first-g1-garbage-collector1.html</a:t>
            </a:r>
          </a:p>
          <a:p>
            <a:r>
              <a:t>https://docs.oracle.com/en/java/javase/25/gctuning/z-garbage-collector1.html</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Lets look at 1st phase which is GC root scanning</a:t>
            </a:r>
          </a:p>
          <a:p>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IN" sz="1200" dirty="0">
                <a:solidFill>
                  <a:schemeClr val="bg1"/>
                </a:solidFill>
              </a:rPr>
              <a:t>GC Roots are special objects for the Garbage Collector</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IN" sz="1200" dirty="0">
              <a:solidFill>
                <a:schemeClr val="bg1"/>
              </a:solidFill>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IN" sz="1200" dirty="0">
                <a:solidFill>
                  <a:schemeClr val="bg1"/>
                </a:solidFill>
              </a:rPr>
              <a:t>What are different types of GC root ?</a:t>
            </a:r>
          </a:p>
          <a:p>
            <a:r>
              <a:rPr lang="en-IN" b="0" i="0" dirty="0">
                <a:solidFill>
                  <a:srgbClr val="000000"/>
                </a:solidFill>
                <a:effectLst/>
                <a:highlight>
                  <a:srgbClr val="FFFFFF"/>
                </a:highlight>
                <a:latin typeface="Raleway" panose="020F0502020204030204" pitchFamily="34" charset="0"/>
              </a:rPr>
              <a:t>Classes loaded by a system class loader; contains references to static variables as well	</a:t>
            </a:r>
          </a:p>
          <a:p>
            <a:r>
              <a:rPr lang="en-IN" b="0" i="0" dirty="0">
                <a:solidFill>
                  <a:srgbClr val="000000"/>
                </a:solidFill>
                <a:effectLst/>
                <a:highlight>
                  <a:srgbClr val="FFFFFF"/>
                </a:highlight>
                <a:latin typeface="Raleway" pitchFamily="2" charset="77"/>
              </a:rPr>
              <a:t>Local variables and parameters to methods stored on the local stack</a:t>
            </a:r>
          </a:p>
          <a:p>
            <a:r>
              <a:rPr lang="en-IN" b="0" i="0" dirty="0">
                <a:solidFill>
                  <a:srgbClr val="000000"/>
                </a:solidFill>
                <a:effectLst/>
                <a:highlight>
                  <a:srgbClr val="FFFFFF"/>
                </a:highlight>
                <a:latin typeface="Raleway" pitchFamily="2" charset="77"/>
              </a:rPr>
              <a:t>All active Java threads</a:t>
            </a:r>
          </a:p>
          <a:p>
            <a:r>
              <a:rPr lang="en-IN" b="0" i="0" dirty="0">
                <a:solidFill>
                  <a:srgbClr val="000000"/>
                </a:solidFill>
                <a:effectLst/>
                <a:highlight>
                  <a:srgbClr val="FFFFFF"/>
                </a:highlight>
                <a:latin typeface="Raleway" pitchFamily="2" charset="77"/>
              </a:rPr>
              <a:t>Native code Java objects created for JNI calls</a:t>
            </a:r>
          </a:p>
          <a:p>
            <a:endParaRPr lang="en-IN" b="0" i="0" dirty="0">
              <a:solidFill>
                <a:srgbClr val="000000"/>
              </a:solidFill>
              <a:effectLst/>
              <a:highlight>
                <a:srgbClr val="FFFFFF"/>
              </a:highlight>
              <a:latin typeface="Raleway" pitchFamily="2" charset="77"/>
            </a:endParaRPr>
          </a:p>
          <a:p>
            <a:r>
              <a:rPr lang="en-IN" b="0" i="0" dirty="0">
                <a:solidFill>
                  <a:srgbClr val="000000"/>
                </a:solidFill>
                <a:effectLst/>
                <a:highlight>
                  <a:srgbClr val="FFFFFF"/>
                </a:highlight>
                <a:latin typeface="Raleway" pitchFamily="2" charset="77"/>
              </a:rPr>
              <a:t>All these GC roots are stored in stack and they have reference to objects in the Heap Memory</a:t>
            </a:r>
          </a:p>
          <a:p>
            <a:pPr marL="0" marR="0" lvl="0" indent="0" algn="l" defTabSz="914400" rtl="0" eaLnBrk="1" fontAlgn="auto" latinLnBrk="0" hangingPunct="1">
              <a:lnSpc>
                <a:spcPct val="100000"/>
              </a:lnSpc>
              <a:spcBef>
                <a:spcPts val="0"/>
              </a:spcBef>
              <a:spcAft>
                <a:spcPts val="0"/>
              </a:spcAft>
              <a:buClrTx/>
              <a:buSzTx/>
              <a:buFontTx/>
              <a:buNone/>
              <a:tabLst/>
              <a:defRPr/>
            </a:pPr>
            <a:r>
              <a:rPr lang="en-IN" b="0" i="0" dirty="0">
                <a:solidFill>
                  <a:srgbClr val="000000"/>
                </a:solidFill>
                <a:effectLst/>
                <a:highlight>
                  <a:srgbClr val="FFFFFF"/>
                </a:highlight>
                <a:latin typeface="Raleway" pitchFamily="2" charset="77"/>
              </a:rPr>
              <a:t>If </a:t>
            </a:r>
            <a:r>
              <a:rPr lang="en-US" sz="1200" b="0" i="0" dirty="0">
                <a:solidFill>
                  <a:schemeClr val="bg1"/>
                </a:solidFill>
                <a:effectLst/>
                <a:highlight>
                  <a:srgbClr val="FFFFFF"/>
                </a:highlight>
                <a:latin typeface="Raleway" pitchFamily="2" charset="77"/>
              </a:rPr>
              <a:t>a</a:t>
            </a:r>
            <a:r>
              <a:rPr lang="en-US" sz="1200" dirty="0">
                <a:solidFill>
                  <a:schemeClr val="bg1"/>
                </a:solidFill>
              </a:rPr>
              <a:t>n object is not accessible from GC Root directly or indirectly is considered as Garbage</a:t>
            </a:r>
          </a:p>
          <a:p>
            <a:endParaRPr lang="en-US" dirty="0"/>
          </a:p>
        </p:txBody>
      </p:sp>
      <p:sp>
        <p:nvSpPr>
          <p:cNvPr id="4" name="Slide Number Placeholder 3"/>
          <p:cNvSpPr>
            <a:spLocks noGrp="1"/>
          </p:cNvSpPr>
          <p:nvPr>
            <p:ph type="sldNum" sz="quarter" idx="5"/>
          </p:nvPr>
        </p:nvSpPr>
        <p:spPr/>
        <p:txBody>
          <a:bodyPr/>
          <a:lstStyle/>
          <a:p>
            <a:fld id="{4020DAE0-572D-2D4E-9A67-188D5E45EBFC}" type="slidenum">
              <a:rPr lang="en-US" smtClean="0"/>
              <a:t>19</a:t>
            </a:fld>
            <a:endParaRPr lang="en-US"/>
          </a:p>
        </p:txBody>
      </p:sp>
    </p:spTree>
    <p:extLst>
      <p:ext uri="{BB962C8B-B14F-4D97-AF65-F5344CB8AC3E}">
        <p14:creationId xmlns:p14="http://schemas.microsoft.com/office/powerpoint/2010/main" val="4254010653"/>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Start with the left-hand root entries. Their references discover O1 and O9. Gray means discovered but not fully scanned. Follow O1 to O2 and then O3 on later scans. O4 points toward O1, but that arrow does not create a path from a root to O4. Reachability follows arrow direction. The diagram is simplified and assumes ordinary strong references. Real roots include live references in frames or registers and JNI handles.</a:t>
            </a:r>
          </a:p>
          <a:p>
            <a:endParaRPr/>
          </a:p>
          <a:p>
            <a:r>
              <a:t>Sources:</a:t>
            </a:r>
          </a:p>
          <a:p>
            <a:r>
              <a:t>https://docs.oracle.com/en/java/javase/21/gctuning/other-considerations.html</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three colors represent bookkeeping states, not physical object colors. White means not discovered yet, so a white object can still be live during an unfinished scan. Gray means discovered and waiting for its outgoing references to be scanned. Black means the scan is complete. Begin with O1 gray. Scanning O1 discovers O2, so O2 becomes gray and O1 becomes black. Scanning O2 then discovers O3. Only after marking completes, with concurrent changes correctly handled, can remaining white objects be treated as unreachable in the collection scope.</a:t>
            </a:r>
          </a:p>
          <a:p>
            <a:endParaRPr/>
          </a:p>
          <a:p>
            <a:r>
              <a:t>Sources:</a:t>
            </a:r>
          </a:p>
          <a:p>
            <a:r>
              <a:t>https://courses.cs.cornell.edu/cs4120/2026sp/notes/gc/index.html</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this phase whichever object can be referred directly or indirectly from GC roots are marked.</a:t>
            </a:r>
          </a:p>
          <a:p>
            <a:r>
              <a:rPr lang="en-US" dirty="0"/>
              <a:t>For marking 3 colors are used</a:t>
            </a:r>
          </a:p>
          <a:p>
            <a:r>
              <a:rPr lang="en-US" dirty="0"/>
              <a:t>White, Grey &amp; Black</a:t>
            </a:r>
          </a:p>
          <a:p>
            <a:r>
              <a:rPr lang="en-US" dirty="0"/>
              <a:t>White – objects which are yet to be marked</a:t>
            </a:r>
          </a:p>
          <a:p>
            <a:r>
              <a:rPr lang="en-US" dirty="0"/>
              <a:t>Grey – Marking in progress</a:t>
            </a:r>
          </a:p>
          <a:p>
            <a:r>
              <a:rPr lang="en-US" dirty="0"/>
              <a:t>Black – Marking complete</a:t>
            </a:r>
          </a:p>
          <a:p>
            <a:endParaRPr lang="en-US" dirty="0"/>
          </a:p>
          <a:p>
            <a:r>
              <a:rPr lang="en-US" dirty="0"/>
              <a:t>O1 &amp; O9 are accessible from GC roots and they are getting marked</a:t>
            </a:r>
          </a:p>
          <a:p>
            <a:r>
              <a:rPr lang="en-US" dirty="0"/>
              <a:t>Similarly other objects O2 &amp; O3 are also marked</a:t>
            </a:r>
          </a:p>
          <a:p>
            <a:endParaRPr lang="en-US" dirty="0"/>
          </a:p>
          <a:p>
            <a:r>
              <a:rPr lang="en-US" dirty="0"/>
              <a:t>O4,O5,O6 &amp; O8 are eligible for garbage collection</a:t>
            </a:r>
          </a:p>
          <a:p>
            <a:endParaRPr lang="en-US" dirty="0"/>
          </a:p>
        </p:txBody>
      </p:sp>
      <p:sp>
        <p:nvSpPr>
          <p:cNvPr id="4" name="Slide Number Placeholder 3"/>
          <p:cNvSpPr>
            <a:spLocks noGrp="1"/>
          </p:cNvSpPr>
          <p:nvPr>
            <p:ph type="sldNum" sz="quarter" idx="5"/>
          </p:nvPr>
        </p:nvSpPr>
        <p:spPr/>
        <p:txBody>
          <a:bodyPr/>
          <a:lstStyle/>
          <a:p>
            <a:fld id="{4020DAE0-572D-2D4E-9A67-188D5E45EBFC}" type="slidenum">
              <a:rPr lang="en-US" smtClean="0"/>
              <a:t>22</a:t>
            </a:fld>
            <a:endParaRPr lang="en-US"/>
          </a:p>
        </p:txBody>
      </p:sp>
    </p:spTree>
    <p:extLst>
      <p:ext uri="{BB962C8B-B14F-4D97-AF65-F5344CB8AC3E}">
        <p14:creationId xmlns:p14="http://schemas.microsoft.com/office/powerpoint/2010/main" val="376708749"/>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if marking is happening concurrently – Application and GC thread both are running and trying to modify same object </a:t>
            </a:r>
          </a:p>
          <a:p>
            <a:r>
              <a:rPr lang="en-US" dirty="0"/>
              <a:t>For instance as shown in diagram</a:t>
            </a:r>
          </a:p>
          <a:p>
            <a:endParaRPr lang="en-US" dirty="0"/>
          </a:p>
          <a:p>
            <a:r>
              <a:rPr lang="en-US" dirty="0"/>
              <a:t>O4 was eligible for garbage collection and now it is referred from O3 and O9 was referred from GC roots and now its not there any more</a:t>
            </a:r>
          </a:p>
          <a:p>
            <a:endParaRPr lang="en-US" dirty="0"/>
          </a:p>
          <a:p>
            <a:r>
              <a:rPr lang="en-US" dirty="0"/>
              <a:t>There are two issues here, incorrect marking and missed marking</a:t>
            </a:r>
          </a:p>
          <a:p>
            <a:r>
              <a:rPr lang="en-US" dirty="0"/>
              <a:t>Incorrect marking  - O9 should be eligible for GC – anyway it wont break the application</a:t>
            </a:r>
          </a:p>
          <a:p>
            <a:r>
              <a:rPr lang="en-US" dirty="0"/>
              <a:t>But in case of missed marking, if O4 is collected by GC then application will break - for this read and write barriers are used, </a:t>
            </a:r>
            <a:r>
              <a:rPr lang="en-US" dirty="0" err="1"/>
              <a:t>jit</a:t>
            </a:r>
            <a:r>
              <a:rPr lang="en-US" dirty="0"/>
              <a:t> compiler adds an extra code on this object and it is saved for remarking phase </a:t>
            </a:r>
          </a:p>
        </p:txBody>
      </p:sp>
      <p:sp>
        <p:nvSpPr>
          <p:cNvPr id="4" name="Slide Number Placeholder 3"/>
          <p:cNvSpPr>
            <a:spLocks noGrp="1"/>
          </p:cNvSpPr>
          <p:nvPr>
            <p:ph type="sldNum" sz="quarter" idx="5"/>
          </p:nvPr>
        </p:nvSpPr>
        <p:spPr/>
        <p:txBody>
          <a:bodyPr/>
          <a:lstStyle/>
          <a:p>
            <a:fld id="{4020DAE0-572D-2D4E-9A67-188D5E45EBFC}" type="slidenum">
              <a:rPr lang="en-US" smtClean="0"/>
              <a:t>23</a:t>
            </a:fld>
            <a:endParaRPr lang="en-US"/>
          </a:p>
        </p:txBody>
      </p:sp>
    </p:spTree>
    <p:extLst>
      <p:ext uri="{BB962C8B-B14F-4D97-AF65-F5344CB8AC3E}">
        <p14:creationId xmlns:p14="http://schemas.microsoft.com/office/powerpoint/2010/main" val="532124149"/>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Remarking - Those objects which were modified by applications during marking phase are marked in this phase. It’s stop the world phase but pause time has reduced from marking to just remarking phase</a:t>
            </a:r>
          </a:p>
          <a:p>
            <a:endParaRPr lang="en-US" dirty="0"/>
          </a:p>
          <a:p>
            <a:r>
              <a:rPr lang="en-US" dirty="0"/>
              <a:t>Sweeping – In this phase GC scans through the heap and identify dead object, remove them and reclaim memory. It runs concurrently</a:t>
            </a:r>
          </a:p>
        </p:txBody>
      </p:sp>
      <p:sp>
        <p:nvSpPr>
          <p:cNvPr id="4" name="Slide Number Placeholder 3"/>
          <p:cNvSpPr>
            <a:spLocks noGrp="1"/>
          </p:cNvSpPr>
          <p:nvPr>
            <p:ph type="sldNum" sz="quarter" idx="5"/>
          </p:nvPr>
        </p:nvSpPr>
        <p:spPr/>
        <p:txBody>
          <a:bodyPr/>
          <a:lstStyle/>
          <a:p>
            <a:fld id="{4020DAE0-572D-2D4E-9A67-188D5E45EBFC}" type="slidenum">
              <a:rPr lang="en-US" smtClean="0"/>
              <a:t>24</a:t>
            </a:fld>
            <a:endParaRPr lang="en-US"/>
          </a:p>
        </p:txBody>
      </p:sp>
    </p:spTree>
    <p:extLst>
      <p:ext uri="{BB962C8B-B14F-4D97-AF65-F5344CB8AC3E}">
        <p14:creationId xmlns:p14="http://schemas.microsoft.com/office/powerpoint/2010/main" val="2535176007"/>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Whenever GC removes garbage from heap, there are a lot of fragments in between live object. Compaction is a process of moving all live objects together. If any object is moved then all the references to it is also updated to point to new object</a:t>
            </a:r>
          </a:p>
        </p:txBody>
      </p:sp>
      <p:sp>
        <p:nvSpPr>
          <p:cNvPr id="4" name="Slide Number Placeholder 3"/>
          <p:cNvSpPr>
            <a:spLocks noGrp="1"/>
          </p:cNvSpPr>
          <p:nvPr>
            <p:ph type="sldNum" sz="quarter" idx="5"/>
          </p:nvPr>
        </p:nvSpPr>
        <p:spPr/>
        <p:txBody>
          <a:bodyPr/>
          <a:lstStyle/>
          <a:p>
            <a:fld id="{4020DAE0-572D-2D4E-9A67-188D5E45EBFC}" type="slidenum">
              <a:rPr lang="en-US" smtClean="0"/>
              <a:t>25</a:t>
            </a:fld>
            <a:endParaRPr lang="en-US"/>
          </a:p>
        </p:txBody>
      </p:sp>
    </p:spTree>
    <p:extLst>
      <p:ext uri="{BB962C8B-B14F-4D97-AF65-F5344CB8AC3E}">
        <p14:creationId xmlns:p14="http://schemas.microsoft.com/office/powerpoint/2010/main" val="866101090"/>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This table describes normal collection paths, not every fallback. Evacuation means copying live objects out of selected areas so those areas can be reused. CMS does not routinely compact during its normal old-generation cycle, and fragmentation can force a more expensive fallback. G1 can fall back to a full collection. ZGC moves objects concurrently but allocation can still stall if reclamation cannot keep up. Concurrent never means unlimited CPU or free memory.</a:t>
            </a:r>
          </a:p>
          <a:p>
            <a:endParaRPr/>
          </a:p>
          <a:p>
            <a:r>
              <a:t>Sources:</a:t>
            </a:r>
          </a:p>
          <a:p>
            <a:r>
              <a:t>https://docs.oracle.com/en/java/javase/25/gctuning/available-collectors.html</a:t>
            </a:r>
          </a:p>
          <a:p>
            <a:r>
              <a:t>https://docs.oracle.com/javase/8/docs/technotes/guides/vm/gctuning/cms.html</a:t>
            </a:r>
          </a:p>
          <a:p>
            <a:r>
              <a:t>https://docs.oracle.com/en/java/javase/25/gctuning/garbage-first-g1-garbage-collector1.html</a:t>
            </a:r>
          </a:p>
          <a:p>
            <a:r>
              <a:t>https://docs.oracle.com/en/java/javase/25/gctuning/z-garbage-collector1.html</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This is a design progression rather than a strict replacement chain. Parallel focused on throughput, while CMS pursued lower pause times. They address different priorities. G1 combines concurrent marking with incremental region evacuation, addressing fragmentation and pause planning. ZGC moves more work, including relocation, alongside the application. Each choice remains a trade-off. Serial and Parallel can still be appropriate. CMS was removed in JDK 14 and is included to explain the history.</a:t>
            </a:r>
          </a:p>
          <a:p>
            <a:endParaRPr/>
          </a:p>
          <a:p>
            <a:r>
              <a:t>Sources:</a:t>
            </a:r>
          </a:p>
          <a:p>
            <a:r>
              <a:t>https://docs.oracle.com/en/java/javase/25/gctuning/available-collectors.html</a:t>
            </a:r>
          </a:p>
          <a:p>
            <a:r>
              <a:t>https://docs.oracle.com/javase/8/docs/technotes/guides/vm/gctuning/cms.html</a:t>
            </a:r>
          </a:p>
          <a:p>
            <a:r>
              <a:t>https://docs.oracle.com/en/java/javase/25/gctuning/garbage-first-g1-garbage-collector1.html</a:t>
            </a:r>
          </a:p>
          <a:p>
            <a:r>
              <a:t>https://docs.oracle.com/en/java/javase/25/gctuning/z-garbage-collector1.html</a:t>
            </a:r>
          </a:p>
          <a:p>
            <a:r>
              <a:t>https://docs.oracle.com/en/java/javase/14/migrate/index.html</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Serial is the easiest baseline to explain: application threads pause while one GC thread performs collection. The young generation copies survivors and old-generation collection compacts. It can be a sensible candidate when the live data set is small and pauses are acceptable. It does not become universally wrong simply because newer collectors exist. Its single worker makes large collection jobs harder to shorten through extra CPU cores.</a:t>
            </a:r>
          </a:p>
          <a:p>
            <a:endParaRPr/>
          </a:p>
          <a:p>
            <a:r>
              <a:t>Sources:</a:t>
            </a:r>
          </a:p>
          <a:p>
            <a:r>
              <a:t>https://docs.oracle.com/en/java/javase/25/gctuning/available-collectors.html</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Throughput means useful application work completed per unit time. Parallel GC uses multiple workers to reduce collection time when hardware permits. Parallel describes multiple GC workers, not overlap with application execution. The application still stops for collection. Measure job completion time and CPU use rather than assuming more workers always help. A latency-sensitive service may instead investigate G1 or ZGC.</a:t>
            </a:r>
          </a:p>
          <a:p>
            <a:endParaRPr/>
          </a:p>
          <a:p>
            <a:r>
              <a:t>Sources:</a:t>
            </a:r>
          </a:p>
          <a:p>
            <a:r>
              <a:t>https://docs.oracle.com/en/java/javase/25/gctuning/available-collectors.html</a:t>
            </a:r>
          </a:p>
          <a:p>
            <a:r>
              <a:t>https://docs.oracle.com/en/java/javase/25/gctuning/parallel-collector1.html</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CMS means Concurrent Mark Sweep. Initial marking and remarking still required pauses, and young collections also paused the application. Sweeping reclaimed unreachable objects without normally moving the survivors, leaving fragmentation: free memory split into holes. Concurrent collection also competed with the application for CPU and needed to finish before free space ran out. Failure could lead to a much longer collection. CMS is historical and cannot be selected in JDK 14 or later.</a:t>
            </a:r>
          </a:p>
          <a:p>
            <a:endParaRPr/>
          </a:p>
          <a:p>
            <a:r>
              <a:t>Sources:</a:t>
            </a:r>
          </a:p>
          <a:p>
            <a:r>
              <a:t>https://docs.oracle.com/javase/8/docs/technotes/guides/vm/gctuning/cms.html</a:t>
            </a:r>
          </a:p>
          <a:p>
            <a:r>
              <a:t>https://docs.oracle.com/en/java/javase/14/migrate/index.html</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G1 means Garbage First. A region is a managed chunk of the heap. Eden, survivor and old generations are sets of regions rather than fixed contiguous spaces. G1 marks much old-generation liveness concurrently. A young collection evacuates young regions, and mixed collections can include selected old regions as well. Evacuation means copying survivors elsewhere so source regions become available. Remembered sets track incoming references from other regions. Pause targets are best-effort, and insufficient free space can trigger expensive fallback collection.</a:t>
            </a:r>
          </a:p>
          <a:p>
            <a:endParaRPr/>
          </a:p>
          <a:p>
            <a:r>
              <a:t>Sources:</a:t>
            </a:r>
          </a:p>
          <a:p>
            <a:r>
              <a:t>https://docs.oracle.com/en/java/javase/25/gctuning/garbage-first-g1-garbage-collector1.html</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ZGC is designed for very low GC pause times. It uses barriers, small pieces of runtime work around reference operations, together with pointer metadata to keep references correct while objects move. It is not a zero-pause collector and does not guarantee end-to-end response time. The application, operating system, CPU contention and allocation stalls can still introduce latency. Generational ZGC arrived in JDK 21, became the default ZGC mode in JDK 23, and the non-generational mode was removed in JDK 24. This deck uses Java 25 for current selection guidance.</a:t>
            </a:r>
          </a:p>
          <a:p>
            <a:endParaRPr/>
          </a:p>
          <a:p>
            <a:r>
              <a:t>Sources:</a:t>
            </a:r>
          </a:p>
          <a:p>
            <a:r>
              <a:t>https://docs.oracle.com/en/java/javase/25/gctuning/z-garbage-collector1.html</a:t>
            </a:r>
          </a:p>
          <a:p>
            <a:r>
              <a:t>https://docs.oracle.com/en/java/javase/24/migrate/removed-tools-and-components.html</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These are starting candidates rather than guaranteed winners. First measure the JVM default on a representative workload. Keep hardware, heap limits, traffic and test duration comparable when evaluating alternatives. Check application performance rather than just average GC pause time. For a batch job, completion time may dominate. For an interactive service, high-percentile response time may dominate. CMS belongs only in the historical discussion and migration context.</a:t>
            </a:r>
          </a:p>
          <a:p>
            <a:endParaRPr/>
          </a:p>
          <a:p>
            <a:r>
              <a:t>Sources:</a:t>
            </a:r>
          </a:p>
          <a:p>
            <a:r>
              <a:t>https://docs.oracle.com/en/java/javase/25/gctuning/available-collectors.html</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p99 is the 99th percentile: about 99 percent of measured requests finish within that response time. Tail latency captures unusually slow requests that averages can hide. Allocation rate is how quickly the application creates data. Live heap is memory occupied by surviving objects after collection, subject to the collection scope. Headroom is room available for new allocations and collector work. Java Flight Recorder, or JFR, collects runtime events. Compare repeated runs with realistic warm-up and load.</a:t>
            </a:r>
          </a:p>
          <a:p>
            <a:endParaRPr/>
          </a:p>
          <a:p>
            <a:r>
              <a:t>Sources:</a:t>
            </a:r>
          </a:p>
          <a:p>
            <a:r>
              <a:t>https://docs.oracle.com/en/java/javase/25/troubleshoot/diagnostic-tools.html</a:t>
            </a:r>
          </a:p>
          <a:p>
            <a:r>
              <a:t>https://docs.oracle.com/en/java/javase/25/gctuning/garbage-collector-implementation.html</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line is an invented teaching example in the shape of a modern HotSpot G1 message. M denotes the memory unit printed by the VM, and ms means milliseconds. 240M and 80M are used heap before and after this event, while 512M is the current heap capacity printed for the event, not necessarily the configured maximum. The 160M difference is an observed reduction in heap occupancy. One event cannot establish a leak, a performance trend, or the best collector. During a live demo, enable GC logging for an ordinary representative workload and compare several events. Do not force System.gc and treat that as normal traffic.</a:t>
            </a:r>
          </a:p>
          <a:p>
            <a:endParaRPr/>
          </a:p>
          <a:p>
            <a:r>
              <a:t>Sources:</a:t>
            </a:r>
          </a:p>
          <a:p>
            <a:r>
              <a:t>https://docs.oracle.com/en/java/javase/25/gctuning/garbage-collector-implementation.html</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Ask the audience to explain why an object may survive a method return, why an unbounded list can cause a leak, and why parallel is different from concurrent. Ask which collector they would evaluate for a batch job and for a service with strict latency needs. Accept workload-dependent answers when they include measurement. The goal is understanding the mechanisms and trade-offs rather than memorizing a ranking of collectors.</a:t>
            </a:r>
          </a:p>
          <a:p>
            <a:endParaRPr/>
          </a:p>
          <a:p>
            <a:r>
              <a:t>Sources:</a:t>
            </a:r>
          </a:p>
          <a:p>
            <a:r>
              <a:t>https://docs.oracle.com/javase/specs/jvms/se25/html/jvms-2.html</a:t>
            </a:r>
          </a:p>
          <a:p>
            <a:r>
              <a:t>https://docs.oracle.com/en/java/javase/25/gctuning/available-collectors.html</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ED0428-D5C4-8A90-B915-F782AE9158D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809BE72-4DD3-9EFF-1A4F-D8188F7D54F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90A5E90-84E5-57EE-8756-56B55B535947}"/>
              </a:ext>
            </a:extLst>
          </p:cNvPr>
          <p:cNvSpPr>
            <a:spLocks noGrp="1"/>
          </p:cNvSpPr>
          <p:nvPr>
            <p:ph type="body" idx="1"/>
          </p:nvPr>
        </p:nvSpPr>
        <p:spPr/>
        <p:txBody>
          <a:bodyPr/>
          <a:lstStyle/>
          <a:p>
            <a:r>
              <a:t>Discussion questions: Why can an object survive the method that allocated it? Why does an unbounded live cache cause a leak? How do parallel workers differ from concurrent execution? What would you measure before moving a service from G1 to ZGC? Ask for reasoning based on goals and trade-offs rather than one universal best collector.
Reference: https://docs.oracle.com/javase/specs/jvms/se25/html/jvms-2.html</a:t>
            </a:r>
          </a:p>
        </p:txBody>
      </p:sp>
      <p:sp>
        <p:nvSpPr>
          <p:cNvPr id="4" name="Slide Number Placeholder 3">
            <a:extLst>
              <a:ext uri="{FF2B5EF4-FFF2-40B4-BE49-F238E27FC236}">
                <a16:creationId xmlns:a16="http://schemas.microsoft.com/office/drawing/2014/main" id="{CC2808FF-0A2A-4748-2BA5-089E65DA763D}"/>
              </a:ext>
            </a:extLst>
          </p:cNvPr>
          <p:cNvSpPr>
            <a:spLocks noGrp="1"/>
          </p:cNvSpPr>
          <p:nvPr>
            <p:ph type="sldNum" sz="quarter" idx="5"/>
          </p:nvPr>
        </p:nvSpPr>
        <p:spPr/>
        <p:txBody>
          <a:bodyPr/>
          <a:lstStyle/>
          <a:p>
            <a:fld id="{4020DAE0-572D-2D4E-9A67-188D5E45EBFC}" type="slidenum">
              <a:rPr lang="en-US" smtClean="0"/>
              <a:t>37</a:t>
            </a:fld>
            <a:endParaRPr lang="en-US"/>
          </a:p>
        </p:txBody>
      </p:sp>
    </p:spTree>
    <p:extLst>
      <p:ext uri="{BB962C8B-B14F-4D97-AF65-F5344CB8AC3E}">
        <p14:creationId xmlns:p14="http://schemas.microsoft.com/office/powerpoint/2010/main" val="1018767417"/>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jp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7.jp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jp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8.jp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7.jp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9.jp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0.jp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8.jpg"/><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7.jpg"/><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9.jpg"/><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0.jpg"/><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7.jpg"/><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9.jpg"/><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0.jpg"/><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3.jp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4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8.jpg"/><Relationship Id="rId1" Type="http://schemas.openxmlformats.org/officeDocument/2006/relationships/slideMaster" Target="../slideMasters/slideMaster1.xml"/></Relationships>
</file>

<file path=ppt/slideLayouts/_rels/slideLayout5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7.jpg"/><Relationship Id="rId1" Type="http://schemas.openxmlformats.org/officeDocument/2006/relationships/slideMaster" Target="../slideMasters/slideMaster1.xml"/></Relationships>
</file>

<file path=ppt/slideLayouts/_rels/slideLayout5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5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9.jpg"/><Relationship Id="rId1" Type="http://schemas.openxmlformats.org/officeDocument/2006/relationships/slideMaster" Target="../slideMasters/slideMaster1.xml"/></Relationships>
</file>

<file path=ppt/slideLayouts/_rels/slideLayout5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0.jpg"/><Relationship Id="rId1" Type="http://schemas.openxmlformats.org/officeDocument/2006/relationships/slideMaster" Target="../slideMasters/slideMaster1.xml"/></Relationships>
</file>

<file path=ppt/slideLayouts/_rels/slideLayout5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5.jpg"/><Relationship Id="rId1" Type="http://schemas.openxmlformats.org/officeDocument/2006/relationships/slideMaster" Target="../slideMasters/slideMaster1.xml"/></Relationships>
</file>

<file path=ppt/slideLayouts/_rels/slideLayout5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5.jpg"/><Relationship Id="rId1" Type="http://schemas.openxmlformats.org/officeDocument/2006/relationships/slideMaster" Target="../slideMasters/slideMaster1.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Logo on Blue">
    <p:bg>
      <p:bgPr>
        <a:solidFill>
          <a:srgbClr val="00758F"/>
        </a:solidFill>
        <a:effectLst/>
      </p:bgPr>
    </p:bg>
    <p:spTree>
      <p:nvGrpSpPr>
        <p:cNvPr id="1" name=""/>
        <p:cNvGrpSpPr/>
        <p:nvPr/>
      </p:nvGrpSpPr>
      <p:grpSpPr>
        <a:xfrm>
          <a:off x="0" y="0"/>
          <a:ext cx="0" cy="0"/>
          <a:chOff x="0" y="0"/>
          <a:chExt cx="0" cy="0"/>
        </a:xfrm>
      </p:grpSpPr>
      <p:pic>
        <p:nvPicPr>
          <p:cNvPr id="3" name="Picture 2" descr="Background pattern&#10;&#10;Description automatically generated">
            <a:extLst>
              <a:ext uri="{FF2B5EF4-FFF2-40B4-BE49-F238E27FC236}">
                <a16:creationId xmlns:a16="http://schemas.microsoft.com/office/drawing/2014/main" id="{A8A15898-7A39-EFFF-3822-ACE4447AC2AD}"/>
              </a:ext>
            </a:extLst>
          </p:cNvPr>
          <p:cNvPicPr>
            <a:picLocks noChangeAspect="1"/>
          </p:cNvPicPr>
          <p:nvPr userDrawn="1"/>
        </p:nvPicPr>
        <p:blipFill>
          <a:blip r:embed="rId2"/>
          <a:stretch>
            <a:fillRect/>
          </a:stretch>
        </p:blipFill>
        <p:spPr>
          <a:xfrm>
            <a:off x="0" y="0"/>
            <a:ext cx="24384000" cy="13716000"/>
          </a:xfrm>
          <a:prstGeom prst="rect">
            <a:avLst/>
          </a:prstGeom>
        </p:spPr>
      </p:pic>
      <p:pic>
        <p:nvPicPr>
          <p:cNvPr id="4" name="Graphic 3">
            <a:extLst>
              <a:ext uri="{FF2B5EF4-FFF2-40B4-BE49-F238E27FC236}">
                <a16:creationId xmlns:a16="http://schemas.microsoft.com/office/drawing/2014/main" id="{B7D8BE76-BAF5-7ECF-2111-CD3B0DC59E4D}"/>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6574079" y="3862543"/>
            <a:ext cx="11239017" cy="5116269"/>
          </a:xfrm>
          <a:prstGeom prst="rect">
            <a:avLst/>
          </a:prstGeom>
        </p:spPr>
      </p:pic>
    </p:spTree>
    <p:extLst>
      <p:ext uri="{BB962C8B-B14F-4D97-AF65-F5344CB8AC3E}">
        <p14:creationId xmlns:p14="http://schemas.microsoft.com/office/powerpoint/2010/main" val="1098921801"/>
      </p:ext>
    </p:extLst>
  </p:cSld>
  <p:clrMapOvr>
    <a:masterClrMapping/>
  </p:clrMapOvr>
  <p:extLst>
    <p:ext uri="{DCECCB84-F9BA-43D5-87BE-67443E8EF086}">
      <p15:sldGuideLst xmlns:p15="http://schemas.microsoft.com/office/powerpoint/2012/main"/>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ogo on Light">
    <p:bg>
      <p:bgRef idx="1001">
        <a:schemeClr val="bg1"/>
      </p:bgRef>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9534575A-DB17-40E2-8B37-7339A2C2D087}"/>
              </a:ext>
            </a:extLst>
          </p:cNvPr>
          <p:cNvPicPr>
            <a:picLocks noChangeAspect="1"/>
          </p:cNvPicPr>
          <p:nvPr userDrawn="1"/>
        </p:nvPicPr>
        <p:blipFill>
          <a:blip r:embed="rId2"/>
          <a:stretch>
            <a:fillRect/>
          </a:stretch>
        </p:blipFill>
        <p:spPr>
          <a:xfrm>
            <a:off x="1587" y="0"/>
            <a:ext cx="24384000" cy="13716000"/>
          </a:xfrm>
          <a:prstGeom prst="rect">
            <a:avLst/>
          </a:prstGeom>
        </p:spPr>
      </p:pic>
      <p:pic>
        <p:nvPicPr>
          <p:cNvPr id="2" name="Graphic 1">
            <a:extLst>
              <a:ext uri="{FF2B5EF4-FFF2-40B4-BE49-F238E27FC236}">
                <a16:creationId xmlns:a16="http://schemas.microsoft.com/office/drawing/2014/main" id="{56938E43-E678-4C74-E2C3-ECC11AA957FC}"/>
              </a:ext>
            </a:extLst>
          </p:cNvPr>
          <p:cNvPicPr>
            <a:picLocks noChangeAspect="1"/>
          </p:cNvPicPr>
          <p:nvPr userDrawn="1"/>
        </p:nvPicPr>
        <p:blipFill>
          <a:blip cstate="hqprint">
            <a:extLst>
              <a:ext uri="{28A0092B-C50C-407E-A947-70E740481C1C}">
                <a14:useLocalDpi xmlns:a14="http://schemas.microsoft.com/office/drawing/2010/main"/>
              </a:ext>
              <a:ext uri="{96DAC541-7B7A-43D3-8B79-37D633B846F1}">
                <asvg:svgBlip xmlns:asvg="http://schemas.microsoft.com/office/drawing/2016/SVG/main" r:embed="rId3"/>
              </a:ext>
            </a:extLst>
          </a:blip>
          <a:srcRect/>
          <a:stretch/>
        </p:blipFill>
        <p:spPr>
          <a:xfrm>
            <a:off x="6578273" y="3862543"/>
            <a:ext cx="11230630" cy="5116269"/>
          </a:xfrm>
          <a:prstGeom prst="rect">
            <a:avLst/>
          </a:prstGeom>
        </p:spPr>
      </p:pic>
    </p:spTree>
    <p:extLst>
      <p:ext uri="{BB962C8B-B14F-4D97-AF65-F5344CB8AC3E}">
        <p14:creationId xmlns:p14="http://schemas.microsoft.com/office/powerpoint/2010/main" val="3290876639"/>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Title Slide_01">
    <p:bg>
      <p:bgPr>
        <a:solidFill>
          <a:schemeClr val="bg1"/>
        </a:solidFill>
        <a:effectLst/>
      </p:bgPr>
    </p:bg>
    <p:spTree>
      <p:nvGrpSpPr>
        <p:cNvPr id="1" name=""/>
        <p:cNvGrpSpPr/>
        <p:nvPr/>
      </p:nvGrpSpPr>
      <p:grpSpPr>
        <a:xfrm>
          <a:off x="0" y="0"/>
          <a:ext cx="0" cy="0"/>
          <a:chOff x="0" y="0"/>
          <a:chExt cx="0" cy="0"/>
        </a:xfrm>
      </p:grpSpPr>
      <p:pic>
        <p:nvPicPr>
          <p:cNvPr id="9" name="Picture 8" descr="Background pattern&#10;&#10;Description automatically generated">
            <a:extLst>
              <a:ext uri="{FF2B5EF4-FFF2-40B4-BE49-F238E27FC236}">
                <a16:creationId xmlns:a16="http://schemas.microsoft.com/office/drawing/2014/main" id="{4FD34DC3-B0DB-4F3D-2ACD-15CFE381D222}"/>
              </a:ext>
            </a:extLst>
          </p:cNvPr>
          <p:cNvPicPr>
            <a:picLocks noChangeAspect="1"/>
          </p:cNvPicPr>
          <p:nvPr userDrawn="1"/>
        </p:nvPicPr>
        <p:blipFill>
          <a:blip r:embed="rId2"/>
          <a:stretch>
            <a:fillRect/>
          </a:stretch>
        </p:blipFill>
        <p:spPr>
          <a:xfrm>
            <a:off x="1587" y="0"/>
            <a:ext cx="24384000" cy="13716000"/>
          </a:xfrm>
          <a:prstGeom prst="rect">
            <a:avLst/>
          </a:prstGeom>
        </p:spPr>
      </p:pic>
      <p:sp>
        <p:nvSpPr>
          <p:cNvPr id="7" name="Text Placeholder 6">
            <a:extLst>
              <a:ext uri="{FF2B5EF4-FFF2-40B4-BE49-F238E27FC236}">
                <a16:creationId xmlns:a16="http://schemas.microsoft.com/office/drawing/2014/main" id="{C35618AA-1EEA-64F7-6BA1-CBA389325675}"/>
              </a:ext>
            </a:extLst>
          </p:cNvPr>
          <p:cNvSpPr>
            <a:spLocks noGrp="1"/>
          </p:cNvSpPr>
          <p:nvPr>
            <p:ph type="body" sz="quarter" idx="10" hasCustomPrompt="1"/>
          </p:nvPr>
        </p:nvSpPr>
        <p:spPr>
          <a:xfrm>
            <a:off x="1394283" y="9740900"/>
            <a:ext cx="11024731" cy="3175000"/>
          </a:xfrm>
          <a:prstGeom prst="rect">
            <a:avLst/>
          </a:prstGeom>
        </p:spPr>
        <p:txBody>
          <a:bodyPr/>
          <a:lstStyle>
            <a:lvl1pPr marL="0" marR="0" indent="0" algn="l" defTabSz="1828709" rtl="0" eaLnBrk="1" fontAlgn="auto" latinLnBrk="0" hangingPunct="1">
              <a:lnSpc>
                <a:spcPct val="90000"/>
              </a:lnSpc>
              <a:spcBef>
                <a:spcPts val="2000"/>
              </a:spcBef>
              <a:spcAft>
                <a:spcPts val="0"/>
              </a:spcAft>
              <a:buClrTx/>
              <a:buSzTx/>
              <a:buFont typeface="Arial" panose="020B0604020202020204" pitchFamily="34" charset="0"/>
              <a:buNone/>
              <a:tabLst/>
              <a:defRPr lang="en-US" sz="4400" b="0" i="0" kern="1200" dirty="0" smtClean="0">
                <a:solidFill>
                  <a:srgbClr val="8EE1F0"/>
                </a:solidFill>
                <a:latin typeface="Oracle Sans" panose="020B0503020204020204" pitchFamily="34" charset="0"/>
                <a:ea typeface="+mn-ea"/>
                <a:cs typeface="Oracle Sans" panose="020B0503020204020204" pitchFamily="34" charset="0"/>
              </a:defRPr>
            </a:lvl1pPr>
          </a:lstStyle>
          <a:p>
            <a:pPr lvl="0"/>
            <a:r>
              <a:rPr lang="en-US" dirty="0"/>
              <a:t>Click to edit Master subtitle style</a:t>
            </a:r>
          </a:p>
        </p:txBody>
      </p:sp>
      <p:sp>
        <p:nvSpPr>
          <p:cNvPr id="2" name="Title 1"/>
          <p:cNvSpPr>
            <a:spLocks noGrp="1"/>
          </p:cNvSpPr>
          <p:nvPr>
            <p:ph type="ctrTitle"/>
          </p:nvPr>
        </p:nvSpPr>
        <p:spPr>
          <a:xfrm>
            <a:off x="1394283" y="2407420"/>
            <a:ext cx="22171659" cy="4084820"/>
          </a:xfrm>
          <a:prstGeom prst="rect">
            <a:avLst/>
          </a:prstGeom>
        </p:spPr>
        <p:txBody>
          <a:bodyPr anchor="t" anchorCtr="0">
            <a:noAutofit/>
          </a:bodyPr>
          <a:lstStyle>
            <a:lvl1pPr algn="l">
              <a:lnSpc>
                <a:spcPct val="110000"/>
              </a:lnSpc>
              <a:defRPr sz="11500" b="0" i="0">
                <a:solidFill>
                  <a:schemeClr val="bg1"/>
                </a:solidFill>
                <a:latin typeface="Oracle Sans Ultra Light" panose="020B0303020204020204" pitchFamily="34" charset="0"/>
                <a:cs typeface="Oracle Sans Ultra Light" panose="020B0303020204020204" pitchFamily="34" charset="0"/>
              </a:defRPr>
            </a:lvl1pPr>
          </a:lstStyle>
          <a:p>
            <a:r>
              <a:rPr lang="en-GB"/>
              <a:t>Click to edit Master title style</a:t>
            </a:r>
            <a:endParaRPr lang="en-US" dirty="0"/>
          </a:p>
        </p:txBody>
      </p:sp>
      <p:pic>
        <p:nvPicPr>
          <p:cNvPr id="3" name="Graphic 2">
            <a:extLst>
              <a:ext uri="{FF2B5EF4-FFF2-40B4-BE49-F238E27FC236}">
                <a16:creationId xmlns:a16="http://schemas.microsoft.com/office/drawing/2014/main" id="{BC7F872A-96A3-F187-ECE7-1DA98ED5E22E}"/>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15306146" y="9740900"/>
            <a:ext cx="8412983" cy="3829791"/>
          </a:xfrm>
          <a:prstGeom prst="rect">
            <a:avLst/>
          </a:prstGeom>
        </p:spPr>
      </p:pic>
    </p:spTree>
    <p:extLst>
      <p:ext uri="{BB962C8B-B14F-4D97-AF65-F5344CB8AC3E}">
        <p14:creationId xmlns:p14="http://schemas.microsoft.com/office/powerpoint/2010/main" val="588831386"/>
      </p:ext>
    </p:extLst>
  </p:cSld>
  <p:clrMapOvr>
    <a:masterClrMapping/>
  </p:clrMapOvr>
  <p:extLst>
    <p:ext uri="{DCECCB84-F9BA-43D5-87BE-67443E8EF086}">
      <p15:sldGuideLst xmlns:p15="http://schemas.microsoft.com/office/powerpoint/2012/main"/>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Title Slide_02">
    <p:bg>
      <p:bgRef idx="1001">
        <a:schemeClr val="bg1"/>
      </p:bgRef>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5F193B26-595E-3D1D-FD3B-8278BBD387B3}"/>
              </a:ext>
            </a:extLst>
          </p:cNvPr>
          <p:cNvPicPr>
            <a:picLocks noChangeAspect="1"/>
          </p:cNvPicPr>
          <p:nvPr userDrawn="1"/>
        </p:nvPicPr>
        <p:blipFill>
          <a:blip r:embed="rId2"/>
          <a:stretch>
            <a:fillRect/>
          </a:stretch>
        </p:blipFill>
        <p:spPr>
          <a:xfrm>
            <a:off x="1587" y="0"/>
            <a:ext cx="24384000" cy="13716000"/>
          </a:xfrm>
          <a:prstGeom prst="rect">
            <a:avLst/>
          </a:prstGeom>
        </p:spPr>
      </p:pic>
      <p:sp>
        <p:nvSpPr>
          <p:cNvPr id="7" name="Text Placeholder 6">
            <a:extLst>
              <a:ext uri="{FF2B5EF4-FFF2-40B4-BE49-F238E27FC236}">
                <a16:creationId xmlns:a16="http://schemas.microsoft.com/office/drawing/2014/main" id="{C35618AA-1EEA-64F7-6BA1-CBA389325675}"/>
              </a:ext>
            </a:extLst>
          </p:cNvPr>
          <p:cNvSpPr>
            <a:spLocks noGrp="1"/>
          </p:cNvSpPr>
          <p:nvPr>
            <p:ph type="body" sz="quarter" idx="10" hasCustomPrompt="1"/>
          </p:nvPr>
        </p:nvSpPr>
        <p:spPr>
          <a:xfrm>
            <a:off x="1394283" y="9740900"/>
            <a:ext cx="11024731" cy="3175000"/>
          </a:xfrm>
          <a:prstGeom prst="rect">
            <a:avLst/>
          </a:prstGeom>
        </p:spPr>
        <p:txBody>
          <a:bodyPr/>
          <a:lstStyle>
            <a:lvl1pPr marL="0" marR="0" indent="0" algn="l" defTabSz="1828709" rtl="0" eaLnBrk="1" fontAlgn="auto" latinLnBrk="0" hangingPunct="1">
              <a:lnSpc>
                <a:spcPct val="90000"/>
              </a:lnSpc>
              <a:spcBef>
                <a:spcPts val="2000"/>
              </a:spcBef>
              <a:spcAft>
                <a:spcPts val="0"/>
              </a:spcAft>
              <a:buClrTx/>
              <a:buSzTx/>
              <a:buFont typeface="Arial" panose="020B0604020202020204" pitchFamily="34" charset="0"/>
              <a:buNone/>
              <a:tabLst/>
              <a:defRPr lang="en-US" sz="4400" b="0" i="0" kern="1200" dirty="0" smtClean="0">
                <a:solidFill>
                  <a:schemeClr val="accent6"/>
                </a:solidFill>
                <a:latin typeface="Oracle Sans" panose="020B0503020204020204" pitchFamily="34" charset="0"/>
                <a:ea typeface="+mn-ea"/>
                <a:cs typeface="Oracle Sans" panose="020B0503020204020204" pitchFamily="34" charset="0"/>
              </a:defRPr>
            </a:lvl1pPr>
          </a:lstStyle>
          <a:p>
            <a:pPr lvl="0"/>
            <a:r>
              <a:rPr lang="en-US" dirty="0"/>
              <a:t>Click to edit Master subtitle style</a:t>
            </a:r>
          </a:p>
        </p:txBody>
      </p:sp>
      <p:sp>
        <p:nvSpPr>
          <p:cNvPr id="2" name="Title 1"/>
          <p:cNvSpPr>
            <a:spLocks noGrp="1"/>
          </p:cNvSpPr>
          <p:nvPr>
            <p:ph type="ctrTitle"/>
          </p:nvPr>
        </p:nvSpPr>
        <p:spPr>
          <a:xfrm>
            <a:off x="1394283" y="2407420"/>
            <a:ext cx="22171659" cy="4084820"/>
          </a:xfrm>
          <a:prstGeom prst="rect">
            <a:avLst/>
          </a:prstGeom>
        </p:spPr>
        <p:txBody>
          <a:bodyPr anchor="t" anchorCtr="0">
            <a:noAutofit/>
          </a:bodyPr>
          <a:lstStyle>
            <a:lvl1pPr algn="l">
              <a:lnSpc>
                <a:spcPct val="110000"/>
              </a:lnSpc>
              <a:defRPr sz="11500" b="0" i="0">
                <a:solidFill>
                  <a:schemeClr val="tx1"/>
                </a:solidFill>
                <a:latin typeface="Oracle Sans Ultra Light" panose="020B0303020204020204" pitchFamily="34" charset="0"/>
                <a:cs typeface="Oracle Sans Ultra Light" panose="020B0303020204020204" pitchFamily="34" charset="0"/>
              </a:defRPr>
            </a:lvl1pPr>
          </a:lstStyle>
          <a:p>
            <a:r>
              <a:rPr lang="en-GB"/>
              <a:t>Click to edit Master title style</a:t>
            </a:r>
            <a:endParaRPr lang="en-US" dirty="0"/>
          </a:p>
        </p:txBody>
      </p:sp>
      <p:pic>
        <p:nvPicPr>
          <p:cNvPr id="5" name="Graphic 4">
            <a:extLst>
              <a:ext uri="{FF2B5EF4-FFF2-40B4-BE49-F238E27FC236}">
                <a16:creationId xmlns:a16="http://schemas.microsoft.com/office/drawing/2014/main" id="{6FEE6669-40B1-1395-869D-14383CC55843}"/>
              </a:ext>
            </a:extLst>
          </p:cNvPr>
          <p:cNvPicPr>
            <a:picLocks noChangeAspect="1"/>
          </p:cNvPicPr>
          <p:nvPr userDrawn="1"/>
        </p:nvPicPr>
        <p:blipFill>
          <a:blip cstate="hqprint">
            <a:extLst>
              <a:ext uri="{28A0092B-C50C-407E-A947-70E740481C1C}">
                <a14:useLocalDpi xmlns:a14="http://schemas.microsoft.com/office/drawing/2010/main"/>
              </a:ext>
              <a:ext uri="{96DAC541-7B7A-43D3-8B79-37D633B846F1}">
                <asvg:svgBlip xmlns:asvg="http://schemas.microsoft.com/office/drawing/2016/SVG/main" r:embed="rId3"/>
              </a:ext>
            </a:extLst>
          </a:blip>
          <a:srcRect/>
          <a:stretch/>
        </p:blipFill>
        <p:spPr>
          <a:xfrm>
            <a:off x="15306146" y="9740900"/>
            <a:ext cx="8406705" cy="3829791"/>
          </a:xfrm>
          <a:prstGeom prst="rect">
            <a:avLst/>
          </a:prstGeom>
        </p:spPr>
      </p:pic>
    </p:spTree>
    <p:extLst>
      <p:ext uri="{BB962C8B-B14F-4D97-AF65-F5344CB8AC3E}">
        <p14:creationId xmlns:p14="http://schemas.microsoft.com/office/powerpoint/2010/main" val="3616169994"/>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ection Divider 1">
    <p:bg>
      <p:bgPr>
        <a:solidFill>
          <a:schemeClr val="bg1"/>
        </a:solidFill>
        <a:effectLst/>
      </p:bgPr>
    </p:bg>
    <p:spTree>
      <p:nvGrpSpPr>
        <p:cNvPr id="1" name=""/>
        <p:cNvGrpSpPr/>
        <p:nvPr/>
      </p:nvGrpSpPr>
      <p:grpSpPr>
        <a:xfrm>
          <a:off x="0" y="0"/>
          <a:ext cx="0" cy="0"/>
          <a:chOff x="0" y="0"/>
          <a:chExt cx="0" cy="0"/>
        </a:xfrm>
      </p:grpSpPr>
      <p:pic>
        <p:nvPicPr>
          <p:cNvPr id="4" name="Picture 3" descr="Background pattern&#10;&#10;Description automatically generated">
            <a:extLst>
              <a:ext uri="{FF2B5EF4-FFF2-40B4-BE49-F238E27FC236}">
                <a16:creationId xmlns:a16="http://schemas.microsoft.com/office/drawing/2014/main" id="{C6251A7C-A350-2101-C187-D08A55DD82D6}"/>
              </a:ext>
            </a:extLst>
          </p:cNvPr>
          <p:cNvPicPr>
            <a:picLocks noChangeAspect="1"/>
          </p:cNvPicPr>
          <p:nvPr userDrawn="1"/>
        </p:nvPicPr>
        <p:blipFill>
          <a:blip r:embed="rId2"/>
          <a:stretch>
            <a:fillRect/>
          </a:stretch>
        </p:blipFill>
        <p:spPr>
          <a:xfrm>
            <a:off x="0" y="0"/>
            <a:ext cx="24384000" cy="13716000"/>
          </a:xfrm>
          <a:prstGeom prst="rect">
            <a:avLst/>
          </a:prstGeom>
        </p:spPr>
      </p:pic>
      <p:sp>
        <p:nvSpPr>
          <p:cNvPr id="3" name="Text Placeholder 2">
            <a:extLst>
              <a:ext uri="{FF2B5EF4-FFF2-40B4-BE49-F238E27FC236}">
                <a16:creationId xmlns:a16="http://schemas.microsoft.com/office/drawing/2014/main" id="{CF906FB1-60FF-9353-42A1-02CACA4CF2BF}"/>
              </a:ext>
            </a:extLst>
          </p:cNvPr>
          <p:cNvSpPr>
            <a:spLocks noGrp="1"/>
          </p:cNvSpPr>
          <p:nvPr>
            <p:ph type="body" sz="quarter" idx="10"/>
          </p:nvPr>
        </p:nvSpPr>
        <p:spPr>
          <a:xfrm>
            <a:off x="1394757" y="6902971"/>
            <a:ext cx="9674229" cy="4602163"/>
          </a:xfrm>
          <a:prstGeom prst="rect">
            <a:avLst/>
          </a:prstGeom>
        </p:spPr>
        <p:txBody>
          <a:bodyPr/>
          <a:lstStyle>
            <a:lvl1pPr>
              <a:defRPr lang="en-US" sz="4400" b="0" i="0" kern="1200" dirty="0">
                <a:solidFill>
                  <a:srgbClr val="8EE1F0"/>
                </a:solidFill>
                <a:latin typeface="Oracle Sans" panose="020B0503020204020204" pitchFamily="34" charset="0"/>
                <a:ea typeface="+mn-ea"/>
                <a:cs typeface="Oracle Sans" panose="020B0503020204020204" pitchFamily="34" charset="0"/>
              </a:defRPr>
            </a:lvl1pPr>
          </a:lstStyle>
          <a:p>
            <a:pPr marL="0" lvl="0" indent="0" algn="l" defTabSz="1828709" rtl="0" eaLnBrk="1" latinLnBrk="0" hangingPunct="1">
              <a:lnSpc>
                <a:spcPct val="110000"/>
              </a:lnSpc>
              <a:spcBef>
                <a:spcPts val="2000"/>
              </a:spcBef>
              <a:buFont typeface="Arial" panose="020B0604020202020204" pitchFamily="34" charset="0"/>
              <a:buNone/>
            </a:pPr>
            <a:r>
              <a:rPr lang="en-GB"/>
              <a:t>Click to edit Master text styles</a:t>
            </a:r>
          </a:p>
        </p:txBody>
      </p:sp>
      <p:sp>
        <p:nvSpPr>
          <p:cNvPr id="6" name="Title 1">
            <a:extLst>
              <a:ext uri="{FF2B5EF4-FFF2-40B4-BE49-F238E27FC236}">
                <a16:creationId xmlns:a16="http://schemas.microsoft.com/office/drawing/2014/main" id="{1A65EF41-3BDB-E4FF-A340-0810C07FF17D}"/>
              </a:ext>
            </a:extLst>
          </p:cNvPr>
          <p:cNvSpPr>
            <a:spLocks noGrp="1"/>
          </p:cNvSpPr>
          <p:nvPr>
            <p:ph type="title" hasCustomPrompt="1"/>
          </p:nvPr>
        </p:nvSpPr>
        <p:spPr>
          <a:xfrm>
            <a:off x="1394757" y="2773181"/>
            <a:ext cx="22180299" cy="3438523"/>
          </a:xfrm>
          <a:prstGeom prst="rect">
            <a:avLst/>
          </a:prstGeom>
        </p:spPr>
        <p:txBody>
          <a:bodyPr anchor="b">
            <a:noAutofit/>
          </a:bodyPr>
          <a:lstStyle>
            <a:lvl1pPr>
              <a:lnSpc>
                <a:spcPct val="110000"/>
              </a:lnSpc>
              <a:defRPr sz="11000">
                <a:solidFill>
                  <a:schemeClr val="bg1"/>
                </a:solidFill>
              </a:defRPr>
            </a:lvl1pPr>
          </a:lstStyle>
          <a:p>
            <a:r>
              <a:rPr lang="en-US" dirty="0"/>
              <a:t>Section title</a:t>
            </a:r>
          </a:p>
        </p:txBody>
      </p:sp>
      <p:sp>
        <p:nvSpPr>
          <p:cNvPr id="2" name="Footer Placeholder 3">
            <a:extLst>
              <a:ext uri="{FF2B5EF4-FFF2-40B4-BE49-F238E27FC236}">
                <a16:creationId xmlns:a16="http://schemas.microsoft.com/office/drawing/2014/main" id="{CA10F054-0B84-0BCA-3E18-558CCD6E869C}"/>
              </a:ext>
            </a:extLst>
          </p:cNvPr>
          <p:cNvSpPr>
            <a:spLocks noGrp="1"/>
          </p:cNvSpPr>
          <p:nvPr>
            <p:ph type="ftr" sz="quarter" idx="3"/>
          </p:nvPr>
        </p:nvSpPr>
        <p:spPr>
          <a:xfrm>
            <a:off x="1411345" y="12985749"/>
            <a:ext cx="10052413" cy="730250"/>
          </a:xfrm>
          <a:prstGeom prst="rect">
            <a:avLst/>
          </a:prstGeom>
        </p:spPr>
        <p:txBody>
          <a:bodyPr vert="horz" lIns="91440" tIns="45720" rIns="91440" bIns="45720" rtlCol="0" anchor="ctr"/>
          <a:lstStyle>
            <a:lvl1pPr algn="l">
              <a:defRPr sz="1400" b="0" i="0">
                <a:solidFill>
                  <a:schemeClr val="bg2"/>
                </a:solidFill>
                <a:latin typeface="Oracle Sans Light" panose="020B0403020204020204" pitchFamily="34" charset="0"/>
                <a:cs typeface="Oracle Sans Light" panose="020B0403020204020204" pitchFamily="34" charset="0"/>
              </a:defRPr>
            </a:lvl1p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CA" sz="1400" b="0" i="0" u="none" strike="noStrike" kern="1200" cap="none" spc="0" normalizeH="0" baseline="0" noProof="0" dirty="0">
                <a:ln>
                  <a:noFill/>
                </a:ln>
                <a:solidFill>
                  <a:schemeClr val="bg2"/>
                </a:solidFill>
                <a:effectLst/>
                <a:uLnTx/>
                <a:uFillTx/>
                <a:latin typeface="Oracle Sans Light" panose="020B0403020204020204" pitchFamily="34" charset="0"/>
                <a:ea typeface="+mn-ea"/>
                <a:cs typeface="Oracle Sans Light" panose="020B0403020204020204" pitchFamily="34" charset="0"/>
              </a:rPr>
              <a:t>Java Day Copyright © 2024, Oracle and/or its affiliates</a:t>
            </a:r>
          </a:p>
        </p:txBody>
      </p:sp>
      <p:sp>
        <p:nvSpPr>
          <p:cNvPr id="5" name="Slide Number Placeholder 5">
            <a:extLst>
              <a:ext uri="{FF2B5EF4-FFF2-40B4-BE49-F238E27FC236}">
                <a16:creationId xmlns:a16="http://schemas.microsoft.com/office/drawing/2014/main" id="{7DDE0C35-C105-F207-2E92-0D99556E927E}"/>
              </a:ext>
            </a:extLst>
          </p:cNvPr>
          <p:cNvSpPr>
            <a:spLocks noGrp="1"/>
          </p:cNvSpPr>
          <p:nvPr>
            <p:ph type="sldNum" sz="quarter" idx="4"/>
          </p:nvPr>
        </p:nvSpPr>
        <p:spPr>
          <a:xfrm>
            <a:off x="449152" y="12985749"/>
            <a:ext cx="871646" cy="730250"/>
          </a:xfrm>
          <a:prstGeom prst="rect">
            <a:avLst/>
          </a:prstGeom>
        </p:spPr>
        <p:txBody>
          <a:bodyPr vert="horz" lIns="91440" tIns="45720" rIns="91440" bIns="45720" rtlCol="0" anchor="ctr"/>
          <a:lstStyle>
            <a:lvl1pPr algn="l">
              <a:defRPr sz="1600">
                <a:solidFill>
                  <a:schemeClr val="bg2"/>
                </a:solidFill>
                <a:latin typeface="Oracle Sans" panose="020B0503020204020204" pitchFamily="34" charset="0"/>
                <a:cs typeface="Oracle Sans" panose="020B0503020204020204" pitchFamily="34" charset="0"/>
              </a:defRPr>
            </a:lvl1pPr>
          </a:lstStyle>
          <a:p>
            <a:fld id="{CFF4B978-1D82-7745-80C5-DBABA6B131D3}" type="slidenum">
              <a:rPr lang="en-US" smtClean="0"/>
              <a:pPr/>
              <a:t>‹#›</a:t>
            </a:fld>
            <a:endParaRPr lang="en-US"/>
          </a:p>
        </p:txBody>
      </p:sp>
      <p:pic>
        <p:nvPicPr>
          <p:cNvPr id="7" name="Picture 6">
            <a:extLst>
              <a:ext uri="{FF2B5EF4-FFF2-40B4-BE49-F238E27FC236}">
                <a16:creationId xmlns:a16="http://schemas.microsoft.com/office/drawing/2014/main" id="{6D703208-A46F-D0CD-7D71-5A6CFF183664}"/>
              </a:ext>
            </a:extLst>
          </p:cNvPr>
          <p:cNvPicPr>
            <a:picLocks noChangeAspect="1"/>
          </p:cNvPicPr>
          <p:nvPr userDrawn="1"/>
        </p:nvPicPr>
        <p:blipFill>
          <a:blip r:embed="rId3">
            <a:alphaModFix/>
          </a:blip>
          <a:stretch>
            <a:fillRect/>
          </a:stretch>
        </p:blipFill>
        <p:spPr>
          <a:xfrm>
            <a:off x="22762011" y="12898102"/>
            <a:ext cx="817080" cy="827423"/>
          </a:xfrm>
          <a:prstGeom prst="rect">
            <a:avLst/>
          </a:prstGeom>
        </p:spPr>
      </p:pic>
    </p:spTree>
    <p:extLst>
      <p:ext uri="{BB962C8B-B14F-4D97-AF65-F5344CB8AC3E}">
        <p14:creationId xmlns:p14="http://schemas.microsoft.com/office/powerpoint/2010/main" val="90802135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1_Section Divider 1">
    <p:bg>
      <p:bgPr>
        <a:solidFill>
          <a:schemeClr val="bg1"/>
        </a:solidFill>
        <a:effectLst/>
      </p:bgPr>
    </p:bg>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74EFE3A7-8D9E-A76B-1D84-D5944C2B1B96}"/>
              </a:ext>
            </a:extLst>
          </p:cNvPr>
          <p:cNvPicPr>
            <a:picLocks noChangeAspect="1"/>
          </p:cNvPicPr>
          <p:nvPr userDrawn="1"/>
        </p:nvPicPr>
        <p:blipFill>
          <a:blip r:embed="rId2"/>
          <a:stretch>
            <a:fillRect/>
          </a:stretch>
        </p:blipFill>
        <p:spPr>
          <a:xfrm>
            <a:off x="1587" y="0"/>
            <a:ext cx="24384000" cy="13716000"/>
          </a:xfrm>
          <a:prstGeom prst="rect">
            <a:avLst/>
          </a:prstGeom>
        </p:spPr>
      </p:pic>
      <p:sp>
        <p:nvSpPr>
          <p:cNvPr id="3" name="Text Placeholder 2">
            <a:extLst>
              <a:ext uri="{FF2B5EF4-FFF2-40B4-BE49-F238E27FC236}">
                <a16:creationId xmlns:a16="http://schemas.microsoft.com/office/drawing/2014/main" id="{CF906FB1-60FF-9353-42A1-02CACA4CF2BF}"/>
              </a:ext>
            </a:extLst>
          </p:cNvPr>
          <p:cNvSpPr>
            <a:spLocks noGrp="1"/>
          </p:cNvSpPr>
          <p:nvPr>
            <p:ph type="body" sz="quarter" idx="10"/>
          </p:nvPr>
        </p:nvSpPr>
        <p:spPr>
          <a:xfrm>
            <a:off x="1394757" y="6902971"/>
            <a:ext cx="9674229" cy="4602163"/>
          </a:xfrm>
          <a:prstGeom prst="rect">
            <a:avLst/>
          </a:prstGeom>
        </p:spPr>
        <p:txBody>
          <a:bodyPr/>
          <a:lstStyle>
            <a:lvl1pPr>
              <a:defRPr lang="en-US" sz="4400" b="0" i="0" kern="1200" dirty="0">
                <a:solidFill>
                  <a:srgbClr val="8EE1F0"/>
                </a:solidFill>
                <a:latin typeface="Oracle Sans" panose="020B0503020204020204" pitchFamily="34" charset="0"/>
                <a:ea typeface="+mn-ea"/>
                <a:cs typeface="Oracle Sans" panose="020B0503020204020204" pitchFamily="34" charset="0"/>
              </a:defRPr>
            </a:lvl1pPr>
          </a:lstStyle>
          <a:p>
            <a:pPr marL="0" lvl="0" indent="0" algn="l" defTabSz="1828709" rtl="0" eaLnBrk="1" latinLnBrk="0" hangingPunct="1">
              <a:lnSpc>
                <a:spcPct val="110000"/>
              </a:lnSpc>
              <a:spcBef>
                <a:spcPts val="2000"/>
              </a:spcBef>
              <a:buFont typeface="Arial" panose="020B0604020202020204" pitchFamily="34" charset="0"/>
              <a:buNone/>
            </a:pPr>
            <a:r>
              <a:rPr lang="en-GB"/>
              <a:t>Click to edit Master text styles</a:t>
            </a:r>
          </a:p>
        </p:txBody>
      </p:sp>
      <p:sp>
        <p:nvSpPr>
          <p:cNvPr id="6" name="Title 1">
            <a:extLst>
              <a:ext uri="{FF2B5EF4-FFF2-40B4-BE49-F238E27FC236}">
                <a16:creationId xmlns:a16="http://schemas.microsoft.com/office/drawing/2014/main" id="{1A65EF41-3BDB-E4FF-A340-0810C07FF17D}"/>
              </a:ext>
            </a:extLst>
          </p:cNvPr>
          <p:cNvSpPr>
            <a:spLocks noGrp="1"/>
          </p:cNvSpPr>
          <p:nvPr>
            <p:ph type="title" hasCustomPrompt="1"/>
          </p:nvPr>
        </p:nvSpPr>
        <p:spPr>
          <a:xfrm>
            <a:off x="1394757" y="2773181"/>
            <a:ext cx="22180299" cy="3438523"/>
          </a:xfrm>
          <a:prstGeom prst="rect">
            <a:avLst/>
          </a:prstGeom>
        </p:spPr>
        <p:txBody>
          <a:bodyPr anchor="b">
            <a:noAutofit/>
          </a:bodyPr>
          <a:lstStyle>
            <a:lvl1pPr>
              <a:lnSpc>
                <a:spcPct val="110000"/>
              </a:lnSpc>
              <a:defRPr sz="11000">
                <a:solidFill>
                  <a:schemeClr val="bg1"/>
                </a:solidFill>
              </a:defRPr>
            </a:lvl1pPr>
          </a:lstStyle>
          <a:p>
            <a:r>
              <a:rPr lang="en-US" dirty="0"/>
              <a:t>Section title</a:t>
            </a:r>
          </a:p>
        </p:txBody>
      </p:sp>
      <p:sp>
        <p:nvSpPr>
          <p:cNvPr id="2" name="Footer Placeholder 3">
            <a:extLst>
              <a:ext uri="{FF2B5EF4-FFF2-40B4-BE49-F238E27FC236}">
                <a16:creationId xmlns:a16="http://schemas.microsoft.com/office/drawing/2014/main" id="{E31B265C-AB38-CF4F-D507-D300E7F99B24}"/>
              </a:ext>
            </a:extLst>
          </p:cNvPr>
          <p:cNvSpPr>
            <a:spLocks noGrp="1"/>
          </p:cNvSpPr>
          <p:nvPr>
            <p:ph type="ftr" sz="quarter" idx="3"/>
          </p:nvPr>
        </p:nvSpPr>
        <p:spPr>
          <a:xfrm>
            <a:off x="1411345" y="12985749"/>
            <a:ext cx="10052413" cy="730250"/>
          </a:xfrm>
          <a:prstGeom prst="rect">
            <a:avLst/>
          </a:prstGeom>
        </p:spPr>
        <p:txBody>
          <a:bodyPr vert="horz" lIns="91440" tIns="45720" rIns="91440" bIns="45720" rtlCol="0" anchor="ctr"/>
          <a:lstStyle>
            <a:lvl1pPr algn="l">
              <a:defRPr sz="1400" b="0" i="0">
                <a:solidFill>
                  <a:schemeClr val="bg2"/>
                </a:solidFill>
                <a:latin typeface="Oracle Sans Light" panose="020B0403020204020204" pitchFamily="34" charset="0"/>
                <a:cs typeface="Oracle Sans Light" panose="020B0403020204020204" pitchFamily="34" charset="0"/>
              </a:defRPr>
            </a:lvl1p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CA" sz="1400" b="0" i="0" u="none" strike="noStrike" kern="1200" cap="none" spc="0" normalizeH="0" baseline="0" noProof="0" dirty="0">
                <a:ln>
                  <a:noFill/>
                </a:ln>
                <a:solidFill>
                  <a:schemeClr val="bg2"/>
                </a:solidFill>
                <a:effectLst/>
                <a:uLnTx/>
                <a:uFillTx/>
                <a:latin typeface="Oracle Sans Light" panose="020B0403020204020204" pitchFamily="34" charset="0"/>
                <a:ea typeface="+mn-ea"/>
                <a:cs typeface="Oracle Sans Light" panose="020B0403020204020204" pitchFamily="34" charset="0"/>
              </a:rPr>
              <a:t>Java Day Copyright © 2024, Oracle and/or its affiliates</a:t>
            </a:r>
          </a:p>
        </p:txBody>
      </p:sp>
      <p:sp>
        <p:nvSpPr>
          <p:cNvPr id="4" name="Slide Number Placeholder 5">
            <a:extLst>
              <a:ext uri="{FF2B5EF4-FFF2-40B4-BE49-F238E27FC236}">
                <a16:creationId xmlns:a16="http://schemas.microsoft.com/office/drawing/2014/main" id="{7D0872FD-761A-94C1-4251-554E6DDEB886}"/>
              </a:ext>
            </a:extLst>
          </p:cNvPr>
          <p:cNvSpPr>
            <a:spLocks noGrp="1"/>
          </p:cNvSpPr>
          <p:nvPr>
            <p:ph type="sldNum" sz="quarter" idx="4"/>
          </p:nvPr>
        </p:nvSpPr>
        <p:spPr>
          <a:xfrm>
            <a:off x="449152" y="12985749"/>
            <a:ext cx="871646" cy="730250"/>
          </a:xfrm>
          <a:prstGeom prst="rect">
            <a:avLst/>
          </a:prstGeom>
        </p:spPr>
        <p:txBody>
          <a:bodyPr vert="horz" lIns="91440" tIns="45720" rIns="91440" bIns="45720" rtlCol="0" anchor="ctr"/>
          <a:lstStyle>
            <a:lvl1pPr algn="l">
              <a:defRPr sz="1600">
                <a:solidFill>
                  <a:schemeClr val="bg2"/>
                </a:solidFill>
                <a:latin typeface="Oracle Sans" panose="020B0503020204020204" pitchFamily="34" charset="0"/>
                <a:cs typeface="Oracle Sans" panose="020B0503020204020204" pitchFamily="34" charset="0"/>
              </a:defRPr>
            </a:lvl1pPr>
          </a:lstStyle>
          <a:p>
            <a:fld id="{CFF4B978-1D82-7745-80C5-DBABA6B131D3}" type="slidenum">
              <a:rPr lang="en-US" smtClean="0"/>
              <a:pPr/>
              <a:t>‹#›</a:t>
            </a:fld>
            <a:endParaRPr lang="en-US"/>
          </a:p>
        </p:txBody>
      </p:sp>
      <p:pic>
        <p:nvPicPr>
          <p:cNvPr id="5" name="Picture 4">
            <a:extLst>
              <a:ext uri="{FF2B5EF4-FFF2-40B4-BE49-F238E27FC236}">
                <a16:creationId xmlns:a16="http://schemas.microsoft.com/office/drawing/2014/main" id="{F2BDCD67-175A-3D98-E234-F7F52EE2DFF9}"/>
              </a:ext>
            </a:extLst>
          </p:cNvPr>
          <p:cNvPicPr>
            <a:picLocks noChangeAspect="1"/>
          </p:cNvPicPr>
          <p:nvPr userDrawn="1"/>
        </p:nvPicPr>
        <p:blipFill>
          <a:blip r:embed="rId3">
            <a:alphaModFix/>
          </a:blip>
          <a:stretch>
            <a:fillRect/>
          </a:stretch>
        </p:blipFill>
        <p:spPr>
          <a:xfrm>
            <a:off x="22762011" y="12898102"/>
            <a:ext cx="817080" cy="827423"/>
          </a:xfrm>
          <a:prstGeom prst="rect">
            <a:avLst/>
          </a:prstGeom>
        </p:spPr>
      </p:pic>
    </p:spTree>
    <p:extLst>
      <p:ext uri="{BB962C8B-B14F-4D97-AF65-F5344CB8AC3E}">
        <p14:creationId xmlns:p14="http://schemas.microsoft.com/office/powerpoint/2010/main" val="150350385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Section Divider 2">
    <p:bg>
      <p:bgPr>
        <a:solidFill>
          <a:schemeClr val="bg1"/>
        </a:solidFill>
        <a:effectLst/>
      </p:bgPr>
    </p:bg>
    <p:spTree>
      <p:nvGrpSpPr>
        <p:cNvPr id="1" name=""/>
        <p:cNvGrpSpPr/>
        <p:nvPr/>
      </p:nvGrpSpPr>
      <p:grpSpPr>
        <a:xfrm>
          <a:off x="0" y="0"/>
          <a:ext cx="0" cy="0"/>
          <a:chOff x="0" y="0"/>
          <a:chExt cx="0" cy="0"/>
        </a:xfrm>
      </p:grpSpPr>
      <p:pic>
        <p:nvPicPr>
          <p:cNvPr id="9" name="Picture 8" descr="Background pattern&#10;&#10;Description automatically generated">
            <a:extLst>
              <a:ext uri="{FF2B5EF4-FFF2-40B4-BE49-F238E27FC236}">
                <a16:creationId xmlns:a16="http://schemas.microsoft.com/office/drawing/2014/main" id="{F155D70E-A60B-EC3C-BE49-F286BE685F8E}"/>
              </a:ext>
            </a:extLst>
          </p:cNvPr>
          <p:cNvPicPr>
            <a:picLocks noChangeAspect="1"/>
          </p:cNvPicPr>
          <p:nvPr userDrawn="1"/>
        </p:nvPicPr>
        <p:blipFill>
          <a:blip r:embed="rId2"/>
          <a:stretch>
            <a:fillRect/>
          </a:stretch>
        </p:blipFill>
        <p:spPr>
          <a:xfrm>
            <a:off x="1587" y="0"/>
            <a:ext cx="24384000" cy="13716000"/>
          </a:xfrm>
          <a:prstGeom prst="rect">
            <a:avLst/>
          </a:prstGeom>
        </p:spPr>
      </p:pic>
      <p:sp>
        <p:nvSpPr>
          <p:cNvPr id="3" name="Text Placeholder 2">
            <a:extLst>
              <a:ext uri="{FF2B5EF4-FFF2-40B4-BE49-F238E27FC236}">
                <a16:creationId xmlns:a16="http://schemas.microsoft.com/office/drawing/2014/main" id="{CF906FB1-60FF-9353-42A1-02CACA4CF2BF}"/>
              </a:ext>
            </a:extLst>
          </p:cNvPr>
          <p:cNvSpPr>
            <a:spLocks noGrp="1"/>
          </p:cNvSpPr>
          <p:nvPr>
            <p:ph type="body" sz="quarter" idx="10"/>
          </p:nvPr>
        </p:nvSpPr>
        <p:spPr>
          <a:xfrm>
            <a:off x="1394757" y="6902971"/>
            <a:ext cx="9674229" cy="4602163"/>
          </a:xfrm>
          <a:prstGeom prst="rect">
            <a:avLst/>
          </a:prstGeom>
        </p:spPr>
        <p:txBody>
          <a:bodyPr/>
          <a:lstStyle>
            <a:lvl1pPr>
              <a:defRPr lang="en-US" sz="4400" b="0" i="0" kern="1200" dirty="0">
                <a:solidFill>
                  <a:srgbClr val="004050"/>
                </a:solidFill>
                <a:latin typeface="Oracle Sans" panose="020B0503020204020204" pitchFamily="34" charset="0"/>
                <a:ea typeface="+mn-ea"/>
                <a:cs typeface="Oracle Sans" panose="020B0503020204020204" pitchFamily="34" charset="0"/>
              </a:defRPr>
            </a:lvl1pPr>
          </a:lstStyle>
          <a:p>
            <a:pPr marL="0" lvl="0" indent="0" algn="l" defTabSz="1828709" rtl="0" eaLnBrk="1" latinLnBrk="0" hangingPunct="1">
              <a:lnSpc>
                <a:spcPct val="110000"/>
              </a:lnSpc>
              <a:spcBef>
                <a:spcPts val="2000"/>
              </a:spcBef>
              <a:buFont typeface="Arial" panose="020B0604020202020204" pitchFamily="34" charset="0"/>
              <a:buNone/>
            </a:pPr>
            <a:r>
              <a:rPr lang="en-GB"/>
              <a:t>Click to edit Master text styles</a:t>
            </a:r>
          </a:p>
        </p:txBody>
      </p:sp>
      <p:sp>
        <p:nvSpPr>
          <p:cNvPr id="6" name="Title 1">
            <a:extLst>
              <a:ext uri="{FF2B5EF4-FFF2-40B4-BE49-F238E27FC236}">
                <a16:creationId xmlns:a16="http://schemas.microsoft.com/office/drawing/2014/main" id="{1A65EF41-3BDB-E4FF-A340-0810C07FF17D}"/>
              </a:ext>
            </a:extLst>
          </p:cNvPr>
          <p:cNvSpPr>
            <a:spLocks noGrp="1"/>
          </p:cNvSpPr>
          <p:nvPr>
            <p:ph type="title" hasCustomPrompt="1"/>
          </p:nvPr>
        </p:nvSpPr>
        <p:spPr>
          <a:xfrm>
            <a:off x="1394757" y="2773181"/>
            <a:ext cx="22180299" cy="3438523"/>
          </a:xfrm>
          <a:prstGeom prst="rect">
            <a:avLst/>
          </a:prstGeom>
        </p:spPr>
        <p:txBody>
          <a:bodyPr anchor="b">
            <a:noAutofit/>
          </a:bodyPr>
          <a:lstStyle>
            <a:lvl1pPr>
              <a:lnSpc>
                <a:spcPct val="110000"/>
              </a:lnSpc>
              <a:defRPr sz="11000">
                <a:solidFill>
                  <a:schemeClr val="bg1"/>
                </a:solidFill>
              </a:defRPr>
            </a:lvl1pPr>
          </a:lstStyle>
          <a:p>
            <a:r>
              <a:rPr lang="en-US" dirty="0"/>
              <a:t>Section title</a:t>
            </a:r>
          </a:p>
        </p:txBody>
      </p:sp>
      <p:sp>
        <p:nvSpPr>
          <p:cNvPr id="2" name="Footer Placeholder 3">
            <a:extLst>
              <a:ext uri="{FF2B5EF4-FFF2-40B4-BE49-F238E27FC236}">
                <a16:creationId xmlns:a16="http://schemas.microsoft.com/office/drawing/2014/main" id="{5F36D44B-8C57-C000-C0A3-3E74FE21E7D5}"/>
              </a:ext>
            </a:extLst>
          </p:cNvPr>
          <p:cNvSpPr>
            <a:spLocks noGrp="1"/>
          </p:cNvSpPr>
          <p:nvPr>
            <p:ph type="ftr" sz="quarter" idx="3"/>
          </p:nvPr>
        </p:nvSpPr>
        <p:spPr>
          <a:xfrm>
            <a:off x="1411345" y="12985749"/>
            <a:ext cx="10052413" cy="730250"/>
          </a:xfrm>
          <a:prstGeom prst="rect">
            <a:avLst/>
          </a:prstGeom>
        </p:spPr>
        <p:txBody>
          <a:bodyPr vert="horz" lIns="91440" tIns="45720" rIns="91440" bIns="45720" rtlCol="0" anchor="ctr"/>
          <a:lstStyle>
            <a:lvl1pPr algn="l">
              <a:defRPr sz="1400" b="0" i="0">
                <a:solidFill>
                  <a:schemeClr val="bg2"/>
                </a:solidFill>
                <a:latin typeface="Oracle Sans Light" panose="020B0403020204020204" pitchFamily="34" charset="0"/>
                <a:cs typeface="Oracle Sans Light" panose="020B0403020204020204" pitchFamily="34" charset="0"/>
              </a:defRPr>
            </a:lvl1p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CA" sz="1400" b="0" i="0" u="none" strike="noStrike" kern="1200" cap="none" spc="0" normalizeH="0" baseline="0" noProof="0" dirty="0">
                <a:ln>
                  <a:noFill/>
                </a:ln>
                <a:solidFill>
                  <a:schemeClr val="bg2"/>
                </a:solidFill>
                <a:effectLst/>
                <a:uLnTx/>
                <a:uFillTx/>
                <a:latin typeface="Oracle Sans Light" panose="020B0403020204020204" pitchFamily="34" charset="0"/>
                <a:ea typeface="+mn-ea"/>
                <a:cs typeface="Oracle Sans Light" panose="020B0403020204020204" pitchFamily="34" charset="0"/>
              </a:rPr>
              <a:t>Java Day Copyright © 2024, Oracle and/or its affiliates</a:t>
            </a:r>
          </a:p>
        </p:txBody>
      </p:sp>
      <p:sp>
        <p:nvSpPr>
          <p:cNvPr id="4" name="Slide Number Placeholder 5">
            <a:extLst>
              <a:ext uri="{FF2B5EF4-FFF2-40B4-BE49-F238E27FC236}">
                <a16:creationId xmlns:a16="http://schemas.microsoft.com/office/drawing/2014/main" id="{C5BD4058-A6AC-4A16-E42A-199BD176B517}"/>
              </a:ext>
            </a:extLst>
          </p:cNvPr>
          <p:cNvSpPr>
            <a:spLocks noGrp="1"/>
          </p:cNvSpPr>
          <p:nvPr>
            <p:ph type="sldNum" sz="quarter" idx="4"/>
          </p:nvPr>
        </p:nvSpPr>
        <p:spPr>
          <a:xfrm>
            <a:off x="449152" y="12985749"/>
            <a:ext cx="871646" cy="730250"/>
          </a:xfrm>
          <a:prstGeom prst="rect">
            <a:avLst/>
          </a:prstGeom>
        </p:spPr>
        <p:txBody>
          <a:bodyPr vert="horz" lIns="91440" tIns="45720" rIns="91440" bIns="45720" rtlCol="0" anchor="ctr"/>
          <a:lstStyle>
            <a:lvl1pPr algn="l">
              <a:defRPr sz="1600">
                <a:solidFill>
                  <a:schemeClr val="bg2"/>
                </a:solidFill>
                <a:latin typeface="Oracle Sans" panose="020B0503020204020204" pitchFamily="34" charset="0"/>
                <a:cs typeface="Oracle Sans" panose="020B0503020204020204" pitchFamily="34" charset="0"/>
              </a:defRPr>
            </a:lvl1pPr>
          </a:lstStyle>
          <a:p>
            <a:fld id="{CFF4B978-1D82-7745-80C5-DBABA6B131D3}" type="slidenum">
              <a:rPr lang="en-US" smtClean="0"/>
              <a:pPr/>
              <a:t>‹#›</a:t>
            </a:fld>
            <a:endParaRPr lang="en-US"/>
          </a:p>
        </p:txBody>
      </p:sp>
      <p:pic>
        <p:nvPicPr>
          <p:cNvPr id="5" name="Picture 4">
            <a:extLst>
              <a:ext uri="{FF2B5EF4-FFF2-40B4-BE49-F238E27FC236}">
                <a16:creationId xmlns:a16="http://schemas.microsoft.com/office/drawing/2014/main" id="{3C674DF2-C9EB-D89D-93D3-179F5F17442E}"/>
              </a:ext>
            </a:extLst>
          </p:cNvPr>
          <p:cNvPicPr>
            <a:picLocks noChangeAspect="1"/>
          </p:cNvPicPr>
          <p:nvPr userDrawn="1"/>
        </p:nvPicPr>
        <p:blipFill>
          <a:blip r:embed="rId3">
            <a:alphaModFix/>
          </a:blip>
          <a:stretch>
            <a:fillRect/>
          </a:stretch>
        </p:blipFill>
        <p:spPr>
          <a:xfrm>
            <a:off x="22762011" y="12898102"/>
            <a:ext cx="817080" cy="827423"/>
          </a:xfrm>
          <a:prstGeom prst="rect">
            <a:avLst/>
          </a:prstGeom>
        </p:spPr>
      </p:pic>
    </p:spTree>
    <p:extLst>
      <p:ext uri="{BB962C8B-B14F-4D97-AF65-F5344CB8AC3E}">
        <p14:creationId xmlns:p14="http://schemas.microsoft.com/office/powerpoint/2010/main" val="178230937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1_Section Divider 2">
    <p:bg>
      <p:bgPr>
        <a:solidFill>
          <a:schemeClr val="bg1"/>
        </a:solidFill>
        <a:effectLst/>
      </p:bgPr>
    </p:bg>
    <p:spTree>
      <p:nvGrpSpPr>
        <p:cNvPr id="1" name=""/>
        <p:cNvGrpSpPr/>
        <p:nvPr/>
      </p:nvGrpSpPr>
      <p:grpSpPr>
        <a:xfrm>
          <a:off x="0" y="0"/>
          <a:ext cx="0" cy="0"/>
          <a:chOff x="0" y="0"/>
          <a:chExt cx="0" cy="0"/>
        </a:xfrm>
      </p:grpSpPr>
      <p:pic>
        <p:nvPicPr>
          <p:cNvPr id="4" name="Picture 3" descr="Background pattern&#10;&#10;Description automatically generated with medium confidence">
            <a:extLst>
              <a:ext uri="{FF2B5EF4-FFF2-40B4-BE49-F238E27FC236}">
                <a16:creationId xmlns:a16="http://schemas.microsoft.com/office/drawing/2014/main" id="{27526B50-986E-2ED2-24E1-0E22999952C8}"/>
              </a:ext>
            </a:extLst>
          </p:cNvPr>
          <p:cNvPicPr>
            <a:picLocks noChangeAspect="1"/>
          </p:cNvPicPr>
          <p:nvPr userDrawn="1"/>
        </p:nvPicPr>
        <p:blipFill>
          <a:blip r:embed="rId2"/>
          <a:stretch>
            <a:fillRect/>
          </a:stretch>
        </p:blipFill>
        <p:spPr>
          <a:xfrm>
            <a:off x="1587" y="0"/>
            <a:ext cx="24384000" cy="13716000"/>
          </a:xfrm>
          <a:prstGeom prst="rect">
            <a:avLst/>
          </a:prstGeom>
        </p:spPr>
      </p:pic>
      <p:sp>
        <p:nvSpPr>
          <p:cNvPr id="3" name="Text Placeholder 2">
            <a:extLst>
              <a:ext uri="{FF2B5EF4-FFF2-40B4-BE49-F238E27FC236}">
                <a16:creationId xmlns:a16="http://schemas.microsoft.com/office/drawing/2014/main" id="{CF906FB1-60FF-9353-42A1-02CACA4CF2BF}"/>
              </a:ext>
            </a:extLst>
          </p:cNvPr>
          <p:cNvSpPr>
            <a:spLocks noGrp="1"/>
          </p:cNvSpPr>
          <p:nvPr>
            <p:ph type="body" sz="quarter" idx="10"/>
          </p:nvPr>
        </p:nvSpPr>
        <p:spPr>
          <a:xfrm>
            <a:off x="1394757" y="6902971"/>
            <a:ext cx="9674229" cy="4602163"/>
          </a:xfrm>
          <a:prstGeom prst="rect">
            <a:avLst/>
          </a:prstGeom>
        </p:spPr>
        <p:txBody>
          <a:bodyPr/>
          <a:lstStyle>
            <a:lvl1pPr>
              <a:defRPr lang="en-US" sz="4400" b="0" i="0" kern="1200" dirty="0">
                <a:solidFill>
                  <a:srgbClr val="004050"/>
                </a:solidFill>
                <a:latin typeface="Oracle Sans" panose="020B0503020204020204" pitchFamily="34" charset="0"/>
                <a:ea typeface="+mn-ea"/>
                <a:cs typeface="Oracle Sans" panose="020B0503020204020204" pitchFamily="34" charset="0"/>
              </a:defRPr>
            </a:lvl1pPr>
          </a:lstStyle>
          <a:p>
            <a:pPr marL="0" lvl="0" indent="0" algn="l" defTabSz="1828709" rtl="0" eaLnBrk="1" latinLnBrk="0" hangingPunct="1">
              <a:lnSpc>
                <a:spcPct val="110000"/>
              </a:lnSpc>
              <a:spcBef>
                <a:spcPts val="2000"/>
              </a:spcBef>
              <a:buFont typeface="Arial" panose="020B0604020202020204" pitchFamily="34" charset="0"/>
              <a:buNone/>
            </a:pPr>
            <a:r>
              <a:rPr lang="en-GB"/>
              <a:t>Click to edit Master text styles</a:t>
            </a:r>
          </a:p>
        </p:txBody>
      </p:sp>
      <p:sp>
        <p:nvSpPr>
          <p:cNvPr id="6" name="Title 1">
            <a:extLst>
              <a:ext uri="{FF2B5EF4-FFF2-40B4-BE49-F238E27FC236}">
                <a16:creationId xmlns:a16="http://schemas.microsoft.com/office/drawing/2014/main" id="{1A65EF41-3BDB-E4FF-A340-0810C07FF17D}"/>
              </a:ext>
            </a:extLst>
          </p:cNvPr>
          <p:cNvSpPr>
            <a:spLocks noGrp="1"/>
          </p:cNvSpPr>
          <p:nvPr>
            <p:ph type="title" hasCustomPrompt="1"/>
          </p:nvPr>
        </p:nvSpPr>
        <p:spPr>
          <a:xfrm>
            <a:off x="1394757" y="2773181"/>
            <a:ext cx="22180299" cy="3438523"/>
          </a:xfrm>
          <a:prstGeom prst="rect">
            <a:avLst/>
          </a:prstGeom>
        </p:spPr>
        <p:txBody>
          <a:bodyPr anchor="b">
            <a:noAutofit/>
          </a:bodyPr>
          <a:lstStyle>
            <a:lvl1pPr>
              <a:lnSpc>
                <a:spcPct val="110000"/>
              </a:lnSpc>
              <a:defRPr sz="11000">
                <a:solidFill>
                  <a:schemeClr val="bg1"/>
                </a:solidFill>
              </a:defRPr>
            </a:lvl1pPr>
          </a:lstStyle>
          <a:p>
            <a:r>
              <a:rPr lang="en-US" dirty="0"/>
              <a:t>Section title</a:t>
            </a:r>
          </a:p>
        </p:txBody>
      </p:sp>
      <p:sp>
        <p:nvSpPr>
          <p:cNvPr id="2" name="Footer Placeholder 3">
            <a:extLst>
              <a:ext uri="{FF2B5EF4-FFF2-40B4-BE49-F238E27FC236}">
                <a16:creationId xmlns:a16="http://schemas.microsoft.com/office/drawing/2014/main" id="{584BB012-F1DF-43D1-6B2A-FA7214DBE9FC}"/>
              </a:ext>
            </a:extLst>
          </p:cNvPr>
          <p:cNvSpPr>
            <a:spLocks noGrp="1"/>
          </p:cNvSpPr>
          <p:nvPr>
            <p:ph type="ftr" sz="quarter" idx="3"/>
          </p:nvPr>
        </p:nvSpPr>
        <p:spPr>
          <a:xfrm>
            <a:off x="1411345" y="12985749"/>
            <a:ext cx="10052413" cy="730250"/>
          </a:xfrm>
          <a:prstGeom prst="rect">
            <a:avLst/>
          </a:prstGeom>
        </p:spPr>
        <p:txBody>
          <a:bodyPr vert="horz" lIns="91440" tIns="45720" rIns="91440" bIns="45720" rtlCol="0" anchor="ctr"/>
          <a:lstStyle>
            <a:lvl1pPr algn="l">
              <a:defRPr sz="1400" b="0" i="0">
                <a:solidFill>
                  <a:schemeClr val="bg2"/>
                </a:solidFill>
                <a:latin typeface="Oracle Sans Light" panose="020B0403020204020204" pitchFamily="34" charset="0"/>
                <a:cs typeface="Oracle Sans Light" panose="020B0403020204020204" pitchFamily="34" charset="0"/>
              </a:defRPr>
            </a:lvl1p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CA" sz="1400" b="0" i="0" u="none" strike="noStrike" kern="1200" cap="none" spc="0" normalizeH="0" baseline="0" noProof="0" dirty="0">
                <a:ln>
                  <a:noFill/>
                </a:ln>
                <a:solidFill>
                  <a:schemeClr val="bg2"/>
                </a:solidFill>
                <a:effectLst/>
                <a:uLnTx/>
                <a:uFillTx/>
                <a:latin typeface="Oracle Sans Light" panose="020B0403020204020204" pitchFamily="34" charset="0"/>
                <a:ea typeface="+mn-ea"/>
                <a:cs typeface="Oracle Sans Light" panose="020B0403020204020204" pitchFamily="34" charset="0"/>
              </a:rPr>
              <a:t>Java Day Copyright © 2024, Oracle and/or its affiliates</a:t>
            </a:r>
          </a:p>
        </p:txBody>
      </p:sp>
      <p:sp>
        <p:nvSpPr>
          <p:cNvPr id="5" name="Slide Number Placeholder 5">
            <a:extLst>
              <a:ext uri="{FF2B5EF4-FFF2-40B4-BE49-F238E27FC236}">
                <a16:creationId xmlns:a16="http://schemas.microsoft.com/office/drawing/2014/main" id="{56D38D65-2ED6-BB6E-D551-665EFB864F1F}"/>
              </a:ext>
            </a:extLst>
          </p:cNvPr>
          <p:cNvSpPr>
            <a:spLocks noGrp="1"/>
          </p:cNvSpPr>
          <p:nvPr>
            <p:ph type="sldNum" sz="quarter" idx="4"/>
          </p:nvPr>
        </p:nvSpPr>
        <p:spPr>
          <a:xfrm>
            <a:off x="449152" y="12985749"/>
            <a:ext cx="871646" cy="730250"/>
          </a:xfrm>
          <a:prstGeom prst="rect">
            <a:avLst/>
          </a:prstGeom>
        </p:spPr>
        <p:txBody>
          <a:bodyPr vert="horz" lIns="91440" tIns="45720" rIns="91440" bIns="45720" rtlCol="0" anchor="ctr"/>
          <a:lstStyle>
            <a:lvl1pPr algn="l">
              <a:defRPr sz="1600">
                <a:solidFill>
                  <a:schemeClr val="bg2"/>
                </a:solidFill>
                <a:latin typeface="Oracle Sans" panose="020B0503020204020204" pitchFamily="34" charset="0"/>
                <a:cs typeface="Oracle Sans" panose="020B0503020204020204" pitchFamily="34" charset="0"/>
              </a:defRPr>
            </a:lvl1pPr>
          </a:lstStyle>
          <a:p>
            <a:fld id="{CFF4B978-1D82-7745-80C5-DBABA6B131D3}" type="slidenum">
              <a:rPr lang="en-US" smtClean="0"/>
              <a:pPr/>
              <a:t>‹#›</a:t>
            </a:fld>
            <a:endParaRPr lang="en-US"/>
          </a:p>
        </p:txBody>
      </p:sp>
      <p:pic>
        <p:nvPicPr>
          <p:cNvPr id="7" name="Picture 6">
            <a:extLst>
              <a:ext uri="{FF2B5EF4-FFF2-40B4-BE49-F238E27FC236}">
                <a16:creationId xmlns:a16="http://schemas.microsoft.com/office/drawing/2014/main" id="{F98F3EB9-933F-C1B3-6B5C-D6AC6293E9D3}"/>
              </a:ext>
            </a:extLst>
          </p:cNvPr>
          <p:cNvPicPr>
            <a:picLocks noChangeAspect="1"/>
          </p:cNvPicPr>
          <p:nvPr userDrawn="1"/>
        </p:nvPicPr>
        <p:blipFill>
          <a:blip r:embed="rId3">
            <a:alphaModFix/>
          </a:blip>
          <a:stretch>
            <a:fillRect/>
          </a:stretch>
        </p:blipFill>
        <p:spPr>
          <a:xfrm>
            <a:off x="22762011" y="12898102"/>
            <a:ext cx="817080" cy="827423"/>
          </a:xfrm>
          <a:prstGeom prst="rect">
            <a:avLst/>
          </a:prstGeom>
        </p:spPr>
      </p:pic>
    </p:spTree>
    <p:extLst>
      <p:ext uri="{BB962C8B-B14F-4D97-AF65-F5344CB8AC3E}">
        <p14:creationId xmlns:p14="http://schemas.microsoft.com/office/powerpoint/2010/main" val="99308587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Title Only Dark">
    <p:bg>
      <p:bgPr>
        <a:solidFill>
          <a:srgbClr val="00758F"/>
        </a:solidFill>
        <a:effectLst/>
      </p:bgPr>
    </p:bg>
    <p:spTree>
      <p:nvGrpSpPr>
        <p:cNvPr id="1" name=""/>
        <p:cNvGrpSpPr/>
        <p:nvPr/>
      </p:nvGrpSpPr>
      <p:grpSpPr>
        <a:xfrm>
          <a:off x="0" y="0"/>
          <a:ext cx="0" cy="0"/>
          <a:chOff x="0" y="0"/>
          <a:chExt cx="0" cy="0"/>
        </a:xfrm>
      </p:grpSpPr>
      <p:pic>
        <p:nvPicPr>
          <p:cNvPr id="2" name="Picture 1" descr="Background pattern&#10;&#10;Description automatically generated">
            <a:extLst>
              <a:ext uri="{FF2B5EF4-FFF2-40B4-BE49-F238E27FC236}">
                <a16:creationId xmlns:a16="http://schemas.microsoft.com/office/drawing/2014/main" id="{A561662B-4751-64AA-471E-24D1D99BD986}"/>
              </a:ext>
            </a:extLst>
          </p:cNvPr>
          <p:cNvPicPr>
            <a:picLocks noChangeAspect="1"/>
          </p:cNvPicPr>
          <p:nvPr userDrawn="1"/>
        </p:nvPicPr>
        <p:blipFill>
          <a:blip r:embed="rId2"/>
          <a:stretch>
            <a:fillRect/>
          </a:stretch>
        </p:blipFill>
        <p:spPr>
          <a:xfrm>
            <a:off x="0" y="0"/>
            <a:ext cx="24384000" cy="13716000"/>
          </a:xfrm>
          <a:prstGeom prst="rect">
            <a:avLst/>
          </a:prstGeom>
        </p:spPr>
      </p:pic>
      <p:sp>
        <p:nvSpPr>
          <p:cNvPr id="4" name="Title 1">
            <a:extLst>
              <a:ext uri="{FF2B5EF4-FFF2-40B4-BE49-F238E27FC236}">
                <a16:creationId xmlns:a16="http://schemas.microsoft.com/office/drawing/2014/main" id="{733D3DA5-E31D-2022-3FB8-FB6BE59D595C}"/>
              </a:ext>
            </a:extLst>
          </p:cNvPr>
          <p:cNvSpPr>
            <a:spLocks noGrp="1"/>
          </p:cNvSpPr>
          <p:nvPr>
            <p:ph type="title"/>
          </p:nvPr>
        </p:nvSpPr>
        <p:spPr>
          <a:xfrm>
            <a:off x="1386010" y="672354"/>
            <a:ext cx="22189047" cy="1880607"/>
          </a:xfrm>
          <a:prstGeom prst="rect">
            <a:avLst/>
          </a:prstGeom>
        </p:spPr>
        <p:txBody>
          <a:bodyPr anchor="b">
            <a:noAutofit/>
          </a:bodyPr>
          <a:lstStyle>
            <a:lvl1pPr>
              <a:lnSpc>
                <a:spcPct val="100000"/>
              </a:lnSpc>
              <a:defRPr sz="6600"/>
            </a:lvl1pPr>
          </a:lstStyle>
          <a:p>
            <a:r>
              <a:rPr lang="en-GB"/>
              <a:t>Click to edit Master title style</a:t>
            </a:r>
            <a:endParaRPr lang="en-US" dirty="0"/>
          </a:p>
        </p:txBody>
      </p:sp>
      <p:sp>
        <p:nvSpPr>
          <p:cNvPr id="3" name="Footer Placeholder 3">
            <a:extLst>
              <a:ext uri="{FF2B5EF4-FFF2-40B4-BE49-F238E27FC236}">
                <a16:creationId xmlns:a16="http://schemas.microsoft.com/office/drawing/2014/main" id="{D73230A6-3DDF-C429-B666-95C838557B4B}"/>
              </a:ext>
            </a:extLst>
          </p:cNvPr>
          <p:cNvSpPr>
            <a:spLocks noGrp="1"/>
          </p:cNvSpPr>
          <p:nvPr>
            <p:ph type="ftr" sz="quarter" idx="3"/>
          </p:nvPr>
        </p:nvSpPr>
        <p:spPr>
          <a:xfrm>
            <a:off x="1411345" y="12985749"/>
            <a:ext cx="10052413" cy="730250"/>
          </a:xfrm>
          <a:prstGeom prst="rect">
            <a:avLst/>
          </a:prstGeom>
        </p:spPr>
        <p:txBody>
          <a:bodyPr vert="horz" lIns="91440" tIns="45720" rIns="91440" bIns="45720" rtlCol="0" anchor="ctr"/>
          <a:lstStyle>
            <a:lvl1pPr algn="l">
              <a:defRPr sz="1400" b="0" i="0">
                <a:solidFill>
                  <a:schemeClr val="bg2"/>
                </a:solidFill>
                <a:latin typeface="Oracle Sans Light" panose="020B0403020204020204" pitchFamily="34" charset="0"/>
                <a:cs typeface="Oracle Sans Light" panose="020B0403020204020204" pitchFamily="34" charset="0"/>
              </a:defRPr>
            </a:lvl1p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CA" sz="1400" b="0" i="0" u="none" strike="noStrike" kern="1200" cap="none" spc="0" normalizeH="0" baseline="0" noProof="0" dirty="0">
                <a:ln>
                  <a:noFill/>
                </a:ln>
                <a:solidFill>
                  <a:schemeClr val="bg2"/>
                </a:solidFill>
                <a:effectLst/>
                <a:uLnTx/>
                <a:uFillTx/>
                <a:latin typeface="Oracle Sans Light" panose="020B0403020204020204" pitchFamily="34" charset="0"/>
                <a:ea typeface="+mn-ea"/>
                <a:cs typeface="Oracle Sans Light" panose="020B0403020204020204" pitchFamily="34" charset="0"/>
              </a:rPr>
              <a:t>Java Day Copyright © 2024, Oracle and/or its affiliates</a:t>
            </a:r>
          </a:p>
        </p:txBody>
      </p:sp>
      <p:sp>
        <p:nvSpPr>
          <p:cNvPr id="5" name="Slide Number Placeholder 5">
            <a:extLst>
              <a:ext uri="{FF2B5EF4-FFF2-40B4-BE49-F238E27FC236}">
                <a16:creationId xmlns:a16="http://schemas.microsoft.com/office/drawing/2014/main" id="{2658566A-1146-2730-B4CA-0EA05F32B56D}"/>
              </a:ext>
            </a:extLst>
          </p:cNvPr>
          <p:cNvSpPr>
            <a:spLocks noGrp="1"/>
          </p:cNvSpPr>
          <p:nvPr>
            <p:ph type="sldNum" sz="quarter" idx="4"/>
          </p:nvPr>
        </p:nvSpPr>
        <p:spPr>
          <a:xfrm>
            <a:off x="449152" y="12985749"/>
            <a:ext cx="871646" cy="730250"/>
          </a:xfrm>
          <a:prstGeom prst="rect">
            <a:avLst/>
          </a:prstGeom>
        </p:spPr>
        <p:txBody>
          <a:bodyPr vert="horz" lIns="91440" tIns="45720" rIns="91440" bIns="45720" rtlCol="0" anchor="ctr"/>
          <a:lstStyle>
            <a:lvl1pPr algn="l">
              <a:defRPr sz="1600">
                <a:solidFill>
                  <a:schemeClr val="bg2"/>
                </a:solidFill>
                <a:latin typeface="Oracle Sans" panose="020B0503020204020204" pitchFamily="34" charset="0"/>
                <a:cs typeface="Oracle Sans" panose="020B0503020204020204" pitchFamily="34" charset="0"/>
              </a:defRPr>
            </a:lvl1pPr>
          </a:lstStyle>
          <a:p>
            <a:fld id="{CFF4B978-1D82-7745-80C5-DBABA6B131D3}" type="slidenum">
              <a:rPr lang="en-US" smtClean="0"/>
              <a:pPr/>
              <a:t>‹#›</a:t>
            </a:fld>
            <a:endParaRPr lang="en-US"/>
          </a:p>
        </p:txBody>
      </p:sp>
      <p:pic>
        <p:nvPicPr>
          <p:cNvPr id="6" name="Picture 5">
            <a:extLst>
              <a:ext uri="{FF2B5EF4-FFF2-40B4-BE49-F238E27FC236}">
                <a16:creationId xmlns:a16="http://schemas.microsoft.com/office/drawing/2014/main" id="{1D1395EC-9D10-A5BB-2B85-90A00C8DB4CD}"/>
              </a:ext>
            </a:extLst>
          </p:cNvPr>
          <p:cNvPicPr>
            <a:picLocks noChangeAspect="1"/>
          </p:cNvPicPr>
          <p:nvPr userDrawn="1"/>
        </p:nvPicPr>
        <p:blipFill>
          <a:blip r:embed="rId3">
            <a:alphaModFix/>
          </a:blip>
          <a:stretch>
            <a:fillRect/>
          </a:stretch>
        </p:blipFill>
        <p:spPr>
          <a:xfrm>
            <a:off x="22762011" y="12898102"/>
            <a:ext cx="817080" cy="827423"/>
          </a:xfrm>
          <a:prstGeom prst="rect">
            <a:avLst/>
          </a:prstGeom>
        </p:spPr>
      </p:pic>
    </p:spTree>
    <p:extLst>
      <p:ext uri="{BB962C8B-B14F-4D97-AF65-F5344CB8AC3E}">
        <p14:creationId xmlns:p14="http://schemas.microsoft.com/office/powerpoint/2010/main" val="278595808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 Sub Dark">
    <p:bg>
      <p:bgPr>
        <a:solidFill>
          <a:srgbClr val="00758F"/>
        </a:solidFill>
        <a:effectLst/>
      </p:bgPr>
    </p:bg>
    <p:spTree>
      <p:nvGrpSpPr>
        <p:cNvPr id="1" name=""/>
        <p:cNvGrpSpPr/>
        <p:nvPr/>
      </p:nvGrpSpPr>
      <p:grpSpPr>
        <a:xfrm>
          <a:off x="0" y="0"/>
          <a:ext cx="0" cy="0"/>
          <a:chOff x="0" y="0"/>
          <a:chExt cx="0" cy="0"/>
        </a:xfrm>
      </p:grpSpPr>
      <p:pic>
        <p:nvPicPr>
          <p:cNvPr id="2" name="Picture 1" descr="Background pattern&#10;&#10;Description automatically generated">
            <a:extLst>
              <a:ext uri="{FF2B5EF4-FFF2-40B4-BE49-F238E27FC236}">
                <a16:creationId xmlns:a16="http://schemas.microsoft.com/office/drawing/2014/main" id="{602B184B-6D9E-488B-6086-BDC02C9BE38B}"/>
              </a:ext>
            </a:extLst>
          </p:cNvPr>
          <p:cNvPicPr>
            <a:picLocks noChangeAspect="1"/>
          </p:cNvPicPr>
          <p:nvPr userDrawn="1"/>
        </p:nvPicPr>
        <p:blipFill>
          <a:blip r:embed="rId2"/>
          <a:stretch>
            <a:fillRect/>
          </a:stretch>
        </p:blipFill>
        <p:spPr>
          <a:xfrm>
            <a:off x="0" y="0"/>
            <a:ext cx="24384000" cy="13716000"/>
          </a:xfrm>
          <a:prstGeom prst="rect">
            <a:avLst/>
          </a:prstGeom>
        </p:spPr>
      </p:pic>
      <p:sp>
        <p:nvSpPr>
          <p:cNvPr id="3" name="Text Placeholder 5">
            <a:extLst>
              <a:ext uri="{FF2B5EF4-FFF2-40B4-BE49-F238E27FC236}">
                <a16:creationId xmlns:a16="http://schemas.microsoft.com/office/drawing/2014/main" id="{1747EAC0-596C-0ADD-F9AD-C00F30A09824}"/>
              </a:ext>
            </a:extLst>
          </p:cNvPr>
          <p:cNvSpPr>
            <a:spLocks noGrp="1"/>
          </p:cNvSpPr>
          <p:nvPr>
            <p:ph type="body" sz="quarter" idx="12" hasCustomPrompt="1"/>
          </p:nvPr>
        </p:nvSpPr>
        <p:spPr>
          <a:xfrm>
            <a:off x="1386009" y="3479988"/>
            <a:ext cx="22189040" cy="1535113"/>
          </a:xfrm>
          <a:prstGeom prst="rect">
            <a:avLst/>
          </a:prstGeom>
        </p:spPr>
        <p:txBody>
          <a:bodyPr>
            <a:normAutofit/>
          </a:bodyPr>
          <a:lstStyle>
            <a:lvl1pPr marL="0" indent="0">
              <a:lnSpc>
                <a:spcPct val="110000"/>
              </a:lnSpc>
              <a:spcBef>
                <a:spcPts val="300"/>
              </a:spcBef>
              <a:spcAft>
                <a:spcPts val="300"/>
              </a:spcAft>
              <a:buFont typeface="Arial" panose="020B0604020202020204" pitchFamily="34" charset="0"/>
              <a:buNone/>
              <a:defRPr sz="4800" b="0" i="0">
                <a:solidFill>
                  <a:srgbClr val="8EE1F0"/>
                </a:solidFill>
                <a:latin typeface="Oracle Sans" panose="020B0503020204020204" pitchFamily="34" charset="0"/>
                <a:cs typeface="Oracle Sans" panose="020B0503020204020204" pitchFamily="34" charset="0"/>
              </a:defRPr>
            </a:lvl1pPr>
            <a:lvl2pPr marL="17462" indent="0">
              <a:lnSpc>
                <a:spcPct val="110000"/>
              </a:lnSpc>
              <a:spcBef>
                <a:spcPts val="300"/>
              </a:spcBef>
              <a:spcAft>
                <a:spcPts val="300"/>
              </a:spcAft>
              <a:buNone/>
              <a:tabLst/>
              <a:defRPr sz="4400">
                <a:solidFill>
                  <a:schemeClr val="bg1"/>
                </a:solidFill>
              </a:defRPr>
            </a:lvl2pPr>
          </a:lstStyle>
          <a:p>
            <a:pPr lvl="0"/>
            <a:r>
              <a:rPr lang="en-US" dirty="0"/>
              <a:t>Intro lead in copy goes here</a:t>
            </a:r>
          </a:p>
        </p:txBody>
      </p:sp>
      <p:sp>
        <p:nvSpPr>
          <p:cNvPr id="4" name="Title 1">
            <a:extLst>
              <a:ext uri="{FF2B5EF4-FFF2-40B4-BE49-F238E27FC236}">
                <a16:creationId xmlns:a16="http://schemas.microsoft.com/office/drawing/2014/main" id="{733D3DA5-E31D-2022-3FB8-FB6BE59D595C}"/>
              </a:ext>
            </a:extLst>
          </p:cNvPr>
          <p:cNvSpPr>
            <a:spLocks noGrp="1"/>
          </p:cNvSpPr>
          <p:nvPr>
            <p:ph type="title"/>
          </p:nvPr>
        </p:nvSpPr>
        <p:spPr>
          <a:xfrm>
            <a:off x="1386010" y="672354"/>
            <a:ext cx="22189047" cy="1880607"/>
          </a:xfrm>
          <a:prstGeom prst="rect">
            <a:avLst/>
          </a:prstGeom>
        </p:spPr>
        <p:txBody>
          <a:bodyPr anchor="b">
            <a:noAutofit/>
          </a:bodyPr>
          <a:lstStyle>
            <a:lvl1pPr>
              <a:lnSpc>
                <a:spcPct val="100000"/>
              </a:lnSpc>
              <a:defRPr sz="6600"/>
            </a:lvl1pPr>
          </a:lstStyle>
          <a:p>
            <a:r>
              <a:rPr lang="en-GB"/>
              <a:t>Click to edit Master title style</a:t>
            </a:r>
            <a:endParaRPr lang="en-US" dirty="0"/>
          </a:p>
        </p:txBody>
      </p:sp>
      <p:sp>
        <p:nvSpPr>
          <p:cNvPr id="5" name="Footer Placeholder 3">
            <a:extLst>
              <a:ext uri="{FF2B5EF4-FFF2-40B4-BE49-F238E27FC236}">
                <a16:creationId xmlns:a16="http://schemas.microsoft.com/office/drawing/2014/main" id="{4867EA3E-490D-5D15-633A-04FDE6DBDA7B}"/>
              </a:ext>
            </a:extLst>
          </p:cNvPr>
          <p:cNvSpPr>
            <a:spLocks noGrp="1"/>
          </p:cNvSpPr>
          <p:nvPr>
            <p:ph type="ftr" sz="quarter" idx="3"/>
          </p:nvPr>
        </p:nvSpPr>
        <p:spPr>
          <a:xfrm>
            <a:off x="1411345" y="12985749"/>
            <a:ext cx="10052413" cy="730250"/>
          </a:xfrm>
          <a:prstGeom prst="rect">
            <a:avLst/>
          </a:prstGeom>
        </p:spPr>
        <p:txBody>
          <a:bodyPr vert="horz" lIns="91440" tIns="45720" rIns="91440" bIns="45720" rtlCol="0" anchor="ctr"/>
          <a:lstStyle>
            <a:lvl1pPr algn="l">
              <a:defRPr sz="1400" b="0" i="0">
                <a:solidFill>
                  <a:schemeClr val="bg2"/>
                </a:solidFill>
                <a:latin typeface="Oracle Sans Light" panose="020B0403020204020204" pitchFamily="34" charset="0"/>
                <a:cs typeface="Oracle Sans Light" panose="020B0403020204020204" pitchFamily="34" charset="0"/>
              </a:defRPr>
            </a:lvl1p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CA" sz="1400" b="0" i="0" u="none" strike="noStrike" kern="1200" cap="none" spc="0" normalizeH="0" baseline="0" noProof="0" dirty="0">
                <a:ln>
                  <a:noFill/>
                </a:ln>
                <a:solidFill>
                  <a:schemeClr val="bg2"/>
                </a:solidFill>
                <a:effectLst/>
                <a:uLnTx/>
                <a:uFillTx/>
                <a:latin typeface="Oracle Sans Light" panose="020B0403020204020204" pitchFamily="34" charset="0"/>
                <a:ea typeface="+mn-ea"/>
                <a:cs typeface="Oracle Sans Light" panose="020B0403020204020204" pitchFamily="34" charset="0"/>
              </a:rPr>
              <a:t>Java Day Copyright © 2024, Oracle and/or its affiliates</a:t>
            </a:r>
          </a:p>
        </p:txBody>
      </p:sp>
      <p:sp>
        <p:nvSpPr>
          <p:cNvPr id="6" name="Slide Number Placeholder 5">
            <a:extLst>
              <a:ext uri="{FF2B5EF4-FFF2-40B4-BE49-F238E27FC236}">
                <a16:creationId xmlns:a16="http://schemas.microsoft.com/office/drawing/2014/main" id="{0D2FC3FC-D159-9A81-C530-9C2264181FA9}"/>
              </a:ext>
            </a:extLst>
          </p:cNvPr>
          <p:cNvSpPr>
            <a:spLocks noGrp="1"/>
          </p:cNvSpPr>
          <p:nvPr>
            <p:ph type="sldNum" sz="quarter" idx="4"/>
          </p:nvPr>
        </p:nvSpPr>
        <p:spPr>
          <a:xfrm>
            <a:off x="449152" y="12985749"/>
            <a:ext cx="871646" cy="730250"/>
          </a:xfrm>
          <a:prstGeom prst="rect">
            <a:avLst/>
          </a:prstGeom>
        </p:spPr>
        <p:txBody>
          <a:bodyPr vert="horz" lIns="91440" tIns="45720" rIns="91440" bIns="45720" rtlCol="0" anchor="ctr"/>
          <a:lstStyle>
            <a:lvl1pPr algn="l">
              <a:defRPr sz="1600">
                <a:solidFill>
                  <a:schemeClr val="bg2"/>
                </a:solidFill>
                <a:latin typeface="Oracle Sans" panose="020B0503020204020204" pitchFamily="34" charset="0"/>
                <a:cs typeface="Oracle Sans" panose="020B0503020204020204" pitchFamily="34" charset="0"/>
              </a:defRPr>
            </a:lvl1pPr>
          </a:lstStyle>
          <a:p>
            <a:fld id="{CFF4B978-1D82-7745-80C5-DBABA6B131D3}" type="slidenum">
              <a:rPr lang="en-US" smtClean="0"/>
              <a:pPr/>
              <a:t>‹#›</a:t>
            </a:fld>
            <a:endParaRPr lang="en-US"/>
          </a:p>
        </p:txBody>
      </p:sp>
      <p:pic>
        <p:nvPicPr>
          <p:cNvPr id="7" name="Picture 6">
            <a:extLst>
              <a:ext uri="{FF2B5EF4-FFF2-40B4-BE49-F238E27FC236}">
                <a16:creationId xmlns:a16="http://schemas.microsoft.com/office/drawing/2014/main" id="{95E081FE-F76C-A218-B0C9-14B4D750E83A}"/>
              </a:ext>
            </a:extLst>
          </p:cNvPr>
          <p:cNvPicPr>
            <a:picLocks noChangeAspect="1"/>
          </p:cNvPicPr>
          <p:nvPr userDrawn="1"/>
        </p:nvPicPr>
        <p:blipFill>
          <a:blip r:embed="rId3">
            <a:alphaModFix/>
          </a:blip>
          <a:stretch>
            <a:fillRect/>
          </a:stretch>
        </p:blipFill>
        <p:spPr>
          <a:xfrm>
            <a:off x="22762011" y="12898102"/>
            <a:ext cx="817080" cy="827423"/>
          </a:xfrm>
          <a:prstGeom prst="rect">
            <a:avLst/>
          </a:prstGeom>
        </p:spPr>
      </p:pic>
    </p:spTree>
    <p:extLst>
      <p:ext uri="{BB962C8B-B14F-4D97-AF65-F5344CB8AC3E}">
        <p14:creationId xmlns:p14="http://schemas.microsoft.com/office/powerpoint/2010/main" val="171579942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1_Title + Mini Sub Dark">
    <p:bg>
      <p:bgPr>
        <a:solidFill>
          <a:srgbClr val="00758F"/>
        </a:solidFill>
        <a:effectLst/>
      </p:bgPr>
    </p:bg>
    <p:spTree>
      <p:nvGrpSpPr>
        <p:cNvPr id="1" name=""/>
        <p:cNvGrpSpPr/>
        <p:nvPr/>
      </p:nvGrpSpPr>
      <p:grpSpPr>
        <a:xfrm>
          <a:off x="0" y="0"/>
          <a:ext cx="0" cy="0"/>
          <a:chOff x="0" y="0"/>
          <a:chExt cx="0" cy="0"/>
        </a:xfrm>
      </p:grpSpPr>
      <p:pic>
        <p:nvPicPr>
          <p:cNvPr id="2" name="Picture 1" descr="Background pattern&#10;&#10;Description automatically generated">
            <a:extLst>
              <a:ext uri="{FF2B5EF4-FFF2-40B4-BE49-F238E27FC236}">
                <a16:creationId xmlns:a16="http://schemas.microsoft.com/office/drawing/2014/main" id="{CB3AF7E5-69CF-D212-ABF0-F1A9A1E51A56}"/>
              </a:ext>
            </a:extLst>
          </p:cNvPr>
          <p:cNvPicPr>
            <a:picLocks noChangeAspect="1"/>
          </p:cNvPicPr>
          <p:nvPr userDrawn="1"/>
        </p:nvPicPr>
        <p:blipFill>
          <a:blip r:embed="rId2"/>
          <a:stretch>
            <a:fillRect/>
          </a:stretch>
        </p:blipFill>
        <p:spPr>
          <a:xfrm>
            <a:off x="0" y="0"/>
            <a:ext cx="24384000" cy="13716000"/>
          </a:xfrm>
          <a:prstGeom prst="rect">
            <a:avLst/>
          </a:prstGeom>
        </p:spPr>
      </p:pic>
      <p:sp>
        <p:nvSpPr>
          <p:cNvPr id="3" name="Text Placeholder 5">
            <a:extLst>
              <a:ext uri="{FF2B5EF4-FFF2-40B4-BE49-F238E27FC236}">
                <a16:creationId xmlns:a16="http://schemas.microsoft.com/office/drawing/2014/main" id="{1747EAC0-596C-0ADD-F9AD-C00F30A09824}"/>
              </a:ext>
            </a:extLst>
          </p:cNvPr>
          <p:cNvSpPr>
            <a:spLocks noGrp="1"/>
          </p:cNvSpPr>
          <p:nvPr>
            <p:ph type="body" sz="quarter" idx="12" hasCustomPrompt="1"/>
          </p:nvPr>
        </p:nvSpPr>
        <p:spPr>
          <a:xfrm>
            <a:off x="1386009" y="2617395"/>
            <a:ext cx="22189040" cy="1535113"/>
          </a:xfrm>
          <a:prstGeom prst="rect">
            <a:avLst/>
          </a:prstGeom>
        </p:spPr>
        <p:txBody>
          <a:bodyPr>
            <a:normAutofit/>
          </a:bodyPr>
          <a:lstStyle>
            <a:lvl1pPr marL="0" indent="0">
              <a:lnSpc>
                <a:spcPct val="110000"/>
              </a:lnSpc>
              <a:spcBef>
                <a:spcPts val="300"/>
              </a:spcBef>
              <a:spcAft>
                <a:spcPts val="300"/>
              </a:spcAft>
              <a:buFont typeface="Arial" panose="020B0604020202020204" pitchFamily="34" charset="0"/>
              <a:buNone/>
              <a:defRPr sz="3600" b="0" i="0">
                <a:solidFill>
                  <a:srgbClr val="8EE1F0"/>
                </a:solidFill>
                <a:latin typeface="Oracle Sans" panose="020B0503020204020204" pitchFamily="34" charset="0"/>
                <a:cs typeface="Oracle Sans" panose="020B0503020204020204" pitchFamily="34" charset="0"/>
              </a:defRPr>
            </a:lvl1pPr>
            <a:lvl2pPr marL="17462" indent="0">
              <a:lnSpc>
                <a:spcPct val="110000"/>
              </a:lnSpc>
              <a:spcBef>
                <a:spcPts val="300"/>
              </a:spcBef>
              <a:spcAft>
                <a:spcPts val="300"/>
              </a:spcAft>
              <a:buNone/>
              <a:tabLst/>
              <a:defRPr sz="4400">
                <a:solidFill>
                  <a:schemeClr val="bg1"/>
                </a:solidFill>
              </a:defRPr>
            </a:lvl2pPr>
          </a:lstStyle>
          <a:p>
            <a:pPr lvl="0"/>
            <a:r>
              <a:rPr lang="en-US" dirty="0"/>
              <a:t>Subhead tight</a:t>
            </a:r>
          </a:p>
        </p:txBody>
      </p:sp>
      <p:sp>
        <p:nvSpPr>
          <p:cNvPr id="4" name="Title 1">
            <a:extLst>
              <a:ext uri="{FF2B5EF4-FFF2-40B4-BE49-F238E27FC236}">
                <a16:creationId xmlns:a16="http://schemas.microsoft.com/office/drawing/2014/main" id="{733D3DA5-E31D-2022-3FB8-FB6BE59D595C}"/>
              </a:ext>
            </a:extLst>
          </p:cNvPr>
          <p:cNvSpPr>
            <a:spLocks noGrp="1"/>
          </p:cNvSpPr>
          <p:nvPr>
            <p:ph type="title"/>
          </p:nvPr>
        </p:nvSpPr>
        <p:spPr>
          <a:xfrm>
            <a:off x="1386010" y="672354"/>
            <a:ext cx="22189047" cy="1880607"/>
          </a:xfrm>
          <a:prstGeom prst="rect">
            <a:avLst/>
          </a:prstGeom>
        </p:spPr>
        <p:txBody>
          <a:bodyPr anchor="b">
            <a:noAutofit/>
          </a:bodyPr>
          <a:lstStyle>
            <a:lvl1pPr>
              <a:lnSpc>
                <a:spcPct val="100000"/>
              </a:lnSpc>
              <a:defRPr sz="6600"/>
            </a:lvl1pPr>
          </a:lstStyle>
          <a:p>
            <a:r>
              <a:rPr lang="en-GB"/>
              <a:t>Click to edit Master title style</a:t>
            </a:r>
            <a:endParaRPr lang="en-US" dirty="0"/>
          </a:p>
        </p:txBody>
      </p:sp>
      <p:sp>
        <p:nvSpPr>
          <p:cNvPr id="5" name="Footer Placeholder 3">
            <a:extLst>
              <a:ext uri="{FF2B5EF4-FFF2-40B4-BE49-F238E27FC236}">
                <a16:creationId xmlns:a16="http://schemas.microsoft.com/office/drawing/2014/main" id="{42E82344-4B44-ACB6-EFC6-670F49E15426}"/>
              </a:ext>
            </a:extLst>
          </p:cNvPr>
          <p:cNvSpPr>
            <a:spLocks noGrp="1"/>
          </p:cNvSpPr>
          <p:nvPr>
            <p:ph type="ftr" sz="quarter" idx="3"/>
          </p:nvPr>
        </p:nvSpPr>
        <p:spPr>
          <a:xfrm>
            <a:off x="1411345" y="12985749"/>
            <a:ext cx="10052413" cy="730250"/>
          </a:xfrm>
          <a:prstGeom prst="rect">
            <a:avLst/>
          </a:prstGeom>
        </p:spPr>
        <p:txBody>
          <a:bodyPr vert="horz" lIns="91440" tIns="45720" rIns="91440" bIns="45720" rtlCol="0" anchor="ctr"/>
          <a:lstStyle>
            <a:lvl1pPr algn="l">
              <a:defRPr sz="1400" b="0" i="0">
                <a:solidFill>
                  <a:schemeClr val="bg2"/>
                </a:solidFill>
                <a:latin typeface="Oracle Sans Light" panose="020B0403020204020204" pitchFamily="34" charset="0"/>
                <a:cs typeface="Oracle Sans Light" panose="020B0403020204020204" pitchFamily="34" charset="0"/>
              </a:defRPr>
            </a:lvl1p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CA" sz="1400" b="0" i="0" u="none" strike="noStrike" kern="1200" cap="none" spc="0" normalizeH="0" baseline="0" noProof="0" dirty="0">
                <a:ln>
                  <a:noFill/>
                </a:ln>
                <a:solidFill>
                  <a:schemeClr val="bg2"/>
                </a:solidFill>
                <a:effectLst/>
                <a:uLnTx/>
                <a:uFillTx/>
                <a:latin typeface="Oracle Sans Light" panose="020B0403020204020204" pitchFamily="34" charset="0"/>
                <a:ea typeface="+mn-ea"/>
                <a:cs typeface="Oracle Sans Light" panose="020B0403020204020204" pitchFamily="34" charset="0"/>
              </a:rPr>
              <a:t>Java Day Copyright © 2024, Oracle and/or its affiliates</a:t>
            </a:r>
          </a:p>
        </p:txBody>
      </p:sp>
      <p:sp>
        <p:nvSpPr>
          <p:cNvPr id="6" name="Slide Number Placeholder 5">
            <a:extLst>
              <a:ext uri="{FF2B5EF4-FFF2-40B4-BE49-F238E27FC236}">
                <a16:creationId xmlns:a16="http://schemas.microsoft.com/office/drawing/2014/main" id="{2469BC24-7FC9-3132-A6D9-5EBBF7360AFA}"/>
              </a:ext>
            </a:extLst>
          </p:cNvPr>
          <p:cNvSpPr>
            <a:spLocks noGrp="1"/>
          </p:cNvSpPr>
          <p:nvPr>
            <p:ph type="sldNum" sz="quarter" idx="4"/>
          </p:nvPr>
        </p:nvSpPr>
        <p:spPr>
          <a:xfrm>
            <a:off x="449152" y="12985749"/>
            <a:ext cx="871646" cy="730250"/>
          </a:xfrm>
          <a:prstGeom prst="rect">
            <a:avLst/>
          </a:prstGeom>
        </p:spPr>
        <p:txBody>
          <a:bodyPr vert="horz" lIns="91440" tIns="45720" rIns="91440" bIns="45720" rtlCol="0" anchor="ctr"/>
          <a:lstStyle>
            <a:lvl1pPr algn="l">
              <a:defRPr sz="1600">
                <a:solidFill>
                  <a:schemeClr val="bg2"/>
                </a:solidFill>
                <a:latin typeface="Oracle Sans" panose="020B0503020204020204" pitchFamily="34" charset="0"/>
                <a:cs typeface="Oracle Sans" panose="020B0503020204020204" pitchFamily="34" charset="0"/>
              </a:defRPr>
            </a:lvl1pPr>
          </a:lstStyle>
          <a:p>
            <a:fld id="{CFF4B978-1D82-7745-80C5-DBABA6B131D3}" type="slidenum">
              <a:rPr lang="en-US" smtClean="0"/>
              <a:pPr/>
              <a:t>‹#›</a:t>
            </a:fld>
            <a:endParaRPr lang="en-US"/>
          </a:p>
        </p:txBody>
      </p:sp>
      <p:pic>
        <p:nvPicPr>
          <p:cNvPr id="7" name="Picture 6">
            <a:extLst>
              <a:ext uri="{FF2B5EF4-FFF2-40B4-BE49-F238E27FC236}">
                <a16:creationId xmlns:a16="http://schemas.microsoft.com/office/drawing/2014/main" id="{BFCA7876-0BCD-0A01-5240-3DEEA3315C03}"/>
              </a:ext>
            </a:extLst>
          </p:cNvPr>
          <p:cNvPicPr>
            <a:picLocks noChangeAspect="1"/>
          </p:cNvPicPr>
          <p:nvPr userDrawn="1"/>
        </p:nvPicPr>
        <p:blipFill>
          <a:blip r:embed="rId3">
            <a:alphaModFix/>
          </a:blip>
          <a:stretch>
            <a:fillRect/>
          </a:stretch>
        </p:blipFill>
        <p:spPr>
          <a:xfrm>
            <a:off x="22762011" y="12898102"/>
            <a:ext cx="817080" cy="827423"/>
          </a:xfrm>
          <a:prstGeom prst="rect">
            <a:avLst/>
          </a:prstGeom>
        </p:spPr>
      </p:pic>
    </p:spTree>
    <p:extLst>
      <p:ext uri="{BB962C8B-B14F-4D97-AF65-F5344CB8AC3E}">
        <p14:creationId xmlns:p14="http://schemas.microsoft.com/office/powerpoint/2010/main" val="224898433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Title + Bullets Dark">
    <p:bg>
      <p:bgPr>
        <a:solidFill>
          <a:srgbClr val="00758F"/>
        </a:solidFill>
        <a:effectLst/>
      </p:bgPr>
    </p:bg>
    <p:spTree>
      <p:nvGrpSpPr>
        <p:cNvPr id="1" name=""/>
        <p:cNvGrpSpPr/>
        <p:nvPr/>
      </p:nvGrpSpPr>
      <p:grpSpPr>
        <a:xfrm>
          <a:off x="0" y="0"/>
          <a:ext cx="0" cy="0"/>
          <a:chOff x="0" y="0"/>
          <a:chExt cx="0" cy="0"/>
        </a:xfrm>
      </p:grpSpPr>
      <p:pic>
        <p:nvPicPr>
          <p:cNvPr id="3" name="Picture 2" descr="Background pattern&#10;&#10;Description automatically generated">
            <a:extLst>
              <a:ext uri="{FF2B5EF4-FFF2-40B4-BE49-F238E27FC236}">
                <a16:creationId xmlns:a16="http://schemas.microsoft.com/office/drawing/2014/main" id="{FD3A8AD7-C33E-B301-935C-E3760F33A17C}"/>
              </a:ext>
            </a:extLst>
          </p:cNvPr>
          <p:cNvPicPr>
            <a:picLocks noChangeAspect="1"/>
          </p:cNvPicPr>
          <p:nvPr userDrawn="1"/>
        </p:nvPicPr>
        <p:blipFill>
          <a:blip r:embed="rId2"/>
          <a:stretch>
            <a:fillRect/>
          </a:stretch>
        </p:blipFill>
        <p:spPr>
          <a:xfrm>
            <a:off x="0" y="0"/>
            <a:ext cx="24384000" cy="13716000"/>
          </a:xfrm>
          <a:prstGeom prst="rect">
            <a:avLst/>
          </a:prstGeom>
        </p:spPr>
      </p:pic>
      <p:sp>
        <p:nvSpPr>
          <p:cNvPr id="2" name="Title 1">
            <a:extLst>
              <a:ext uri="{FF2B5EF4-FFF2-40B4-BE49-F238E27FC236}">
                <a16:creationId xmlns:a16="http://schemas.microsoft.com/office/drawing/2014/main" id="{F94858BE-7560-276C-2462-8DAC14136998}"/>
              </a:ext>
            </a:extLst>
          </p:cNvPr>
          <p:cNvSpPr>
            <a:spLocks noGrp="1"/>
          </p:cNvSpPr>
          <p:nvPr>
            <p:ph type="title"/>
          </p:nvPr>
        </p:nvSpPr>
        <p:spPr>
          <a:xfrm>
            <a:off x="1386010" y="672354"/>
            <a:ext cx="22189047" cy="1880607"/>
          </a:xfrm>
          <a:prstGeom prst="rect">
            <a:avLst/>
          </a:prstGeom>
        </p:spPr>
        <p:txBody>
          <a:bodyPr anchor="b">
            <a:noAutofit/>
          </a:bodyPr>
          <a:lstStyle>
            <a:lvl1pPr>
              <a:lnSpc>
                <a:spcPct val="100000"/>
              </a:lnSpc>
              <a:defRPr sz="6600"/>
            </a:lvl1pPr>
          </a:lstStyle>
          <a:p>
            <a:r>
              <a:rPr lang="en-GB"/>
              <a:t>Click to edit Master title style</a:t>
            </a:r>
            <a:endParaRPr lang="en-US" dirty="0"/>
          </a:p>
        </p:txBody>
      </p:sp>
      <p:sp>
        <p:nvSpPr>
          <p:cNvPr id="6" name="Text Placeholder 5">
            <a:extLst>
              <a:ext uri="{FF2B5EF4-FFF2-40B4-BE49-F238E27FC236}">
                <a16:creationId xmlns:a16="http://schemas.microsoft.com/office/drawing/2014/main" id="{0A3A638D-808C-1D58-511A-6998F856FA58}"/>
              </a:ext>
            </a:extLst>
          </p:cNvPr>
          <p:cNvSpPr>
            <a:spLocks noGrp="1"/>
          </p:cNvSpPr>
          <p:nvPr>
            <p:ph type="body" sz="quarter" idx="12" hasCustomPrompt="1"/>
          </p:nvPr>
        </p:nvSpPr>
        <p:spPr>
          <a:xfrm>
            <a:off x="1386010" y="3480547"/>
            <a:ext cx="21350683" cy="9016253"/>
          </a:xfrm>
          <a:prstGeom prst="rect">
            <a:avLst/>
          </a:prstGeom>
        </p:spPr>
        <p:txBody>
          <a:bodyPr>
            <a:normAutofit/>
          </a:bodyPr>
          <a:lstStyle>
            <a:lvl1pPr marL="0" indent="0">
              <a:lnSpc>
                <a:spcPct val="110000"/>
              </a:lnSpc>
              <a:spcBef>
                <a:spcPts val="300"/>
              </a:spcBef>
              <a:spcAft>
                <a:spcPts val="300"/>
              </a:spcAft>
              <a:buFont typeface="Arial" panose="020B0604020202020204" pitchFamily="34" charset="0"/>
              <a:buNone/>
              <a:defRPr sz="4800" b="0" i="0">
                <a:solidFill>
                  <a:srgbClr val="8EE1F0"/>
                </a:solidFill>
                <a:latin typeface="Oracle Sans" panose="020B0503020204020204" pitchFamily="34" charset="0"/>
                <a:cs typeface="Oracle Sans" panose="020B0503020204020204" pitchFamily="34" charset="0"/>
              </a:defRPr>
            </a:lvl1pPr>
            <a:lvl2pPr marL="530225" indent="-512763">
              <a:lnSpc>
                <a:spcPct val="110000"/>
              </a:lnSpc>
              <a:spcBef>
                <a:spcPts val="300"/>
              </a:spcBef>
              <a:spcAft>
                <a:spcPts val="300"/>
              </a:spcAft>
              <a:tabLst/>
              <a:defRPr sz="3600">
                <a:solidFill>
                  <a:schemeClr val="bg1"/>
                </a:solidFill>
              </a:defRPr>
            </a:lvl2pPr>
          </a:lstStyle>
          <a:p>
            <a:pPr lvl="0"/>
            <a:r>
              <a:rPr lang="en-US" dirty="0"/>
              <a:t>Intro lead in copy goes here</a:t>
            </a:r>
          </a:p>
          <a:p>
            <a:pPr lvl="1"/>
            <a:r>
              <a:rPr lang="en-US" dirty="0"/>
              <a:t>Bullet copy goes here</a:t>
            </a:r>
          </a:p>
          <a:p>
            <a:pPr lvl="1"/>
            <a:r>
              <a:rPr lang="en-US" dirty="0"/>
              <a:t>Bullet copy goes here</a:t>
            </a:r>
          </a:p>
          <a:p>
            <a:pPr lvl="1"/>
            <a:endParaRPr lang="en-US" dirty="0"/>
          </a:p>
          <a:p>
            <a:pPr lvl="0"/>
            <a:r>
              <a:rPr lang="en-US" dirty="0"/>
              <a:t>Intro lead in copy goes here</a:t>
            </a:r>
          </a:p>
          <a:p>
            <a:pPr lvl="1"/>
            <a:r>
              <a:rPr lang="en-US" dirty="0"/>
              <a:t>Bullet copy goes here</a:t>
            </a:r>
          </a:p>
          <a:p>
            <a:pPr lvl="1"/>
            <a:endParaRPr lang="en-US" dirty="0"/>
          </a:p>
        </p:txBody>
      </p:sp>
      <p:sp>
        <p:nvSpPr>
          <p:cNvPr id="4" name="Footer Placeholder 3">
            <a:extLst>
              <a:ext uri="{FF2B5EF4-FFF2-40B4-BE49-F238E27FC236}">
                <a16:creationId xmlns:a16="http://schemas.microsoft.com/office/drawing/2014/main" id="{06C5A97D-CC10-AA87-3906-61F2229FF26A}"/>
              </a:ext>
            </a:extLst>
          </p:cNvPr>
          <p:cNvSpPr>
            <a:spLocks noGrp="1"/>
          </p:cNvSpPr>
          <p:nvPr>
            <p:ph type="ftr" sz="quarter" idx="3"/>
          </p:nvPr>
        </p:nvSpPr>
        <p:spPr>
          <a:xfrm>
            <a:off x="1411345" y="12985749"/>
            <a:ext cx="10052413" cy="730250"/>
          </a:xfrm>
          <a:prstGeom prst="rect">
            <a:avLst/>
          </a:prstGeom>
        </p:spPr>
        <p:txBody>
          <a:bodyPr vert="horz" lIns="91440" tIns="45720" rIns="91440" bIns="45720" rtlCol="0" anchor="ctr"/>
          <a:lstStyle>
            <a:lvl1pPr algn="l">
              <a:defRPr sz="1400" b="0" i="0">
                <a:solidFill>
                  <a:schemeClr val="bg2"/>
                </a:solidFill>
                <a:latin typeface="Oracle Sans Light" panose="020B0403020204020204" pitchFamily="34" charset="0"/>
                <a:cs typeface="Oracle Sans Light" panose="020B0403020204020204" pitchFamily="34" charset="0"/>
              </a:defRPr>
            </a:lvl1p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CA" sz="1400" b="0" i="0" u="none" strike="noStrike" kern="1200" cap="none" spc="0" normalizeH="0" baseline="0" noProof="0" dirty="0">
                <a:ln>
                  <a:noFill/>
                </a:ln>
                <a:solidFill>
                  <a:schemeClr val="bg2"/>
                </a:solidFill>
                <a:effectLst/>
                <a:uLnTx/>
                <a:uFillTx/>
                <a:latin typeface="Oracle Sans Light" panose="020B0403020204020204" pitchFamily="34" charset="0"/>
                <a:ea typeface="+mn-ea"/>
                <a:cs typeface="Oracle Sans Light" panose="020B0403020204020204" pitchFamily="34" charset="0"/>
              </a:rPr>
              <a:t>Java Day Copyright © 2024, Oracle and/or its affiliates</a:t>
            </a:r>
          </a:p>
        </p:txBody>
      </p:sp>
      <p:sp>
        <p:nvSpPr>
          <p:cNvPr id="5" name="Slide Number Placeholder 5">
            <a:extLst>
              <a:ext uri="{FF2B5EF4-FFF2-40B4-BE49-F238E27FC236}">
                <a16:creationId xmlns:a16="http://schemas.microsoft.com/office/drawing/2014/main" id="{B4F9079A-3577-501A-5AA6-6E05BFECE04E}"/>
              </a:ext>
            </a:extLst>
          </p:cNvPr>
          <p:cNvSpPr>
            <a:spLocks noGrp="1"/>
          </p:cNvSpPr>
          <p:nvPr>
            <p:ph type="sldNum" sz="quarter" idx="4"/>
          </p:nvPr>
        </p:nvSpPr>
        <p:spPr>
          <a:xfrm>
            <a:off x="449152" y="12985749"/>
            <a:ext cx="871646" cy="730250"/>
          </a:xfrm>
          <a:prstGeom prst="rect">
            <a:avLst/>
          </a:prstGeom>
        </p:spPr>
        <p:txBody>
          <a:bodyPr vert="horz" lIns="91440" tIns="45720" rIns="91440" bIns="45720" rtlCol="0" anchor="ctr"/>
          <a:lstStyle>
            <a:lvl1pPr algn="l">
              <a:defRPr sz="1600">
                <a:solidFill>
                  <a:schemeClr val="bg2"/>
                </a:solidFill>
                <a:latin typeface="Oracle Sans" panose="020B0503020204020204" pitchFamily="34" charset="0"/>
                <a:cs typeface="Oracle Sans" panose="020B0503020204020204" pitchFamily="34" charset="0"/>
              </a:defRPr>
            </a:lvl1pPr>
          </a:lstStyle>
          <a:p>
            <a:fld id="{CFF4B978-1D82-7745-80C5-DBABA6B131D3}" type="slidenum">
              <a:rPr lang="en-US" smtClean="0"/>
              <a:pPr/>
              <a:t>‹#›</a:t>
            </a:fld>
            <a:endParaRPr lang="en-US"/>
          </a:p>
        </p:txBody>
      </p:sp>
      <p:pic>
        <p:nvPicPr>
          <p:cNvPr id="7" name="Picture 6">
            <a:extLst>
              <a:ext uri="{FF2B5EF4-FFF2-40B4-BE49-F238E27FC236}">
                <a16:creationId xmlns:a16="http://schemas.microsoft.com/office/drawing/2014/main" id="{C1F758D6-97ED-A846-F3EA-3D737875EBFE}"/>
              </a:ext>
            </a:extLst>
          </p:cNvPr>
          <p:cNvPicPr>
            <a:picLocks noChangeAspect="1"/>
          </p:cNvPicPr>
          <p:nvPr userDrawn="1"/>
        </p:nvPicPr>
        <p:blipFill>
          <a:blip r:embed="rId3">
            <a:alphaModFix/>
          </a:blip>
          <a:stretch>
            <a:fillRect/>
          </a:stretch>
        </p:blipFill>
        <p:spPr>
          <a:xfrm>
            <a:off x="22762011" y="12898102"/>
            <a:ext cx="817080" cy="827423"/>
          </a:xfrm>
          <a:prstGeom prst="rect">
            <a:avLst/>
          </a:prstGeom>
        </p:spPr>
      </p:pic>
    </p:spTree>
    <p:extLst>
      <p:ext uri="{BB962C8B-B14F-4D97-AF65-F5344CB8AC3E}">
        <p14:creationId xmlns:p14="http://schemas.microsoft.com/office/powerpoint/2010/main" val="216616790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Title + 2Col Dark">
    <p:bg>
      <p:bgPr>
        <a:solidFill>
          <a:srgbClr val="00758F"/>
        </a:solidFill>
        <a:effectLst/>
      </p:bgPr>
    </p:bg>
    <p:spTree>
      <p:nvGrpSpPr>
        <p:cNvPr id="1" name=""/>
        <p:cNvGrpSpPr/>
        <p:nvPr/>
      </p:nvGrpSpPr>
      <p:grpSpPr>
        <a:xfrm>
          <a:off x="0" y="0"/>
          <a:ext cx="0" cy="0"/>
          <a:chOff x="0" y="0"/>
          <a:chExt cx="0" cy="0"/>
        </a:xfrm>
      </p:grpSpPr>
      <p:pic>
        <p:nvPicPr>
          <p:cNvPr id="4" name="Picture 3" descr="Background pattern&#10;&#10;Description automatically generated">
            <a:extLst>
              <a:ext uri="{FF2B5EF4-FFF2-40B4-BE49-F238E27FC236}">
                <a16:creationId xmlns:a16="http://schemas.microsoft.com/office/drawing/2014/main" id="{6CA7B848-BD9F-B678-4E8D-E45280A49A0E}"/>
              </a:ext>
            </a:extLst>
          </p:cNvPr>
          <p:cNvPicPr>
            <a:picLocks noChangeAspect="1"/>
          </p:cNvPicPr>
          <p:nvPr userDrawn="1"/>
        </p:nvPicPr>
        <p:blipFill>
          <a:blip r:embed="rId2"/>
          <a:stretch>
            <a:fillRect/>
          </a:stretch>
        </p:blipFill>
        <p:spPr>
          <a:xfrm>
            <a:off x="0" y="0"/>
            <a:ext cx="24384000" cy="13716000"/>
          </a:xfrm>
          <a:prstGeom prst="rect">
            <a:avLst/>
          </a:prstGeom>
        </p:spPr>
      </p:pic>
      <p:sp>
        <p:nvSpPr>
          <p:cNvPr id="2" name="Title 1">
            <a:extLst>
              <a:ext uri="{FF2B5EF4-FFF2-40B4-BE49-F238E27FC236}">
                <a16:creationId xmlns:a16="http://schemas.microsoft.com/office/drawing/2014/main" id="{F94858BE-7560-276C-2462-8DAC14136998}"/>
              </a:ext>
            </a:extLst>
          </p:cNvPr>
          <p:cNvSpPr>
            <a:spLocks noGrp="1"/>
          </p:cNvSpPr>
          <p:nvPr>
            <p:ph type="title"/>
          </p:nvPr>
        </p:nvSpPr>
        <p:spPr>
          <a:xfrm>
            <a:off x="1386010" y="672354"/>
            <a:ext cx="22189047" cy="1880607"/>
          </a:xfrm>
          <a:prstGeom prst="rect">
            <a:avLst/>
          </a:prstGeom>
        </p:spPr>
        <p:txBody>
          <a:bodyPr anchor="b">
            <a:noAutofit/>
          </a:bodyPr>
          <a:lstStyle>
            <a:lvl1pPr>
              <a:lnSpc>
                <a:spcPct val="100000"/>
              </a:lnSpc>
              <a:defRPr sz="6600"/>
            </a:lvl1pPr>
          </a:lstStyle>
          <a:p>
            <a:r>
              <a:rPr lang="en-GB"/>
              <a:t>Click to edit Master title style</a:t>
            </a:r>
            <a:endParaRPr lang="en-US" dirty="0"/>
          </a:p>
        </p:txBody>
      </p:sp>
      <p:sp>
        <p:nvSpPr>
          <p:cNvPr id="6" name="Text Placeholder 5">
            <a:extLst>
              <a:ext uri="{FF2B5EF4-FFF2-40B4-BE49-F238E27FC236}">
                <a16:creationId xmlns:a16="http://schemas.microsoft.com/office/drawing/2014/main" id="{0A3A638D-808C-1D58-511A-6998F856FA58}"/>
              </a:ext>
            </a:extLst>
          </p:cNvPr>
          <p:cNvSpPr>
            <a:spLocks noGrp="1"/>
          </p:cNvSpPr>
          <p:nvPr>
            <p:ph type="body" sz="quarter" idx="12" hasCustomPrompt="1"/>
          </p:nvPr>
        </p:nvSpPr>
        <p:spPr>
          <a:xfrm>
            <a:off x="1386010" y="3480547"/>
            <a:ext cx="10807577" cy="9016253"/>
          </a:xfrm>
          <a:prstGeom prst="rect">
            <a:avLst/>
          </a:prstGeom>
        </p:spPr>
        <p:txBody>
          <a:bodyPr>
            <a:normAutofit/>
          </a:bodyPr>
          <a:lstStyle>
            <a:lvl1pPr marL="0" indent="0">
              <a:lnSpc>
                <a:spcPct val="110000"/>
              </a:lnSpc>
              <a:spcBef>
                <a:spcPts val="300"/>
              </a:spcBef>
              <a:spcAft>
                <a:spcPts val="300"/>
              </a:spcAft>
              <a:buFont typeface="Arial" panose="020B0604020202020204" pitchFamily="34" charset="0"/>
              <a:buNone/>
              <a:defRPr sz="4800" b="0" i="0">
                <a:solidFill>
                  <a:srgbClr val="8EE1F0"/>
                </a:solidFill>
                <a:latin typeface="Oracle Sans" panose="020B0503020204020204" pitchFamily="34" charset="0"/>
                <a:cs typeface="Oracle Sans" panose="020B0503020204020204" pitchFamily="34" charset="0"/>
              </a:defRPr>
            </a:lvl1pPr>
            <a:lvl2pPr marL="530225" indent="-512763">
              <a:lnSpc>
                <a:spcPct val="110000"/>
              </a:lnSpc>
              <a:spcBef>
                <a:spcPts val="300"/>
              </a:spcBef>
              <a:spcAft>
                <a:spcPts val="300"/>
              </a:spcAft>
              <a:tabLst/>
              <a:defRPr sz="3600">
                <a:solidFill>
                  <a:schemeClr val="bg1"/>
                </a:solidFill>
              </a:defRPr>
            </a:lvl2pPr>
          </a:lstStyle>
          <a:p>
            <a:pPr lvl="0"/>
            <a:r>
              <a:rPr lang="en-US" dirty="0"/>
              <a:t>Intro lead in copy goes here</a:t>
            </a:r>
          </a:p>
          <a:p>
            <a:pPr lvl="1"/>
            <a:r>
              <a:rPr lang="en-US" dirty="0"/>
              <a:t>Bullet copy goes here</a:t>
            </a:r>
          </a:p>
          <a:p>
            <a:pPr lvl="1"/>
            <a:r>
              <a:rPr lang="en-US" dirty="0"/>
              <a:t>Bullet copy goes here</a:t>
            </a:r>
          </a:p>
          <a:p>
            <a:pPr lvl="1"/>
            <a:endParaRPr lang="en-US" dirty="0"/>
          </a:p>
        </p:txBody>
      </p:sp>
      <p:sp>
        <p:nvSpPr>
          <p:cNvPr id="3" name="Text Placeholder 5">
            <a:extLst>
              <a:ext uri="{FF2B5EF4-FFF2-40B4-BE49-F238E27FC236}">
                <a16:creationId xmlns:a16="http://schemas.microsoft.com/office/drawing/2014/main" id="{D71A2680-F13D-0766-263B-AE434BF6D4EC}"/>
              </a:ext>
            </a:extLst>
          </p:cNvPr>
          <p:cNvSpPr>
            <a:spLocks noGrp="1"/>
          </p:cNvSpPr>
          <p:nvPr>
            <p:ph type="body" sz="quarter" idx="13" hasCustomPrompt="1"/>
          </p:nvPr>
        </p:nvSpPr>
        <p:spPr>
          <a:xfrm>
            <a:off x="12764444" y="3480547"/>
            <a:ext cx="10807577" cy="9016253"/>
          </a:xfrm>
          <a:prstGeom prst="rect">
            <a:avLst/>
          </a:prstGeom>
        </p:spPr>
        <p:txBody>
          <a:bodyPr>
            <a:normAutofit/>
          </a:bodyPr>
          <a:lstStyle>
            <a:lvl1pPr marL="0" indent="0">
              <a:lnSpc>
                <a:spcPct val="110000"/>
              </a:lnSpc>
              <a:spcBef>
                <a:spcPts val="300"/>
              </a:spcBef>
              <a:spcAft>
                <a:spcPts val="300"/>
              </a:spcAft>
              <a:buFont typeface="Arial" panose="020B0604020202020204" pitchFamily="34" charset="0"/>
              <a:buNone/>
              <a:defRPr sz="4800" b="0" i="0">
                <a:solidFill>
                  <a:srgbClr val="8EE1F0"/>
                </a:solidFill>
                <a:latin typeface="Oracle Sans" panose="020B0503020204020204" pitchFamily="34" charset="0"/>
                <a:cs typeface="Oracle Sans" panose="020B0503020204020204" pitchFamily="34" charset="0"/>
              </a:defRPr>
            </a:lvl1pPr>
            <a:lvl2pPr marL="530225" indent="-512763">
              <a:lnSpc>
                <a:spcPct val="110000"/>
              </a:lnSpc>
              <a:spcBef>
                <a:spcPts val="300"/>
              </a:spcBef>
              <a:spcAft>
                <a:spcPts val="300"/>
              </a:spcAft>
              <a:tabLst/>
              <a:defRPr sz="3600">
                <a:solidFill>
                  <a:schemeClr val="bg1"/>
                </a:solidFill>
              </a:defRPr>
            </a:lvl2pPr>
          </a:lstStyle>
          <a:p>
            <a:pPr lvl="0"/>
            <a:r>
              <a:rPr lang="en-US" dirty="0"/>
              <a:t>Intro lead in copy goes here</a:t>
            </a:r>
          </a:p>
          <a:p>
            <a:pPr lvl="1"/>
            <a:r>
              <a:rPr lang="en-US" dirty="0"/>
              <a:t>Bullet copy goes here</a:t>
            </a:r>
          </a:p>
          <a:p>
            <a:pPr lvl="1"/>
            <a:r>
              <a:rPr lang="en-US" dirty="0"/>
              <a:t>Bullet copy goes here</a:t>
            </a:r>
          </a:p>
          <a:p>
            <a:pPr lvl="1"/>
            <a:endParaRPr lang="en-US" dirty="0"/>
          </a:p>
          <a:p>
            <a:pPr lvl="1"/>
            <a:endParaRPr lang="en-US" dirty="0"/>
          </a:p>
        </p:txBody>
      </p:sp>
      <p:sp>
        <p:nvSpPr>
          <p:cNvPr id="5" name="Footer Placeholder 3">
            <a:extLst>
              <a:ext uri="{FF2B5EF4-FFF2-40B4-BE49-F238E27FC236}">
                <a16:creationId xmlns:a16="http://schemas.microsoft.com/office/drawing/2014/main" id="{D7FC1E34-3F94-5F0C-8DFA-203C52DDA17D}"/>
              </a:ext>
            </a:extLst>
          </p:cNvPr>
          <p:cNvSpPr>
            <a:spLocks noGrp="1"/>
          </p:cNvSpPr>
          <p:nvPr>
            <p:ph type="ftr" sz="quarter" idx="3"/>
          </p:nvPr>
        </p:nvSpPr>
        <p:spPr>
          <a:xfrm>
            <a:off x="1411345" y="12985749"/>
            <a:ext cx="10052413" cy="730250"/>
          </a:xfrm>
          <a:prstGeom prst="rect">
            <a:avLst/>
          </a:prstGeom>
        </p:spPr>
        <p:txBody>
          <a:bodyPr vert="horz" lIns="91440" tIns="45720" rIns="91440" bIns="45720" rtlCol="0" anchor="ctr"/>
          <a:lstStyle>
            <a:lvl1pPr algn="l">
              <a:defRPr sz="1400" b="0" i="0">
                <a:solidFill>
                  <a:schemeClr val="bg2"/>
                </a:solidFill>
                <a:latin typeface="Oracle Sans Light" panose="020B0403020204020204" pitchFamily="34" charset="0"/>
                <a:cs typeface="Oracle Sans Light" panose="020B0403020204020204" pitchFamily="34" charset="0"/>
              </a:defRPr>
            </a:lvl1p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CA" sz="1400" b="0" i="0" u="none" strike="noStrike" kern="1200" cap="none" spc="0" normalizeH="0" baseline="0" noProof="0" dirty="0">
                <a:ln>
                  <a:noFill/>
                </a:ln>
                <a:solidFill>
                  <a:schemeClr val="bg2"/>
                </a:solidFill>
                <a:effectLst/>
                <a:uLnTx/>
                <a:uFillTx/>
                <a:latin typeface="Oracle Sans Light" panose="020B0403020204020204" pitchFamily="34" charset="0"/>
                <a:ea typeface="+mn-ea"/>
                <a:cs typeface="Oracle Sans Light" panose="020B0403020204020204" pitchFamily="34" charset="0"/>
              </a:rPr>
              <a:t>Java Day Copyright © 2024, Oracle and/or its affiliates</a:t>
            </a:r>
          </a:p>
        </p:txBody>
      </p:sp>
      <p:sp>
        <p:nvSpPr>
          <p:cNvPr id="7" name="Slide Number Placeholder 5">
            <a:extLst>
              <a:ext uri="{FF2B5EF4-FFF2-40B4-BE49-F238E27FC236}">
                <a16:creationId xmlns:a16="http://schemas.microsoft.com/office/drawing/2014/main" id="{DD4885ED-78C4-DDCB-DD60-80A05797E174}"/>
              </a:ext>
            </a:extLst>
          </p:cNvPr>
          <p:cNvSpPr>
            <a:spLocks noGrp="1"/>
          </p:cNvSpPr>
          <p:nvPr>
            <p:ph type="sldNum" sz="quarter" idx="4"/>
          </p:nvPr>
        </p:nvSpPr>
        <p:spPr>
          <a:xfrm>
            <a:off x="449152" y="12985749"/>
            <a:ext cx="871646" cy="730250"/>
          </a:xfrm>
          <a:prstGeom prst="rect">
            <a:avLst/>
          </a:prstGeom>
        </p:spPr>
        <p:txBody>
          <a:bodyPr vert="horz" lIns="91440" tIns="45720" rIns="91440" bIns="45720" rtlCol="0" anchor="ctr"/>
          <a:lstStyle>
            <a:lvl1pPr algn="l">
              <a:defRPr sz="1600">
                <a:solidFill>
                  <a:schemeClr val="bg2"/>
                </a:solidFill>
                <a:latin typeface="Oracle Sans" panose="020B0503020204020204" pitchFamily="34" charset="0"/>
                <a:cs typeface="Oracle Sans" panose="020B0503020204020204" pitchFamily="34" charset="0"/>
              </a:defRPr>
            </a:lvl1pPr>
          </a:lstStyle>
          <a:p>
            <a:fld id="{CFF4B978-1D82-7745-80C5-DBABA6B131D3}" type="slidenum">
              <a:rPr lang="en-US" smtClean="0"/>
              <a:pPr/>
              <a:t>‹#›</a:t>
            </a:fld>
            <a:endParaRPr lang="en-US"/>
          </a:p>
        </p:txBody>
      </p:sp>
      <p:pic>
        <p:nvPicPr>
          <p:cNvPr id="8" name="Picture 7">
            <a:extLst>
              <a:ext uri="{FF2B5EF4-FFF2-40B4-BE49-F238E27FC236}">
                <a16:creationId xmlns:a16="http://schemas.microsoft.com/office/drawing/2014/main" id="{AFA46791-44B9-0DC7-7DAD-D67E0D463798}"/>
              </a:ext>
            </a:extLst>
          </p:cNvPr>
          <p:cNvPicPr>
            <a:picLocks noChangeAspect="1"/>
          </p:cNvPicPr>
          <p:nvPr userDrawn="1"/>
        </p:nvPicPr>
        <p:blipFill>
          <a:blip r:embed="rId3">
            <a:alphaModFix/>
          </a:blip>
          <a:stretch>
            <a:fillRect/>
          </a:stretch>
        </p:blipFill>
        <p:spPr>
          <a:xfrm>
            <a:off x="22762011" y="12898102"/>
            <a:ext cx="817080" cy="827423"/>
          </a:xfrm>
          <a:prstGeom prst="rect">
            <a:avLst/>
          </a:prstGeom>
        </p:spPr>
      </p:pic>
    </p:spTree>
    <p:extLst>
      <p:ext uri="{BB962C8B-B14F-4D97-AF65-F5344CB8AC3E}">
        <p14:creationId xmlns:p14="http://schemas.microsoft.com/office/powerpoint/2010/main" val="308703690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itle + 2Col Content Dark">
    <p:bg>
      <p:bgPr>
        <a:solidFill>
          <a:srgbClr val="00758F"/>
        </a:solidFill>
        <a:effectLst/>
      </p:bgPr>
    </p:bg>
    <p:spTree>
      <p:nvGrpSpPr>
        <p:cNvPr id="1" name=""/>
        <p:cNvGrpSpPr/>
        <p:nvPr/>
      </p:nvGrpSpPr>
      <p:grpSpPr>
        <a:xfrm>
          <a:off x="0" y="0"/>
          <a:ext cx="0" cy="0"/>
          <a:chOff x="0" y="0"/>
          <a:chExt cx="0" cy="0"/>
        </a:xfrm>
      </p:grpSpPr>
      <p:pic>
        <p:nvPicPr>
          <p:cNvPr id="3" name="Picture 2" descr="Background pattern&#10;&#10;Description automatically generated">
            <a:extLst>
              <a:ext uri="{FF2B5EF4-FFF2-40B4-BE49-F238E27FC236}">
                <a16:creationId xmlns:a16="http://schemas.microsoft.com/office/drawing/2014/main" id="{B6076358-5353-F6C9-3B4E-507E60F2FA3A}"/>
              </a:ext>
            </a:extLst>
          </p:cNvPr>
          <p:cNvPicPr>
            <a:picLocks noChangeAspect="1"/>
          </p:cNvPicPr>
          <p:nvPr userDrawn="1"/>
        </p:nvPicPr>
        <p:blipFill>
          <a:blip r:embed="rId2"/>
          <a:stretch>
            <a:fillRect/>
          </a:stretch>
        </p:blipFill>
        <p:spPr>
          <a:xfrm>
            <a:off x="0" y="0"/>
            <a:ext cx="24384000" cy="13716000"/>
          </a:xfrm>
          <a:prstGeom prst="rect">
            <a:avLst/>
          </a:prstGeom>
        </p:spPr>
      </p:pic>
      <p:sp>
        <p:nvSpPr>
          <p:cNvPr id="2" name="Title 1">
            <a:extLst>
              <a:ext uri="{FF2B5EF4-FFF2-40B4-BE49-F238E27FC236}">
                <a16:creationId xmlns:a16="http://schemas.microsoft.com/office/drawing/2014/main" id="{F94858BE-7560-276C-2462-8DAC14136998}"/>
              </a:ext>
            </a:extLst>
          </p:cNvPr>
          <p:cNvSpPr>
            <a:spLocks noGrp="1"/>
          </p:cNvSpPr>
          <p:nvPr>
            <p:ph type="title"/>
          </p:nvPr>
        </p:nvSpPr>
        <p:spPr>
          <a:xfrm>
            <a:off x="1386010" y="672354"/>
            <a:ext cx="22189047" cy="1880607"/>
          </a:xfrm>
          <a:prstGeom prst="rect">
            <a:avLst/>
          </a:prstGeom>
        </p:spPr>
        <p:txBody>
          <a:bodyPr anchor="b">
            <a:noAutofit/>
          </a:bodyPr>
          <a:lstStyle>
            <a:lvl1pPr>
              <a:lnSpc>
                <a:spcPct val="100000"/>
              </a:lnSpc>
              <a:defRPr sz="6600"/>
            </a:lvl1pPr>
          </a:lstStyle>
          <a:p>
            <a:r>
              <a:rPr lang="en-GB"/>
              <a:t>Click to edit Master title style</a:t>
            </a:r>
            <a:endParaRPr lang="en-US" dirty="0"/>
          </a:p>
        </p:txBody>
      </p:sp>
      <p:sp>
        <p:nvSpPr>
          <p:cNvPr id="5" name="Content Placeholder 4">
            <a:extLst>
              <a:ext uri="{FF2B5EF4-FFF2-40B4-BE49-F238E27FC236}">
                <a16:creationId xmlns:a16="http://schemas.microsoft.com/office/drawing/2014/main" id="{AC317569-E2FA-B73B-1BAD-580DE3335D91}"/>
              </a:ext>
            </a:extLst>
          </p:cNvPr>
          <p:cNvSpPr>
            <a:spLocks noGrp="1"/>
          </p:cNvSpPr>
          <p:nvPr>
            <p:ph sz="quarter" idx="14"/>
          </p:nvPr>
        </p:nvSpPr>
        <p:spPr>
          <a:xfrm>
            <a:off x="1386010" y="3588124"/>
            <a:ext cx="10806635" cy="9017000"/>
          </a:xfrm>
          <a:prstGeom prst="rect">
            <a:avLst/>
          </a:prstGeom>
        </p:spPr>
        <p:txBody>
          <a:bodyPr/>
          <a:lstStyle>
            <a:lvl1pPr marL="0" indent="0">
              <a:buFont typeface="Arial" panose="020B0604020202020204" pitchFamily="34" charset="0"/>
              <a:buNone/>
              <a:defRPr sz="4800" b="0" i="0">
                <a:solidFill>
                  <a:srgbClr val="8EE1F0"/>
                </a:solidFill>
                <a:latin typeface="Oracle Sans" panose="020B0503020204020204" pitchFamily="34" charset="0"/>
                <a:cs typeface="Oracle Sans" panose="020B0503020204020204" pitchFamily="34" charset="0"/>
              </a:defRPr>
            </a:lvl1pPr>
            <a:lvl2pPr marL="466725" indent="0">
              <a:buNone/>
              <a:tabLst/>
              <a:defRPr sz="3600">
                <a:solidFill>
                  <a:schemeClr val="bg1"/>
                </a:solidFill>
              </a:defRPr>
            </a:lvl2pPr>
            <a:lvl3pPr marL="1828709" indent="0">
              <a:buNone/>
              <a:defRPr/>
            </a:lvl3pPr>
          </a:lstStyle>
          <a:p>
            <a:pPr lvl="0"/>
            <a:r>
              <a:rPr lang="en-GB"/>
              <a:t>Click to edit Master text styles</a:t>
            </a:r>
          </a:p>
          <a:p>
            <a:pPr lvl="1"/>
            <a:r>
              <a:rPr lang="en-GB"/>
              <a:t>Second level</a:t>
            </a:r>
          </a:p>
        </p:txBody>
      </p:sp>
      <p:sp>
        <p:nvSpPr>
          <p:cNvPr id="7" name="Content Placeholder 4">
            <a:extLst>
              <a:ext uri="{FF2B5EF4-FFF2-40B4-BE49-F238E27FC236}">
                <a16:creationId xmlns:a16="http://schemas.microsoft.com/office/drawing/2014/main" id="{947897F1-492D-B95A-6F34-FCB5CDEC507C}"/>
              </a:ext>
            </a:extLst>
          </p:cNvPr>
          <p:cNvSpPr>
            <a:spLocks noGrp="1"/>
          </p:cNvSpPr>
          <p:nvPr>
            <p:ph sz="quarter" idx="15"/>
          </p:nvPr>
        </p:nvSpPr>
        <p:spPr>
          <a:xfrm>
            <a:off x="12781871" y="3588124"/>
            <a:ext cx="10806635" cy="9017000"/>
          </a:xfrm>
          <a:prstGeom prst="rect">
            <a:avLst/>
          </a:prstGeom>
        </p:spPr>
        <p:txBody>
          <a:bodyPr/>
          <a:lstStyle>
            <a:lvl1pPr marL="0" indent="0">
              <a:buFont typeface="Arial" panose="020B0604020202020204" pitchFamily="34" charset="0"/>
              <a:buNone/>
              <a:defRPr sz="4800" b="0" i="0">
                <a:solidFill>
                  <a:srgbClr val="8EE1F0"/>
                </a:solidFill>
                <a:latin typeface="Oracle Sans" panose="020B0503020204020204" pitchFamily="34" charset="0"/>
                <a:cs typeface="Oracle Sans" panose="020B0503020204020204" pitchFamily="34" charset="0"/>
              </a:defRPr>
            </a:lvl1pPr>
            <a:lvl2pPr marL="466725" indent="0">
              <a:buNone/>
              <a:tabLst/>
              <a:defRPr sz="3600">
                <a:solidFill>
                  <a:schemeClr val="bg1"/>
                </a:solidFill>
              </a:defRPr>
            </a:lvl2pPr>
            <a:lvl3pPr marL="1828709" indent="0">
              <a:buNone/>
              <a:defRPr/>
            </a:lvl3pPr>
          </a:lstStyle>
          <a:p>
            <a:pPr lvl="0"/>
            <a:r>
              <a:rPr lang="en-GB"/>
              <a:t>Click to edit Master text styles</a:t>
            </a:r>
          </a:p>
          <a:p>
            <a:pPr lvl="1"/>
            <a:r>
              <a:rPr lang="en-GB"/>
              <a:t>Second level</a:t>
            </a:r>
          </a:p>
        </p:txBody>
      </p:sp>
      <p:sp>
        <p:nvSpPr>
          <p:cNvPr id="4" name="Footer Placeholder 3">
            <a:extLst>
              <a:ext uri="{FF2B5EF4-FFF2-40B4-BE49-F238E27FC236}">
                <a16:creationId xmlns:a16="http://schemas.microsoft.com/office/drawing/2014/main" id="{C192BD22-C81A-98A7-940B-BE9202D3ACC0}"/>
              </a:ext>
            </a:extLst>
          </p:cNvPr>
          <p:cNvSpPr>
            <a:spLocks noGrp="1"/>
          </p:cNvSpPr>
          <p:nvPr>
            <p:ph type="ftr" sz="quarter" idx="3"/>
          </p:nvPr>
        </p:nvSpPr>
        <p:spPr>
          <a:xfrm>
            <a:off x="1411345" y="12985749"/>
            <a:ext cx="10052413" cy="730250"/>
          </a:xfrm>
          <a:prstGeom prst="rect">
            <a:avLst/>
          </a:prstGeom>
        </p:spPr>
        <p:txBody>
          <a:bodyPr vert="horz" lIns="91440" tIns="45720" rIns="91440" bIns="45720" rtlCol="0" anchor="ctr"/>
          <a:lstStyle>
            <a:lvl1pPr algn="l">
              <a:defRPr sz="1400" b="0" i="0">
                <a:solidFill>
                  <a:schemeClr val="bg2"/>
                </a:solidFill>
                <a:latin typeface="Oracle Sans Light" panose="020B0403020204020204" pitchFamily="34" charset="0"/>
                <a:cs typeface="Oracle Sans Light" panose="020B0403020204020204" pitchFamily="34" charset="0"/>
              </a:defRPr>
            </a:lvl1p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CA" sz="1400" b="0" i="0" u="none" strike="noStrike" kern="1200" cap="none" spc="0" normalizeH="0" baseline="0" noProof="0" dirty="0">
                <a:ln>
                  <a:noFill/>
                </a:ln>
                <a:solidFill>
                  <a:schemeClr val="bg2"/>
                </a:solidFill>
                <a:effectLst/>
                <a:uLnTx/>
                <a:uFillTx/>
                <a:latin typeface="Oracle Sans Light" panose="020B0403020204020204" pitchFamily="34" charset="0"/>
                <a:ea typeface="+mn-ea"/>
                <a:cs typeface="Oracle Sans Light" panose="020B0403020204020204" pitchFamily="34" charset="0"/>
              </a:rPr>
              <a:t>Java Day Copyright © 2024, Oracle and/or its affiliates</a:t>
            </a:r>
          </a:p>
        </p:txBody>
      </p:sp>
      <p:sp>
        <p:nvSpPr>
          <p:cNvPr id="6" name="Slide Number Placeholder 5">
            <a:extLst>
              <a:ext uri="{FF2B5EF4-FFF2-40B4-BE49-F238E27FC236}">
                <a16:creationId xmlns:a16="http://schemas.microsoft.com/office/drawing/2014/main" id="{307449EB-8263-AC70-B5F0-668F2ACF956A}"/>
              </a:ext>
            </a:extLst>
          </p:cNvPr>
          <p:cNvSpPr>
            <a:spLocks noGrp="1"/>
          </p:cNvSpPr>
          <p:nvPr>
            <p:ph type="sldNum" sz="quarter" idx="4"/>
          </p:nvPr>
        </p:nvSpPr>
        <p:spPr>
          <a:xfrm>
            <a:off x="449152" y="12985749"/>
            <a:ext cx="871646" cy="730250"/>
          </a:xfrm>
          <a:prstGeom prst="rect">
            <a:avLst/>
          </a:prstGeom>
        </p:spPr>
        <p:txBody>
          <a:bodyPr vert="horz" lIns="91440" tIns="45720" rIns="91440" bIns="45720" rtlCol="0" anchor="ctr"/>
          <a:lstStyle>
            <a:lvl1pPr algn="l">
              <a:defRPr sz="1600">
                <a:solidFill>
                  <a:schemeClr val="bg2"/>
                </a:solidFill>
                <a:latin typeface="Oracle Sans" panose="020B0503020204020204" pitchFamily="34" charset="0"/>
                <a:cs typeface="Oracle Sans" panose="020B0503020204020204" pitchFamily="34" charset="0"/>
              </a:defRPr>
            </a:lvl1pPr>
          </a:lstStyle>
          <a:p>
            <a:fld id="{CFF4B978-1D82-7745-80C5-DBABA6B131D3}" type="slidenum">
              <a:rPr lang="en-US" smtClean="0"/>
              <a:pPr/>
              <a:t>‹#›</a:t>
            </a:fld>
            <a:endParaRPr lang="en-US"/>
          </a:p>
        </p:txBody>
      </p:sp>
      <p:pic>
        <p:nvPicPr>
          <p:cNvPr id="8" name="Picture 7">
            <a:extLst>
              <a:ext uri="{FF2B5EF4-FFF2-40B4-BE49-F238E27FC236}">
                <a16:creationId xmlns:a16="http://schemas.microsoft.com/office/drawing/2014/main" id="{150A0F0E-A680-69DD-7E1E-FEDB7D916DAE}"/>
              </a:ext>
            </a:extLst>
          </p:cNvPr>
          <p:cNvPicPr>
            <a:picLocks noChangeAspect="1"/>
          </p:cNvPicPr>
          <p:nvPr userDrawn="1"/>
        </p:nvPicPr>
        <p:blipFill>
          <a:blip r:embed="rId3">
            <a:alphaModFix/>
          </a:blip>
          <a:stretch>
            <a:fillRect/>
          </a:stretch>
        </p:blipFill>
        <p:spPr>
          <a:xfrm>
            <a:off x="22762011" y="12898102"/>
            <a:ext cx="817080" cy="827423"/>
          </a:xfrm>
          <a:prstGeom prst="rect">
            <a:avLst/>
          </a:prstGeom>
        </p:spPr>
      </p:pic>
    </p:spTree>
    <p:extLst>
      <p:ext uri="{BB962C8B-B14F-4D97-AF65-F5344CB8AC3E}">
        <p14:creationId xmlns:p14="http://schemas.microsoft.com/office/powerpoint/2010/main" val="1743367274"/>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Multi Statement – Dark">
    <p:bg>
      <p:bgPr>
        <a:solidFill>
          <a:srgbClr val="00758F"/>
        </a:solidFill>
        <a:effectLst/>
      </p:bgPr>
    </p:bg>
    <p:spTree>
      <p:nvGrpSpPr>
        <p:cNvPr id="1" name=""/>
        <p:cNvGrpSpPr/>
        <p:nvPr/>
      </p:nvGrpSpPr>
      <p:grpSpPr>
        <a:xfrm>
          <a:off x="0" y="0"/>
          <a:ext cx="0" cy="0"/>
          <a:chOff x="0" y="0"/>
          <a:chExt cx="0" cy="0"/>
        </a:xfrm>
      </p:grpSpPr>
      <p:pic>
        <p:nvPicPr>
          <p:cNvPr id="2" name="Picture 1" descr="Background pattern&#10;&#10;Description automatically generated">
            <a:extLst>
              <a:ext uri="{FF2B5EF4-FFF2-40B4-BE49-F238E27FC236}">
                <a16:creationId xmlns:a16="http://schemas.microsoft.com/office/drawing/2014/main" id="{EEBB16DF-02C4-6BEB-1849-B85249918DBC}"/>
              </a:ext>
            </a:extLst>
          </p:cNvPr>
          <p:cNvPicPr>
            <a:picLocks noChangeAspect="1"/>
          </p:cNvPicPr>
          <p:nvPr userDrawn="1"/>
        </p:nvPicPr>
        <p:blipFill>
          <a:blip r:embed="rId2"/>
          <a:stretch>
            <a:fillRect/>
          </a:stretch>
        </p:blipFill>
        <p:spPr>
          <a:xfrm>
            <a:off x="0" y="0"/>
            <a:ext cx="24384000" cy="13716000"/>
          </a:xfrm>
          <a:prstGeom prst="rect">
            <a:avLst/>
          </a:prstGeom>
        </p:spPr>
      </p:pic>
      <p:sp>
        <p:nvSpPr>
          <p:cNvPr id="6" name="Title 1">
            <a:extLst>
              <a:ext uri="{FF2B5EF4-FFF2-40B4-BE49-F238E27FC236}">
                <a16:creationId xmlns:a16="http://schemas.microsoft.com/office/drawing/2014/main" id="{C7037730-9FB3-B11E-9642-BFD4B18F99FF}"/>
              </a:ext>
            </a:extLst>
          </p:cNvPr>
          <p:cNvSpPr>
            <a:spLocks noGrp="1"/>
          </p:cNvSpPr>
          <p:nvPr>
            <p:ph type="title"/>
          </p:nvPr>
        </p:nvSpPr>
        <p:spPr>
          <a:xfrm>
            <a:off x="1371870" y="3517941"/>
            <a:ext cx="16784210" cy="2329842"/>
          </a:xfrm>
          <a:prstGeom prst="rect">
            <a:avLst/>
          </a:prstGeom>
        </p:spPr>
        <p:txBody>
          <a:bodyPr anchor="t">
            <a:noAutofit/>
          </a:bodyPr>
          <a:lstStyle>
            <a:lvl1pPr marL="12700" indent="0">
              <a:lnSpc>
                <a:spcPct val="100000"/>
              </a:lnSpc>
              <a:tabLst/>
              <a:defRPr sz="6600" b="0" i="0">
                <a:solidFill>
                  <a:srgbClr val="8EE1F0"/>
                </a:solidFill>
                <a:latin typeface="Oracle Sans Light" panose="020B0403020204020204" pitchFamily="34" charset="0"/>
                <a:cs typeface="Oracle Sans Light" panose="020B0403020204020204" pitchFamily="34" charset="0"/>
              </a:defRPr>
            </a:lvl1pPr>
          </a:lstStyle>
          <a:p>
            <a:r>
              <a:rPr lang="en-GB"/>
              <a:t>Click to edit Master title style</a:t>
            </a:r>
            <a:endParaRPr lang="en-US" dirty="0"/>
          </a:p>
        </p:txBody>
      </p:sp>
      <p:sp>
        <p:nvSpPr>
          <p:cNvPr id="9" name="Text Placeholder 8">
            <a:extLst>
              <a:ext uri="{FF2B5EF4-FFF2-40B4-BE49-F238E27FC236}">
                <a16:creationId xmlns:a16="http://schemas.microsoft.com/office/drawing/2014/main" id="{36EBF83D-7EE7-7829-3D1C-4EF9C36F2644}"/>
              </a:ext>
            </a:extLst>
          </p:cNvPr>
          <p:cNvSpPr>
            <a:spLocks noGrp="1"/>
          </p:cNvSpPr>
          <p:nvPr>
            <p:ph type="body" sz="quarter" idx="10" hasCustomPrompt="1"/>
          </p:nvPr>
        </p:nvSpPr>
        <p:spPr>
          <a:xfrm>
            <a:off x="1371869" y="6602807"/>
            <a:ext cx="16784740" cy="2328862"/>
          </a:xfrm>
          <a:prstGeom prst="rect">
            <a:avLst/>
          </a:prstGeom>
        </p:spPr>
        <p:txBody>
          <a:bodyPr/>
          <a:lstStyle>
            <a:lvl1pPr marL="12700" indent="0" algn="l" defTabSz="1828709" rtl="0" eaLnBrk="1" latinLnBrk="0" hangingPunct="1">
              <a:lnSpc>
                <a:spcPct val="100000"/>
              </a:lnSpc>
              <a:spcBef>
                <a:spcPct val="0"/>
              </a:spcBef>
              <a:buNone/>
              <a:tabLst/>
              <a:defRPr lang="en-US" sz="6600" b="0" i="0" kern="1200" dirty="0">
                <a:solidFill>
                  <a:srgbClr val="8EE1F0"/>
                </a:solidFill>
                <a:latin typeface="Oracle Sans Light" panose="020B0403020204020204" pitchFamily="34" charset="0"/>
                <a:ea typeface="+mj-ea"/>
                <a:cs typeface="Oracle Sans Light" panose="020B0403020204020204" pitchFamily="34" charset="0"/>
              </a:defRPr>
            </a:lvl1pPr>
          </a:lstStyle>
          <a:p>
            <a:pPr lvl="0"/>
            <a:r>
              <a:rPr lang="en-US" dirty="0"/>
              <a:t>Click to edit Master title style</a:t>
            </a:r>
          </a:p>
        </p:txBody>
      </p:sp>
      <p:sp>
        <p:nvSpPr>
          <p:cNvPr id="10" name="Text Placeholder 8">
            <a:extLst>
              <a:ext uri="{FF2B5EF4-FFF2-40B4-BE49-F238E27FC236}">
                <a16:creationId xmlns:a16="http://schemas.microsoft.com/office/drawing/2014/main" id="{A07527E8-348C-DE01-3BE8-F4665F183294}"/>
              </a:ext>
            </a:extLst>
          </p:cNvPr>
          <p:cNvSpPr>
            <a:spLocks noGrp="1"/>
          </p:cNvSpPr>
          <p:nvPr>
            <p:ph type="body" sz="quarter" idx="11" hasCustomPrompt="1"/>
          </p:nvPr>
        </p:nvSpPr>
        <p:spPr>
          <a:xfrm>
            <a:off x="1371869" y="9686693"/>
            <a:ext cx="16784740" cy="2328862"/>
          </a:xfrm>
          <a:prstGeom prst="rect">
            <a:avLst/>
          </a:prstGeom>
        </p:spPr>
        <p:txBody>
          <a:bodyPr/>
          <a:lstStyle>
            <a:lvl1pPr marL="12700" indent="0" algn="l" defTabSz="1828709" rtl="0" eaLnBrk="1" latinLnBrk="0" hangingPunct="1">
              <a:lnSpc>
                <a:spcPct val="100000"/>
              </a:lnSpc>
              <a:spcBef>
                <a:spcPct val="0"/>
              </a:spcBef>
              <a:buNone/>
              <a:tabLst/>
              <a:defRPr lang="en-US" sz="6600" b="0" i="0" kern="1200" dirty="0">
                <a:solidFill>
                  <a:srgbClr val="8EE1F0"/>
                </a:solidFill>
                <a:latin typeface="Oracle Sans Light" panose="020B0403020204020204" pitchFamily="34" charset="0"/>
                <a:ea typeface="+mj-ea"/>
                <a:cs typeface="Oracle Sans Light" panose="020B0403020204020204" pitchFamily="34" charset="0"/>
              </a:defRPr>
            </a:lvl1pPr>
          </a:lstStyle>
          <a:p>
            <a:pPr lvl="0"/>
            <a:r>
              <a:rPr lang="en-US" dirty="0"/>
              <a:t>Click to edit Master title style</a:t>
            </a:r>
          </a:p>
        </p:txBody>
      </p:sp>
      <p:sp>
        <p:nvSpPr>
          <p:cNvPr id="3" name="Footer Placeholder 3">
            <a:extLst>
              <a:ext uri="{FF2B5EF4-FFF2-40B4-BE49-F238E27FC236}">
                <a16:creationId xmlns:a16="http://schemas.microsoft.com/office/drawing/2014/main" id="{7FAFF040-F326-2919-216E-202BEBECD51C}"/>
              </a:ext>
            </a:extLst>
          </p:cNvPr>
          <p:cNvSpPr>
            <a:spLocks noGrp="1"/>
          </p:cNvSpPr>
          <p:nvPr>
            <p:ph type="ftr" sz="quarter" idx="3"/>
          </p:nvPr>
        </p:nvSpPr>
        <p:spPr>
          <a:xfrm>
            <a:off x="1411345" y="12985749"/>
            <a:ext cx="10052413" cy="730250"/>
          </a:xfrm>
          <a:prstGeom prst="rect">
            <a:avLst/>
          </a:prstGeom>
        </p:spPr>
        <p:txBody>
          <a:bodyPr vert="horz" lIns="91440" tIns="45720" rIns="91440" bIns="45720" rtlCol="0" anchor="ctr"/>
          <a:lstStyle>
            <a:lvl1pPr algn="l">
              <a:defRPr sz="1400" b="0" i="0">
                <a:solidFill>
                  <a:schemeClr val="bg2"/>
                </a:solidFill>
                <a:latin typeface="Oracle Sans Light" panose="020B0403020204020204" pitchFamily="34" charset="0"/>
                <a:cs typeface="Oracle Sans Light" panose="020B0403020204020204" pitchFamily="34" charset="0"/>
              </a:defRPr>
            </a:lvl1p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CA" sz="1400" b="0" i="0" u="none" strike="noStrike" kern="1200" cap="none" spc="0" normalizeH="0" baseline="0" noProof="0" dirty="0">
                <a:ln>
                  <a:noFill/>
                </a:ln>
                <a:solidFill>
                  <a:schemeClr val="bg2"/>
                </a:solidFill>
                <a:effectLst/>
                <a:uLnTx/>
                <a:uFillTx/>
                <a:latin typeface="Oracle Sans Light" panose="020B0403020204020204" pitchFamily="34" charset="0"/>
                <a:ea typeface="+mn-ea"/>
                <a:cs typeface="Oracle Sans Light" panose="020B0403020204020204" pitchFamily="34" charset="0"/>
              </a:rPr>
              <a:t>Java Day Copyright © 2024, Oracle and/or its affiliates</a:t>
            </a:r>
          </a:p>
        </p:txBody>
      </p:sp>
      <p:sp>
        <p:nvSpPr>
          <p:cNvPr id="4" name="Slide Number Placeholder 5">
            <a:extLst>
              <a:ext uri="{FF2B5EF4-FFF2-40B4-BE49-F238E27FC236}">
                <a16:creationId xmlns:a16="http://schemas.microsoft.com/office/drawing/2014/main" id="{EFB4BB59-E499-AC56-D945-33041273F97C}"/>
              </a:ext>
            </a:extLst>
          </p:cNvPr>
          <p:cNvSpPr>
            <a:spLocks noGrp="1"/>
          </p:cNvSpPr>
          <p:nvPr>
            <p:ph type="sldNum" sz="quarter" idx="4"/>
          </p:nvPr>
        </p:nvSpPr>
        <p:spPr>
          <a:xfrm>
            <a:off x="449152" y="12985749"/>
            <a:ext cx="871646" cy="730250"/>
          </a:xfrm>
          <a:prstGeom prst="rect">
            <a:avLst/>
          </a:prstGeom>
        </p:spPr>
        <p:txBody>
          <a:bodyPr vert="horz" lIns="91440" tIns="45720" rIns="91440" bIns="45720" rtlCol="0" anchor="ctr"/>
          <a:lstStyle>
            <a:lvl1pPr algn="l">
              <a:defRPr sz="1600">
                <a:solidFill>
                  <a:schemeClr val="bg2"/>
                </a:solidFill>
                <a:latin typeface="Oracle Sans" panose="020B0503020204020204" pitchFamily="34" charset="0"/>
                <a:cs typeface="Oracle Sans" panose="020B0503020204020204" pitchFamily="34" charset="0"/>
              </a:defRPr>
            </a:lvl1pPr>
          </a:lstStyle>
          <a:p>
            <a:fld id="{CFF4B978-1D82-7745-80C5-DBABA6B131D3}" type="slidenum">
              <a:rPr lang="en-US" smtClean="0"/>
              <a:pPr/>
              <a:t>‹#›</a:t>
            </a:fld>
            <a:endParaRPr lang="en-US"/>
          </a:p>
        </p:txBody>
      </p:sp>
      <p:pic>
        <p:nvPicPr>
          <p:cNvPr id="5" name="Picture 4">
            <a:extLst>
              <a:ext uri="{FF2B5EF4-FFF2-40B4-BE49-F238E27FC236}">
                <a16:creationId xmlns:a16="http://schemas.microsoft.com/office/drawing/2014/main" id="{5944E456-B20B-A64E-1A51-A0B472214EBF}"/>
              </a:ext>
            </a:extLst>
          </p:cNvPr>
          <p:cNvPicPr>
            <a:picLocks noChangeAspect="1"/>
          </p:cNvPicPr>
          <p:nvPr userDrawn="1"/>
        </p:nvPicPr>
        <p:blipFill>
          <a:blip r:embed="rId3">
            <a:alphaModFix/>
          </a:blip>
          <a:stretch>
            <a:fillRect/>
          </a:stretch>
        </p:blipFill>
        <p:spPr>
          <a:xfrm>
            <a:off x="22762011" y="12898102"/>
            <a:ext cx="817080" cy="827423"/>
          </a:xfrm>
          <a:prstGeom prst="rect">
            <a:avLst/>
          </a:prstGeom>
        </p:spPr>
      </p:pic>
    </p:spTree>
    <p:extLst>
      <p:ext uri="{BB962C8B-B14F-4D97-AF65-F5344CB8AC3E}">
        <p14:creationId xmlns:p14="http://schemas.microsoft.com/office/powerpoint/2010/main" val="2784592261"/>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Title + Image">
    <p:bg>
      <p:bgPr>
        <a:solidFill>
          <a:srgbClr val="00758F"/>
        </a:solidFill>
        <a:effectLst/>
      </p:bgPr>
    </p:bg>
    <p:spTree>
      <p:nvGrpSpPr>
        <p:cNvPr id="1" name=""/>
        <p:cNvGrpSpPr/>
        <p:nvPr/>
      </p:nvGrpSpPr>
      <p:grpSpPr>
        <a:xfrm>
          <a:off x="0" y="0"/>
          <a:ext cx="0" cy="0"/>
          <a:chOff x="0" y="0"/>
          <a:chExt cx="0" cy="0"/>
        </a:xfrm>
      </p:grpSpPr>
      <p:pic>
        <p:nvPicPr>
          <p:cNvPr id="2" name="Picture 1" descr="Background pattern&#10;&#10;Description automatically generated">
            <a:extLst>
              <a:ext uri="{FF2B5EF4-FFF2-40B4-BE49-F238E27FC236}">
                <a16:creationId xmlns:a16="http://schemas.microsoft.com/office/drawing/2014/main" id="{0A4DD386-1BE2-9B36-57B6-CCC57EA803AB}"/>
              </a:ext>
            </a:extLst>
          </p:cNvPr>
          <p:cNvPicPr>
            <a:picLocks noChangeAspect="1"/>
          </p:cNvPicPr>
          <p:nvPr userDrawn="1"/>
        </p:nvPicPr>
        <p:blipFill>
          <a:blip r:embed="rId2"/>
          <a:stretch>
            <a:fillRect/>
          </a:stretch>
        </p:blipFill>
        <p:spPr>
          <a:xfrm>
            <a:off x="0" y="0"/>
            <a:ext cx="24384000" cy="13716000"/>
          </a:xfrm>
          <a:prstGeom prst="rect">
            <a:avLst/>
          </a:prstGeom>
        </p:spPr>
      </p:pic>
      <p:sp>
        <p:nvSpPr>
          <p:cNvPr id="3" name="Picture Placeholder 2">
            <a:extLst>
              <a:ext uri="{FF2B5EF4-FFF2-40B4-BE49-F238E27FC236}">
                <a16:creationId xmlns:a16="http://schemas.microsoft.com/office/drawing/2014/main" id="{3D765404-4792-73C1-9F56-493F8442F547}"/>
              </a:ext>
            </a:extLst>
          </p:cNvPr>
          <p:cNvSpPr>
            <a:spLocks noGrp="1"/>
          </p:cNvSpPr>
          <p:nvPr>
            <p:ph type="pic" sz="quarter" idx="16"/>
          </p:nvPr>
        </p:nvSpPr>
        <p:spPr>
          <a:xfrm>
            <a:off x="1371868" y="2756648"/>
            <a:ext cx="23015307" cy="9836212"/>
          </a:xfrm>
          <a:prstGeom prst="rect">
            <a:avLst/>
          </a:prstGeom>
        </p:spPr>
        <p:txBody>
          <a:bodyPr anchor="ctr"/>
          <a:lstStyle>
            <a:lvl1pPr marL="0" indent="0" algn="ctr">
              <a:buNone/>
              <a:defRPr>
                <a:solidFill>
                  <a:schemeClr val="accent3"/>
                </a:solidFill>
              </a:defRPr>
            </a:lvl1pPr>
          </a:lstStyle>
          <a:p>
            <a:r>
              <a:rPr lang="en-GB"/>
              <a:t>Click icon to add picture</a:t>
            </a:r>
            <a:endParaRPr lang="en-US"/>
          </a:p>
        </p:txBody>
      </p:sp>
      <p:sp>
        <p:nvSpPr>
          <p:cNvPr id="6" name="Title 1">
            <a:extLst>
              <a:ext uri="{FF2B5EF4-FFF2-40B4-BE49-F238E27FC236}">
                <a16:creationId xmlns:a16="http://schemas.microsoft.com/office/drawing/2014/main" id="{1A11D5F5-3C3D-AD09-FA1D-1F3E899527F2}"/>
              </a:ext>
            </a:extLst>
          </p:cNvPr>
          <p:cNvSpPr>
            <a:spLocks noGrp="1"/>
          </p:cNvSpPr>
          <p:nvPr>
            <p:ph type="title"/>
          </p:nvPr>
        </p:nvSpPr>
        <p:spPr>
          <a:xfrm>
            <a:off x="1379697" y="1185357"/>
            <a:ext cx="21370445" cy="1351986"/>
          </a:xfrm>
          <a:prstGeom prst="rect">
            <a:avLst/>
          </a:prstGeom>
        </p:spPr>
        <p:txBody>
          <a:bodyPr anchor="b">
            <a:noAutofit/>
          </a:bodyPr>
          <a:lstStyle>
            <a:lvl1pPr>
              <a:lnSpc>
                <a:spcPct val="100000"/>
              </a:lnSpc>
              <a:defRPr b="0" i="0">
                <a:solidFill>
                  <a:schemeClr val="bg1"/>
                </a:solidFill>
                <a:latin typeface="Oracle Sans Light" panose="020B0403020204020204" pitchFamily="34" charset="0"/>
                <a:cs typeface="Oracle Sans Light" panose="020B0403020204020204" pitchFamily="34" charset="0"/>
              </a:defRPr>
            </a:lvl1pPr>
          </a:lstStyle>
          <a:p>
            <a:r>
              <a:rPr lang="en-GB"/>
              <a:t>Click to edit Master title style</a:t>
            </a:r>
            <a:endParaRPr lang="en-US" dirty="0"/>
          </a:p>
        </p:txBody>
      </p:sp>
      <p:sp>
        <p:nvSpPr>
          <p:cNvPr id="4" name="Footer Placeholder 3">
            <a:extLst>
              <a:ext uri="{FF2B5EF4-FFF2-40B4-BE49-F238E27FC236}">
                <a16:creationId xmlns:a16="http://schemas.microsoft.com/office/drawing/2014/main" id="{F0E9D736-AEB9-387F-FDDD-CD6B8EBB0CD5}"/>
              </a:ext>
            </a:extLst>
          </p:cNvPr>
          <p:cNvSpPr>
            <a:spLocks noGrp="1"/>
          </p:cNvSpPr>
          <p:nvPr>
            <p:ph type="ftr" sz="quarter" idx="3"/>
          </p:nvPr>
        </p:nvSpPr>
        <p:spPr>
          <a:xfrm>
            <a:off x="1411345" y="12985749"/>
            <a:ext cx="10052413" cy="730250"/>
          </a:xfrm>
          <a:prstGeom prst="rect">
            <a:avLst/>
          </a:prstGeom>
        </p:spPr>
        <p:txBody>
          <a:bodyPr vert="horz" lIns="91440" tIns="45720" rIns="91440" bIns="45720" rtlCol="0" anchor="ctr"/>
          <a:lstStyle>
            <a:lvl1pPr algn="l">
              <a:defRPr sz="1400" b="0" i="0">
                <a:solidFill>
                  <a:schemeClr val="bg2"/>
                </a:solidFill>
                <a:latin typeface="Oracle Sans Light" panose="020B0403020204020204" pitchFamily="34" charset="0"/>
                <a:cs typeface="Oracle Sans Light" panose="020B0403020204020204" pitchFamily="34" charset="0"/>
              </a:defRPr>
            </a:lvl1p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CA" sz="1400" b="0" i="0" u="none" strike="noStrike" kern="1200" cap="none" spc="0" normalizeH="0" baseline="0" noProof="0" dirty="0">
                <a:ln>
                  <a:noFill/>
                </a:ln>
                <a:solidFill>
                  <a:schemeClr val="bg2"/>
                </a:solidFill>
                <a:effectLst/>
                <a:uLnTx/>
                <a:uFillTx/>
                <a:latin typeface="Oracle Sans Light" panose="020B0403020204020204" pitchFamily="34" charset="0"/>
                <a:ea typeface="+mn-ea"/>
                <a:cs typeface="Oracle Sans Light" panose="020B0403020204020204" pitchFamily="34" charset="0"/>
              </a:rPr>
              <a:t>Java Day Copyright © 2024, Oracle and/or its affiliates</a:t>
            </a:r>
          </a:p>
        </p:txBody>
      </p:sp>
      <p:sp>
        <p:nvSpPr>
          <p:cNvPr id="5" name="Slide Number Placeholder 5">
            <a:extLst>
              <a:ext uri="{FF2B5EF4-FFF2-40B4-BE49-F238E27FC236}">
                <a16:creationId xmlns:a16="http://schemas.microsoft.com/office/drawing/2014/main" id="{E976274C-4349-BB54-2140-8FF7DD0CFD76}"/>
              </a:ext>
            </a:extLst>
          </p:cNvPr>
          <p:cNvSpPr>
            <a:spLocks noGrp="1"/>
          </p:cNvSpPr>
          <p:nvPr>
            <p:ph type="sldNum" sz="quarter" idx="4"/>
          </p:nvPr>
        </p:nvSpPr>
        <p:spPr>
          <a:xfrm>
            <a:off x="449152" y="12985749"/>
            <a:ext cx="871646" cy="730250"/>
          </a:xfrm>
          <a:prstGeom prst="rect">
            <a:avLst/>
          </a:prstGeom>
        </p:spPr>
        <p:txBody>
          <a:bodyPr vert="horz" lIns="91440" tIns="45720" rIns="91440" bIns="45720" rtlCol="0" anchor="ctr"/>
          <a:lstStyle>
            <a:lvl1pPr algn="l">
              <a:defRPr sz="1600">
                <a:solidFill>
                  <a:schemeClr val="bg2"/>
                </a:solidFill>
                <a:latin typeface="Oracle Sans" panose="020B0503020204020204" pitchFamily="34" charset="0"/>
                <a:cs typeface="Oracle Sans" panose="020B0503020204020204" pitchFamily="34" charset="0"/>
              </a:defRPr>
            </a:lvl1pPr>
          </a:lstStyle>
          <a:p>
            <a:fld id="{CFF4B978-1D82-7745-80C5-DBABA6B131D3}" type="slidenum">
              <a:rPr lang="en-US" smtClean="0"/>
              <a:pPr/>
              <a:t>‹#›</a:t>
            </a:fld>
            <a:endParaRPr lang="en-US"/>
          </a:p>
        </p:txBody>
      </p:sp>
      <p:pic>
        <p:nvPicPr>
          <p:cNvPr id="7" name="Picture 6">
            <a:extLst>
              <a:ext uri="{FF2B5EF4-FFF2-40B4-BE49-F238E27FC236}">
                <a16:creationId xmlns:a16="http://schemas.microsoft.com/office/drawing/2014/main" id="{EA16BD77-586B-4F20-831B-9FF684AA651A}"/>
              </a:ext>
            </a:extLst>
          </p:cNvPr>
          <p:cNvPicPr>
            <a:picLocks noChangeAspect="1"/>
          </p:cNvPicPr>
          <p:nvPr userDrawn="1"/>
        </p:nvPicPr>
        <p:blipFill>
          <a:blip r:embed="rId3">
            <a:alphaModFix/>
          </a:blip>
          <a:stretch>
            <a:fillRect/>
          </a:stretch>
        </p:blipFill>
        <p:spPr>
          <a:xfrm>
            <a:off x="22762011" y="12898102"/>
            <a:ext cx="817080" cy="827423"/>
          </a:xfrm>
          <a:prstGeom prst="rect">
            <a:avLst/>
          </a:prstGeom>
        </p:spPr>
      </p:pic>
    </p:spTree>
    <p:extLst>
      <p:ext uri="{BB962C8B-B14F-4D97-AF65-F5344CB8AC3E}">
        <p14:creationId xmlns:p14="http://schemas.microsoft.com/office/powerpoint/2010/main" val="4147537538"/>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Full bleed image dark">
    <p:bg>
      <p:bgPr>
        <a:solidFill>
          <a:srgbClr val="00758F"/>
        </a:solidFill>
        <a:effectLst/>
      </p:bgPr>
    </p:bg>
    <p:spTree>
      <p:nvGrpSpPr>
        <p:cNvPr id="1" name=""/>
        <p:cNvGrpSpPr/>
        <p:nvPr/>
      </p:nvGrpSpPr>
      <p:grpSpPr>
        <a:xfrm>
          <a:off x="0" y="0"/>
          <a:ext cx="0" cy="0"/>
          <a:chOff x="0" y="0"/>
          <a:chExt cx="0" cy="0"/>
        </a:xfrm>
      </p:grpSpPr>
      <p:sp>
        <p:nvSpPr>
          <p:cNvPr id="5" name="Picture Placeholder 4">
            <a:extLst>
              <a:ext uri="{FF2B5EF4-FFF2-40B4-BE49-F238E27FC236}">
                <a16:creationId xmlns:a16="http://schemas.microsoft.com/office/drawing/2014/main" id="{5BD5F239-00C5-C740-BA5F-F249FE4F3B8A}"/>
              </a:ext>
            </a:extLst>
          </p:cNvPr>
          <p:cNvSpPr>
            <a:spLocks noGrp="1"/>
          </p:cNvSpPr>
          <p:nvPr>
            <p:ph type="pic" sz="quarter" idx="13"/>
          </p:nvPr>
        </p:nvSpPr>
        <p:spPr>
          <a:xfrm>
            <a:off x="1" y="0"/>
            <a:ext cx="24387175" cy="13716000"/>
          </a:xfrm>
          <a:solidFill>
            <a:schemeClr val="accent1"/>
          </a:solidFill>
        </p:spPr>
        <p:txBody>
          <a:bodyPr anchor="ctr"/>
          <a:lstStyle>
            <a:lvl1pPr marL="0" indent="0" algn="ctr">
              <a:buFontTx/>
              <a:buNone/>
              <a:defRPr>
                <a:solidFill>
                  <a:schemeClr val="bg1"/>
                </a:solidFill>
              </a:defRPr>
            </a:lvl1pPr>
          </a:lstStyle>
          <a:p>
            <a:r>
              <a:rPr lang="en-GB"/>
              <a:t>Click icon to add picture</a:t>
            </a:r>
            <a:endParaRPr lang="en-US"/>
          </a:p>
        </p:txBody>
      </p:sp>
      <p:sp>
        <p:nvSpPr>
          <p:cNvPr id="2" name="Footer Placeholder 3">
            <a:extLst>
              <a:ext uri="{FF2B5EF4-FFF2-40B4-BE49-F238E27FC236}">
                <a16:creationId xmlns:a16="http://schemas.microsoft.com/office/drawing/2014/main" id="{9A2F3AD5-6CBF-C7A3-C971-F37A2ADF4659}"/>
              </a:ext>
            </a:extLst>
          </p:cNvPr>
          <p:cNvSpPr>
            <a:spLocks noGrp="1"/>
          </p:cNvSpPr>
          <p:nvPr>
            <p:ph type="ftr" sz="quarter" idx="3"/>
          </p:nvPr>
        </p:nvSpPr>
        <p:spPr>
          <a:xfrm>
            <a:off x="1411345" y="12985749"/>
            <a:ext cx="10052413" cy="730250"/>
          </a:xfrm>
          <a:prstGeom prst="rect">
            <a:avLst/>
          </a:prstGeom>
        </p:spPr>
        <p:txBody>
          <a:bodyPr vert="horz" lIns="91440" tIns="45720" rIns="91440" bIns="45720" rtlCol="0" anchor="ctr"/>
          <a:lstStyle>
            <a:lvl1pPr algn="l">
              <a:defRPr sz="1400" b="0" i="0">
                <a:solidFill>
                  <a:schemeClr val="bg2"/>
                </a:solidFill>
                <a:latin typeface="Oracle Sans Light" panose="020B0403020204020204" pitchFamily="34" charset="0"/>
                <a:cs typeface="Oracle Sans Light" panose="020B0403020204020204" pitchFamily="34" charset="0"/>
              </a:defRPr>
            </a:lvl1p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CA" sz="1400" b="0" i="0" u="none" strike="noStrike" kern="1200" cap="none" spc="0" normalizeH="0" baseline="0" noProof="0" dirty="0">
                <a:ln>
                  <a:noFill/>
                </a:ln>
                <a:solidFill>
                  <a:schemeClr val="bg2"/>
                </a:solidFill>
                <a:effectLst/>
                <a:uLnTx/>
                <a:uFillTx/>
                <a:latin typeface="Oracle Sans Light" panose="020B0403020204020204" pitchFamily="34" charset="0"/>
                <a:ea typeface="+mn-ea"/>
                <a:cs typeface="Oracle Sans Light" panose="020B0403020204020204" pitchFamily="34" charset="0"/>
              </a:rPr>
              <a:t>Java Day Copyright © 2024, Oracle and/or its affiliates</a:t>
            </a:r>
          </a:p>
        </p:txBody>
      </p:sp>
      <p:sp>
        <p:nvSpPr>
          <p:cNvPr id="3" name="Slide Number Placeholder 5">
            <a:extLst>
              <a:ext uri="{FF2B5EF4-FFF2-40B4-BE49-F238E27FC236}">
                <a16:creationId xmlns:a16="http://schemas.microsoft.com/office/drawing/2014/main" id="{4923263C-4FBE-35B3-B619-21A69BFACAA2}"/>
              </a:ext>
            </a:extLst>
          </p:cNvPr>
          <p:cNvSpPr>
            <a:spLocks noGrp="1"/>
          </p:cNvSpPr>
          <p:nvPr>
            <p:ph type="sldNum" sz="quarter" idx="4"/>
          </p:nvPr>
        </p:nvSpPr>
        <p:spPr>
          <a:xfrm>
            <a:off x="449152" y="12985749"/>
            <a:ext cx="871646" cy="730250"/>
          </a:xfrm>
          <a:prstGeom prst="rect">
            <a:avLst/>
          </a:prstGeom>
        </p:spPr>
        <p:txBody>
          <a:bodyPr vert="horz" lIns="91440" tIns="45720" rIns="91440" bIns="45720" rtlCol="0" anchor="ctr"/>
          <a:lstStyle>
            <a:lvl1pPr algn="l">
              <a:defRPr sz="1600">
                <a:solidFill>
                  <a:schemeClr val="bg2"/>
                </a:solidFill>
                <a:latin typeface="Oracle Sans" panose="020B0503020204020204" pitchFamily="34" charset="0"/>
                <a:cs typeface="Oracle Sans" panose="020B0503020204020204" pitchFamily="34" charset="0"/>
              </a:defRPr>
            </a:lvl1pPr>
          </a:lstStyle>
          <a:p>
            <a:fld id="{CFF4B978-1D82-7745-80C5-DBABA6B131D3}" type="slidenum">
              <a:rPr lang="en-US" smtClean="0"/>
              <a:pPr/>
              <a:t>‹#›</a:t>
            </a:fld>
            <a:endParaRPr lang="en-US"/>
          </a:p>
        </p:txBody>
      </p:sp>
      <p:pic>
        <p:nvPicPr>
          <p:cNvPr id="4" name="Picture 3">
            <a:extLst>
              <a:ext uri="{FF2B5EF4-FFF2-40B4-BE49-F238E27FC236}">
                <a16:creationId xmlns:a16="http://schemas.microsoft.com/office/drawing/2014/main" id="{C569D217-BD46-B08E-B4C5-F97E868C61AB}"/>
              </a:ext>
            </a:extLst>
          </p:cNvPr>
          <p:cNvPicPr>
            <a:picLocks noChangeAspect="1"/>
          </p:cNvPicPr>
          <p:nvPr userDrawn="1"/>
        </p:nvPicPr>
        <p:blipFill>
          <a:blip r:embed="rId2">
            <a:alphaModFix/>
          </a:blip>
          <a:stretch>
            <a:fillRect/>
          </a:stretch>
        </p:blipFill>
        <p:spPr>
          <a:xfrm>
            <a:off x="22762011" y="12898102"/>
            <a:ext cx="817080" cy="827423"/>
          </a:xfrm>
          <a:prstGeom prst="rect">
            <a:avLst/>
          </a:prstGeom>
        </p:spPr>
      </p:pic>
    </p:spTree>
    <p:extLst>
      <p:ext uri="{BB962C8B-B14F-4D97-AF65-F5344CB8AC3E}">
        <p14:creationId xmlns:p14="http://schemas.microsoft.com/office/powerpoint/2010/main" val="2436172779"/>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Bold Statement with Photo half">
    <p:bg>
      <p:bgPr>
        <a:solidFill>
          <a:srgbClr val="00758F"/>
        </a:solidFill>
        <a:effectLst/>
      </p:bgPr>
    </p:bg>
    <p:spTree>
      <p:nvGrpSpPr>
        <p:cNvPr id="1" name=""/>
        <p:cNvGrpSpPr/>
        <p:nvPr/>
      </p:nvGrpSpPr>
      <p:grpSpPr>
        <a:xfrm>
          <a:off x="0" y="0"/>
          <a:ext cx="0" cy="0"/>
          <a:chOff x="0" y="0"/>
          <a:chExt cx="0" cy="0"/>
        </a:xfrm>
      </p:grpSpPr>
      <p:pic>
        <p:nvPicPr>
          <p:cNvPr id="2" name="Picture 1" descr="Background pattern&#10;&#10;Description automatically generated">
            <a:extLst>
              <a:ext uri="{FF2B5EF4-FFF2-40B4-BE49-F238E27FC236}">
                <a16:creationId xmlns:a16="http://schemas.microsoft.com/office/drawing/2014/main" id="{BC1E6411-30FB-9527-24E8-5A58D850A5BD}"/>
              </a:ext>
            </a:extLst>
          </p:cNvPr>
          <p:cNvPicPr>
            <a:picLocks noChangeAspect="1"/>
          </p:cNvPicPr>
          <p:nvPr userDrawn="1"/>
        </p:nvPicPr>
        <p:blipFill>
          <a:blip r:embed="rId2"/>
          <a:stretch>
            <a:fillRect/>
          </a:stretch>
        </p:blipFill>
        <p:spPr>
          <a:xfrm>
            <a:off x="0" y="0"/>
            <a:ext cx="24384000" cy="13716000"/>
          </a:xfrm>
          <a:prstGeom prst="rect">
            <a:avLst/>
          </a:prstGeom>
        </p:spPr>
      </p:pic>
      <p:sp>
        <p:nvSpPr>
          <p:cNvPr id="12" name="Text Placeholder 11">
            <a:extLst>
              <a:ext uri="{FF2B5EF4-FFF2-40B4-BE49-F238E27FC236}">
                <a16:creationId xmlns:a16="http://schemas.microsoft.com/office/drawing/2014/main" id="{B0E08982-1127-3FBA-955B-E94F822BB98D}"/>
              </a:ext>
            </a:extLst>
          </p:cNvPr>
          <p:cNvSpPr>
            <a:spLocks noGrp="1"/>
          </p:cNvSpPr>
          <p:nvPr>
            <p:ph type="body" sz="quarter" idx="14"/>
          </p:nvPr>
        </p:nvSpPr>
        <p:spPr>
          <a:xfrm>
            <a:off x="1371868" y="8321827"/>
            <a:ext cx="9371214" cy="2928938"/>
          </a:xfrm>
          <a:prstGeom prst="rect">
            <a:avLst/>
          </a:prstGeom>
        </p:spPr>
        <p:txBody>
          <a:bodyPr/>
          <a:lstStyle>
            <a:lvl1pPr>
              <a:defRPr lang="en-US" sz="3600" b="0" i="0" kern="1200" dirty="0">
                <a:solidFill>
                  <a:srgbClr val="8EE1F0"/>
                </a:solidFill>
                <a:latin typeface="Oracle Sans" panose="020B0503020204020204" pitchFamily="34" charset="0"/>
                <a:ea typeface="+mn-ea"/>
                <a:cs typeface="Oracle Sans" panose="020B0503020204020204" pitchFamily="34" charset="0"/>
              </a:defRPr>
            </a:lvl1pPr>
          </a:lstStyle>
          <a:p>
            <a:pPr marL="0" lvl="0" indent="0" algn="l" defTabSz="1828709" rtl="0" eaLnBrk="1" latinLnBrk="0" hangingPunct="1">
              <a:lnSpc>
                <a:spcPct val="110000"/>
              </a:lnSpc>
              <a:spcBef>
                <a:spcPts val="2000"/>
              </a:spcBef>
              <a:buFont typeface="Arial" panose="020B0604020202020204" pitchFamily="34" charset="0"/>
              <a:buNone/>
            </a:pPr>
            <a:r>
              <a:rPr lang="en-GB"/>
              <a:t>Click to edit Master text styles</a:t>
            </a:r>
          </a:p>
        </p:txBody>
      </p:sp>
      <p:sp>
        <p:nvSpPr>
          <p:cNvPr id="9" name="Title 1">
            <a:extLst>
              <a:ext uri="{FF2B5EF4-FFF2-40B4-BE49-F238E27FC236}">
                <a16:creationId xmlns:a16="http://schemas.microsoft.com/office/drawing/2014/main" id="{AE5BE320-830A-9FC1-EC50-83C7F7485CD2}"/>
              </a:ext>
            </a:extLst>
          </p:cNvPr>
          <p:cNvSpPr>
            <a:spLocks noGrp="1"/>
          </p:cNvSpPr>
          <p:nvPr>
            <p:ph type="title"/>
          </p:nvPr>
        </p:nvSpPr>
        <p:spPr>
          <a:xfrm>
            <a:off x="1371869" y="2927414"/>
            <a:ext cx="9371214" cy="4223198"/>
          </a:xfrm>
          <a:prstGeom prst="rect">
            <a:avLst/>
          </a:prstGeom>
        </p:spPr>
        <p:txBody>
          <a:bodyPr anchor="b">
            <a:noAutofit/>
          </a:bodyPr>
          <a:lstStyle>
            <a:lvl1pPr marL="0" indent="0">
              <a:lnSpc>
                <a:spcPct val="110000"/>
              </a:lnSpc>
              <a:defRPr sz="6600" b="0" i="0">
                <a:solidFill>
                  <a:schemeClr val="bg1"/>
                </a:solidFill>
                <a:latin typeface="Oracle Sans Light" panose="020B0403020204020204" pitchFamily="34" charset="0"/>
                <a:cs typeface="Oracle Sans Light" panose="020B0403020204020204" pitchFamily="34" charset="0"/>
              </a:defRPr>
            </a:lvl1pPr>
          </a:lstStyle>
          <a:p>
            <a:r>
              <a:rPr lang="en-GB"/>
              <a:t>Click to edit Master title style</a:t>
            </a:r>
            <a:endParaRPr lang="en-US" dirty="0"/>
          </a:p>
        </p:txBody>
      </p:sp>
      <p:sp>
        <p:nvSpPr>
          <p:cNvPr id="3" name="Content Placeholder 2">
            <a:extLst>
              <a:ext uri="{FF2B5EF4-FFF2-40B4-BE49-F238E27FC236}">
                <a16:creationId xmlns:a16="http://schemas.microsoft.com/office/drawing/2014/main" id="{E9B32944-386B-31DB-64C4-824DE20594B7}"/>
              </a:ext>
            </a:extLst>
          </p:cNvPr>
          <p:cNvSpPr>
            <a:spLocks noGrp="1"/>
          </p:cNvSpPr>
          <p:nvPr>
            <p:ph sz="quarter" idx="15" hasCustomPrompt="1"/>
          </p:nvPr>
        </p:nvSpPr>
        <p:spPr>
          <a:xfrm>
            <a:off x="12192794" y="0"/>
            <a:ext cx="12194381" cy="13716000"/>
          </a:xfrm>
          <a:prstGeom prst="rect">
            <a:avLst/>
          </a:prstGeom>
          <a:solidFill>
            <a:schemeClr val="accent4"/>
          </a:solidFill>
        </p:spPr>
        <p:txBody>
          <a:bodyPr anchor="ctr"/>
          <a:lstStyle>
            <a:lvl1pPr marL="0" indent="0" algn="ctr">
              <a:buNone/>
              <a:defRPr b="0" i="0">
                <a:latin typeface="Oracle Sans Light" panose="020B0403020204020204" pitchFamily="34" charset="0"/>
                <a:cs typeface="Oracle Sans Light" panose="020B0403020204020204" pitchFamily="34" charset="0"/>
              </a:defRPr>
            </a:lvl1pPr>
            <a:lvl2pPr marL="914354" indent="0" algn="ctr">
              <a:buNone/>
              <a:defRPr b="0" i="0">
                <a:latin typeface="Oracle Sans Light" panose="020B0403020204020204" pitchFamily="34" charset="0"/>
                <a:cs typeface="Oracle Sans Light" panose="020B0403020204020204" pitchFamily="34" charset="0"/>
              </a:defRPr>
            </a:lvl2pPr>
            <a:lvl3pPr marL="1828709" indent="0" algn="ctr">
              <a:buNone/>
              <a:defRPr b="0" i="0">
                <a:latin typeface="Oracle Sans Light" panose="020B0403020204020204" pitchFamily="34" charset="0"/>
                <a:cs typeface="Oracle Sans Light" panose="020B0403020204020204" pitchFamily="34" charset="0"/>
              </a:defRPr>
            </a:lvl3pPr>
            <a:lvl4pPr marL="2743063" indent="0" algn="ctr">
              <a:buNone/>
              <a:defRPr b="0" i="0">
                <a:latin typeface="Oracle Sans Light" panose="020B0403020204020204" pitchFamily="34" charset="0"/>
                <a:cs typeface="Oracle Sans Light" panose="020B0403020204020204" pitchFamily="34" charset="0"/>
              </a:defRPr>
            </a:lvl4pPr>
            <a:lvl5pPr marL="3657417" indent="0" algn="ctr">
              <a:buNone/>
              <a:defRPr b="0" i="0">
                <a:latin typeface="Oracle Sans Light" panose="020B0403020204020204" pitchFamily="34" charset="0"/>
                <a:cs typeface="Oracle Sans Light" panose="020B0403020204020204" pitchFamily="34" charset="0"/>
              </a:defRPr>
            </a:lvl5pPr>
          </a:lstStyle>
          <a:p>
            <a:pPr lvl="0"/>
            <a:r>
              <a:rPr lang="en-US" dirty="0"/>
              <a:t>Image</a:t>
            </a:r>
          </a:p>
        </p:txBody>
      </p:sp>
      <p:sp>
        <p:nvSpPr>
          <p:cNvPr id="4" name="Footer Placeholder 3">
            <a:extLst>
              <a:ext uri="{FF2B5EF4-FFF2-40B4-BE49-F238E27FC236}">
                <a16:creationId xmlns:a16="http://schemas.microsoft.com/office/drawing/2014/main" id="{41255830-1BBE-CD76-F949-16FB5F03363D}"/>
              </a:ext>
            </a:extLst>
          </p:cNvPr>
          <p:cNvSpPr>
            <a:spLocks noGrp="1"/>
          </p:cNvSpPr>
          <p:nvPr>
            <p:ph type="ftr" sz="quarter" idx="3"/>
          </p:nvPr>
        </p:nvSpPr>
        <p:spPr>
          <a:xfrm>
            <a:off x="1411345" y="12985749"/>
            <a:ext cx="10052413" cy="730250"/>
          </a:xfrm>
          <a:prstGeom prst="rect">
            <a:avLst/>
          </a:prstGeom>
        </p:spPr>
        <p:txBody>
          <a:bodyPr vert="horz" lIns="91440" tIns="45720" rIns="91440" bIns="45720" rtlCol="0" anchor="ctr"/>
          <a:lstStyle>
            <a:lvl1pPr algn="l">
              <a:defRPr sz="1400" b="0" i="0">
                <a:solidFill>
                  <a:schemeClr val="bg2"/>
                </a:solidFill>
                <a:latin typeface="Oracle Sans Light" panose="020B0403020204020204" pitchFamily="34" charset="0"/>
                <a:cs typeface="Oracle Sans Light" panose="020B0403020204020204" pitchFamily="34" charset="0"/>
              </a:defRPr>
            </a:lvl1p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CA" sz="1400" b="0" i="0" u="none" strike="noStrike" kern="1200" cap="none" spc="0" normalizeH="0" baseline="0" noProof="0" dirty="0">
                <a:ln>
                  <a:noFill/>
                </a:ln>
                <a:solidFill>
                  <a:schemeClr val="bg2"/>
                </a:solidFill>
                <a:effectLst/>
                <a:uLnTx/>
                <a:uFillTx/>
                <a:latin typeface="Oracle Sans Light" panose="020B0403020204020204" pitchFamily="34" charset="0"/>
                <a:ea typeface="+mn-ea"/>
                <a:cs typeface="Oracle Sans Light" panose="020B0403020204020204" pitchFamily="34" charset="0"/>
              </a:rPr>
              <a:t>Java Day Copyright © 2024, Oracle and/or its affiliates</a:t>
            </a:r>
          </a:p>
        </p:txBody>
      </p:sp>
      <p:sp>
        <p:nvSpPr>
          <p:cNvPr id="5" name="Slide Number Placeholder 5">
            <a:extLst>
              <a:ext uri="{FF2B5EF4-FFF2-40B4-BE49-F238E27FC236}">
                <a16:creationId xmlns:a16="http://schemas.microsoft.com/office/drawing/2014/main" id="{F469B475-E799-7FA6-AD6D-D8ABF1B4503A}"/>
              </a:ext>
            </a:extLst>
          </p:cNvPr>
          <p:cNvSpPr>
            <a:spLocks noGrp="1"/>
          </p:cNvSpPr>
          <p:nvPr>
            <p:ph type="sldNum" sz="quarter" idx="4"/>
          </p:nvPr>
        </p:nvSpPr>
        <p:spPr>
          <a:xfrm>
            <a:off x="449152" y="12985749"/>
            <a:ext cx="871646" cy="730250"/>
          </a:xfrm>
          <a:prstGeom prst="rect">
            <a:avLst/>
          </a:prstGeom>
        </p:spPr>
        <p:txBody>
          <a:bodyPr vert="horz" lIns="91440" tIns="45720" rIns="91440" bIns="45720" rtlCol="0" anchor="ctr"/>
          <a:lstStyle>
            <a:lvl1pPr algn="l">
              <a:defRPr sz="1600">
                <a:solidFill>
                  <a:schemeClr val="bg2"/>
                </a:solidFill>
                <a:latin typeface="Oracle Sans" panose="020B0503020204020204" pitchFamily="34" charset="0"/>
                <a:cs typeface="Oracle Sans" panose="020B0503020204020204" pitchFamily="34" charset="0"/>
              </a:defRPr>
            </a:lvl1pPr>
          </a:lstStyle>
          <a:p>
            <a:fld id="{CFF4B978-1D82-7745-80C5-DBABA6B131D3}" type="slidenum">
              <a:rPr lang="en-US" smtClean="0"/>
              <a:pPr/>
              <a:t>‹#›</a:t>
            </a:fld>
            <a:endParaRPr lang="en-US"/>
          </a:p>
        </p:txBody>
      </p:sp>
      <p:pic>
        <p:nvPicPr>
          <p:cNvPr id="6" name="Picture 5">
            <a:extLst>
              <a:ext uri="{FF2B5EF4-FFF2-40B4-BE49-F238E27FC236}">
                <a16:creationId xmlns:a16="http://schemas.microsoft.com/office/drawing/2014/main" id="{B520C677-C958-EDE5-1214-8BAADAFEA971}"/>
              </a:ext>
            </a:extLst>
          </p:cNvPr>
          <p:cNvPicPr>
            <a:picLocks noChangeAspect="1"/>
          </p:cNvPicPr>
          <p:nvPr userDrawn="1"/>
        </p:nvPicPr>
        <p:blipFill>
          <a:blip r:embed="rId3">
            <a:alphaModFix/>
          </a:blip>
          <a:stretch>
            <a:fillRect/>
          </a:stretch>
        </p:blipFill>
        <p:spPr>
          <a:xfrm>
            <a:off x="22762011" y="12898102"/>
            <a:ext cx="817080" cy="827423"/>
          </a:xfrm>
          <a:prstGeom prst="rect">
            <a:avLst/>
          </a:prstGeom>
        </p:spPr>
      </p:pic>
    </p:spTree>
    <p:extLst>
      <p:ext uri="{BB962C8B-B14F-4D97-AF65-F5344CB8AC3E}">
        <p14:creationId xmlns:p14="http://schemas.microsoft.com/office/powerpoint/2010/main" val="2595012462"/>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Photo Collage + Content Dark">
    <p:bg>
      <p:bgPr>
        <a:solidFill>
          <a:srgbClr val="00758F"/>
        </a:solidFill>
        <a:effectLst/>
      </p:bgPr>
    </p:bg>
    <p:spTree>
      <p:nvGrpSpPr>
        <p:cNvPr id="1" name=""/>
        <p:cNvGrpSpPr/>
        <p:nvPr/>
      </p:nvGrpSpPr>
      <p:grpSpPr>
        <a:xfrm>
          <a:off x="0" y="0"/>
          <a:ext cx="0" cy="0"/>
          <a:chOff x="0" y="0"/>
          <a:chExt cx="0" cy="0"/>
        </a:xfrm>
      </p:grpSpPr>
      <p:pic>
        <p:nvPicPr>
          <p:cNvPr id="4" name="Picture 3" descr="Background pattern&#10;&#10;Description automatically generated">
            <a:extLst>
              <a:ext uri="{FF2B5EF4-FFF2-40B4-BE49-F238E27FC236}">
                <a16:creationId xmlns:a16="http://schemas.microsoft.com/office/drawing/2014/main" id="{887B1A10-9DBD-8590-0222-34EED6F13749}"/>
              </a:ext>
            </a:extLst>
          </p:cNvPr>
          <p:cNvPicPr>
            <a:picLocks noChangeAspect="1"/>
          </p:cNvPicPr>
          <p:nvPr userDrawn="1"/>
        </p:nvPicPr>
        <p:blipFill>
          <a:blip r:embed="rId2"/>
          <a:stretch>
            <a:fillRect/>
          </a:stretch>
        </p:blipFill>
        <p:spPr>
          <a:xfrm>
            <a:off x="0" y="0"/>
            <a:ext cx="24384000" cy="13716000"/>
          </a:xfrm>
          <a:prstGeom prst="rect">
            <a:avLst/>
          </a:prstGeom>
        </p:spPr>
      </p:pic>
      <p:sp>
        <p:nvSpPr>
          <p:cNvPr id="20" name="Picture Placeholder 17">
            <a:extLst>
              <a:ext uri="{FF2B5EF4-FFF2-40B4-BE49-F238E27FC236}">
                <a16:creationId xmlns:a16="http://schemas.microsoft.com/office/drawing/2014/main" id="{445E1E13-5767-FE9A-C855-C6FD3055FC6A}"/>
              </a:ext>
            </a:extLst>
          </p:cNvPr>
          <p:cNvSpPr>
            <a:spLocks noGrp="1"/>
          </p:cNvSpPr>
          <p:nvPr>
            <p:ph type="pic" sz="quarter" idx="36"/>
          </p:nvPr>
        </p:nvSpPr>
        <p:spPr>
          <a:xfrm>
            <a:off x="12192794" y="10914206"/>
            <a:ext cx="5772527" cy="2801794"/>
          </a:xfrm>
          <a:prstGeom prst="rect">
            <a:avLst/>
          </a:prstGeom>
        </p:spPr>
        <p:txBody>
          <a:bodyPr anchor="ctr"/>
          <a:lstStyle>
            <a:lvl1pPr marL="0" indent="0" algn="ctr">
              <a:buNone/>
              <a:defRPr>
                <a:solidFill>
                  <a:srgbClr val="5FBDD0"/>
                </a:solidFill>
              </a:defRPr>
            </a:lvl1pPr>
          </a:lstStyle>
          <a:p>
            <a:r>
              <a:rPr lang="en-GB"/>
              <a:t>Click icon to add picture</a:t>
            </a:r>
            <a:endParaRPr lang="en-US" dirty="0"/>
          </a:p>
        </p:txBody>
      </p:sp>
      <p:sp>
        <p:nvSpPr>
          <p:cNvPr id="19" name="Picture Placeholder 17">
            <a:extLst>
              <a:ext uri="{FF2B5EF4-FFF2-40B4-BE49-F238E27FC236}">
                <a16:creationId xmlns:a16="http://schemas.microsoft.com/office/drawing/2014/main" id="{128E96FD-9D3F-692F-EB8E-C1CA80E5D55D}"/>
              </a:ext>
            </a:extLst>
          </p:cNvPr>
          <p:cNvSpPr>
            <a:spLocks noGrp="1"/>
          </p:cNvSpPr>
          <p:nvPr>
            <p:ph type="pic" sz="quarter" idx="35"/>
          </p:nvPr>
        </p:nvSpPr>
        <p:spPr>
          <a:xfrm>
            <a:off x="12192794" y="5452746"/>
            <a:ext cx="5772527" cy="5324137"/>
          </a:xfrm>
          <a:prstGeom prst="rect">
            <a:avLst/>
          </a:prstGeom>
        </p:spPr>
        <p:txBody>
          <a:bodyPr anchor="ctr"/>
          <a:lstStyle>
            <a:lvl1pPr marL="0" indent="0" algn="ctr">
              <a:buNone/>
              <a:defRPr>
                <a:solidFill>
                  <a:srgbClr val="5FBDD0"/>
                </a:solidFill>
              </a:defRPr>
            </a:lvl1pPr>
          </a:lstStyle>
          <a:p>
            <a:r>
              <a:rPr lang="en-GB"/>
              <a:t>Click icon to add picture</a:t>
            </a:r>
            <a:endParaRPr lang="en-US" dirty="0"/>
          </a:p>
        </p:txBody>
      </p:sp>
      <p:sp>
        <p:nvSpPr>
          <p:cNvPr id="18" name="Picture Placeholder 17">
            <a:extLst>
              <a:ext uri="{FF2B5EF4-FFF2-40B4-BE49-F238E27FC236}">
                <a16:creationId xmlns:a16="http://schemas.microsoft.com/office/drawing/2014/main" id="{17CD157F-D3C9-1E3B-56AC-86F51CBDA2C5}"/>
              </a:ext>
            </a:extLst>
          </p:cNvPr>
          <p:cNvSpPr>
            <a:spLocks noGrp="1"/>
          </p:cNvSpPr>
          <p:nvPr>
            <p:ph type="pic" sz="quarter" idx="34"/>
          </p:nvPr>
        </p:nvSpPr>
        <p:spPr>
          <a:xfrm>
            <a:off x="12192794" y="-1"/>
            <a:ext cx="5772527" cy="5324137"/>
          </a:xfrm>
          <a:prstGeom prst="rect">
            <a:avLst/>
          </a:prstGeom>
        </p:spPr>
        <p:txBody>
          <a:bodyPr anchor="ctr"/>
          <a:lstStyle>
            <a:lvl1pPr marL="0" indent="0" algn="ctr">
              <a:buNone/>
              <a:defRPr>
                <a:solidFill>
                  <a:srgbClr val="5FBDD0"/>
                </a:solidFill>
              </a:defRPr>
            </a:lvl1pPr>
          </a:lstStyle>
          <a:p>
            <a:r>
              <a:rPr lang="en-GB"/>
              <a:t>Click icon to add picture</a:t>
            </a:r>
            <a:endParaRPr lang="en-US" dirty="0"/>
          </a:p>
        </p:txBody>
      </p:sp>
      <p:sp>
        <p:nvSpPr>
          <p:cNvPr id="11" name="Picture Placeholder 10">
            <a:extLst>
              <a:ext uri="{FF2B5EF4-FFF2-40B4-BE49-F238E27FC236}">
                <a16:creationId xmlns:a16="http://schemas.microsoft.com/office/drawing/2014/main" id="{D9A0A2C7-B129-2C84-4EC5-9BE7DAA226FD}"/>
              </a:ext>
            </a:extLst>
          </p:cNvPr>
          <p:cNvSpPr>
            <a:spLocks noGrp="1"/>
          </p:cNvSpPr>
          <p:nvPr>
            <p:ph type="pic" sz="quarter" idx="33"/>
          </p:nvPr>
        </p:nvSpPr>
        <p:spPr>
          <a:xfrm>
            <a:off x="18101035" y="8245476"/>
            <a:ext cx="6286140" cy="5470525"/>
          </a:xfrm>
          <a:prstGeom prst="rect">
            <a:avLst/>
          </a:prstGeom>
        </p:spPr>
        <p:txBody>
          <a:bodyPr anchor="ctr"/>
          <a:lstStyle>
            <a:lvl1pPr marL="0" indent="0" algn="ctr">
              <a:buNone/>
              <a:defRPr>
                <a:solidFill>
                  <a:srgbClr val="5FBDD0"/>
                </a:solidFill>
              </a:defRPr>
            </a:lvl1pPr>
          </a:lstStyle>
          <a:p>
            <a:r>
              <a:rPr lang="en-GB"/>
              <a:t>Click icon to add picture</a:t>
            </a:r>
            <a:endParaRPr lang="en-US"/>
          </a:p>
        </p:txBody>
      </p:sp>
      <p:sp>
        <p:nvSpPr>
          <p:cNvPr id="9" name="Picture Placeholder 8">
            <a:extLst>
              <a:ext uri="{FF2B5EF4-FFF2-40B4-BE49-F238E27FC236}">
                <a16:creationId xmlns:a16="http://schemas.microsoft.com/office/drawing/2014/main" id="{1E2386B7-272F-BDAB-2DCD-298558469EDB}"/>
              </a:ext>
            </a:extLst>
          </p:cNvPr>
          <p:cNvSpPr>
            <a:spLocks noGrp="1"/>
          </p:cNvSpPr>
          <p:nvPr>
            <p:ph type="pic" sz="quarter" idx="32"/>
          </p:nvPr>
        </p:nvSpPr>
        <p:spPr>
          <a:xfrm>
            <a:off x="18100618" y="-1"/>
            <a:ext cx="6286558" cy="8121125"/>
          </a:xfrm>
          <a:prstGeom prst="rect">
            <a:avLst/>
          </a:prstGeom>
        </p:spPr>
        <p:txBody>
          <a:bodyPr anchor="ctr"/>
          <a:lstStyle>
            <a:lvl1pPr marL="0" indent="0" algn="ctr">
              <a:buNone/>
              <a:defRPr>
                <a:solidFill>
                  <a:srgbClr val="5FBDD0"/>
                </a:solidFill>
              </a:defRPr>
            </a:lvl1pPr>
          </a:lstStyle>
          <a:p>
            <a:r>
              <a:rPr lang="en-GB"/>
              <a:t>Click icon to add picture</a:t>
            </a:r>
            <a:endParaRPr lang="en-US" dirty="0"/>
          </a:p>
        </p:txBody>
      </p:sp>
      <p:sp>
        <p:nvSpPr>
          <p:cNvPr id="3" name="Text Placeholder 2">
            <a:extLst>
              <a:ext uri="{FF2B5EF4-FFF2-40B4-BE49-F238E27FC236}">
                <a16:creationId xmlns:a16="http://schemas.microsoft.com/office/drawing/2014/main" id="{A12F5E0A-F774-0941-0246-D4704DBA0B25}"/>
              </a:ext>
            </a:extLst>
          </p:cNvPr>
          <p:cNvSpPr>
            <a:spLocks noGrp="1"/>
          </p:cNvSpPr>
          <p:nvPr>
            <p:ph type="body" sz="quarter" idx="29"/>
          </p:nvPr>
        </p:nvSpPr>
        <p:spPr>
          <a:xfrm>
            <a:off x="1393138" y="3503342"/>
            <a:ext cx="9991621" cy="2820809"/>
          </a:xfrm>
          <a:prstGeom prst="rect">
            <a:avLst/>
          </a:prstGeom>
        </p:spPr>
        <p:txBody>
          <a:bodyPr/>
          <a:lstStyle>
            <a:lvl1pPr marL="0" marR="0" indent="0" algn="l" defTabSz="1828709" rtl="0" eaLnBrk="1" fontAlgn="auto" latinLnBrk="0" hangingPunct="1">
              <a:lnSpc>
                <a:spcPct val="90000"/>
              </a:lnSpc>
              <a:spcBef>
                <a:spcPts val="2000"/>
              </a:spcBef>
              <a:spcAft>
                <a:spcPts val="0"/>
              </a:spcAft>
              <a:buClrTx/>
              <a:buSzTx/>
              <a:buFont typeface="Arial" panose="020B0604020202020204" pitchFamily="34" charset="0"/>
              <a:buNone/>
              <a:tabLst/>
              <a:defRPr lang="en-US" sz="4800" b="0" i="0" kern="1200" dirty="0" smtClean="0">
                <a:solidFill>
                  <a:srgbClr val="8EE1F0"/>
                </a:solidFill>
                <a:latin typeface="Oracle Sans" panose="020B0503020204020204" pitchFamily="34" charset="0"/>
                <a:ea typeface="+mn-ea"/>
                <a:cs typeface="Oracle Sans" panose="020B0503020204020204" pitchFamily="34" charset="0"/>
              </a:defRPr>
            </a:lvl1pPr>
            <a:lvl2pPr marL="0" marR="0" indent="0" algn="l" defTabSz="1828709" rtl="0" eaLnBrk="1" fontAlgn="auto" latinLnBrk="0" hangingPunct="1">
              <a:lnSpc>
                <a:spcPct val="90000"/>
              </a:lnSpc>
              <a:spcBef>
                <a:spcPts val="1000"/>
              </a:spcBef>
              <a:spcAft>
                <a:spcPts val="0"/>
              </a:spcAft>
              <a:buClrTx/>
              <a:buSzTx/>
              <a:buFont typeface="Arial" panose="020B0604020202020204" pitchFamily="34" charset="0"/>
              <a:buNone/>
              <a:tabLst/>
              <a:defRPr lang="en-US" sz="3600" b="0" i="0" kern="1200" dirty="0" smtClean="0">
                <a:solidFill>
                  <a:schemeClr val="bg1"/>
                </a:solidFill>
                <a:latin typeface="Oracle Sans Light" panose="020B0403020204020204" pitchFamily="34" charset="0"/>
                <a:ea typeface="+mn-ea"/>
                <a:cs typeface="Oracle Sans Light" panose="020B0403020204020204" pitchFamily="34" charset="0"/>
              </a:defRPr>
            </a:lvl2pPr>
            <a:lvl3pPr marL="239713" marR="0" indent="0" algn="l" defTabSz="1828709" rtl="0" eaLnBrk="1" fontAlgn="auto" latinLnBrk="0" hangingPunct="1">
              <a:lnSpc>
                <a:spcPct val="90000"/>
              </a:lnSpc>
              <a:spcBef>
                <a:spcPts val="1000"/>
              </a:spcBef>
              <a:spcAft>
                <a:spcPts val="0"/>
              </a:spcAft>
              <a:buClrTx/>
              <a:buSzTx/>
              <a:buFont typeface="Arial" panose="020B0604020202020204" pitchFamily="34" charset="0"/>
              <a:buNone/>
              <a:tabLst/>
              <a:defRPr lang="en-US" sz="3200" b="0" i="0" kern="1200" dirty="0" smtClean="0">
                <a:solidFill>
                  <a:schemeClr val="bg1"/>
                </a:solidFill>
                <a:latin typeface="Oracle Sans Light" panose="020B0403020204020204" pitchFamily="34" charset="0"/>
                <a:ea typeface="+mn-ea"/>
                <a:cs typeface="Oracle Sans Light" panose="020B0403020204020204" pitchFamily="34" charset="0"/>
              </a:defRPr>
            </a:lvl3pPr>
          </a:lstStyle>
          <a:p>
            <a:pPr marL="685800" lvl="0" indent="-685800" algn="l" defTabSz="1828709" rtl="0" eaLnBrk="1" latinLnBrk="0" hangingPunct="1">
              <a:lnSpc>
                <a:spcPct val="110000"/>
              </a:lnSpc>
              <a:spcBef>
                <a:spcPts val="600"/>
              </a:spcBef>
            </a:pPr>
            <a:r>
              <a:rPr lang="en-GB"/>
              <a:t>Click to edit Master text styles</a:t>
            </a:r>
          </a:p>
          <a:p>
            <a:pPr marL="685800" lvl="1" indent="-685800" algn="l" defTabSz="1828709" rtl="0" eaLnBrk="1" latinLnBrk="0" hangingPunct="1">
              <a:lnSpc>
                <a:spcPct val="110000"/>
              </a:lnSpc>
              <a:spcBef>
                <a:spcPts val="600"/>
              </a:spcBef>
            </a:pPr>
            <a:r>
              <a:rPr lang="en-GB"/>
              <a:t>Second level</a:t>
            </a:r>
          </a:p>
          <a:p>
            <a:pPr marL="685800" lvl="2" indent="-685800" algn="l" defTabSz="1828709" rtl="0" eaLnBrk="1" latinLnBrk="0" hangingPunct="1">
              <a:lnSpc>
                <a:spcPct val="110000"/>
              </a:lnSpc>
              <a:spcBef>
                <a:spcPts val="600"/>
              </a:spcBef>
            </a:pPr>
            <a:r>
              <a:rPr lang="en-GB"/>
              <a:t>Third level</a:t>
            </a:r>
          </a:p>
        </p:txBody>
      </p:sp>
      <p:sp>
        <p:nvSpPr>
          <p:cNvPr id="2" name="Title 1">
            <a:extLst>
              <a:ext uri="{FF2B5EF4-FFF2-40B4-BE49-F238E27FC236}">
                <a16:creationId xmlns:a16="http://schemas.microsoft.com/office/drawing/2014/main" id="{0101EC7C-AE45-C213-792A-6480BCA62794}"/>
              </a:ext>
            </a:extLst>
          </p:cNvPr>
          <p:cNvSpPr>
            <a:spLocks noGrp="1"/>
          </p:cNvSpPr>
          <p:nvPr>
            <p:ph type="title"/>
          </p:nvPr>
        </p:nvSpPr>
        <p:spPr>
          <a:xfrm>
            <a:off x="1386010" y="672354"/>
            <a:ext cx="9998749" cy="1880607"/>
          </a:xfrm>
          <a:prstGeom prst="rect">
            <a:avLst/>
          </a:prstGeom>
        </p:spPr>
        <p:txBody>
          <a:bodyPr anchor="b">
            <a:noAutofit/>
          </a:bodyPr>
          <a:lstStyle>
            <a:lvl1pPr>
              <a:lnSpc>
                <a:spcPct val="100000"/>
              </a:lnSpc>
              <a:defRPr sz="6600"/>
            </a:lvl1pPr>
          </a:lstStyle>
          <a:p>
            <a:r>
              <a:rPr lang="en-GB"/>
              <a:t>Click to edit Master title style</a:t>
            </a:r>
            <a:endParaRPr lang="en-US" dirty="0"/>
          </a:p>
        </p:txBody>
      </p:sp>
      <p:sp>
        <p:nvSpPr>
          <p:cNvPr id="8" name="Text Placeholder 2">
            <a:extLst>
              <a:ext uri="{FF2B5EF4-FFF2-40B4-BE49-F238E27FC236}">
                <a16:creationId xmlns:a16="http://schemas.microsoft.com/office/drawing/2014/main" id="{5EF42849-DE58-A637-B663-CB6753E7BB76}"/>
              </a:ext>
            </a:extLst>
          </p:cNvPr>
          <p:cNvSpPr>
            <a:spLocks noGrp="1"/>
          </p:cNvSpPr>
          <p:nvPr>
            <p:ph type="body" sz="quarter" idx="37"/>
          </p:nvPr>
        </p:nvSpPr>
        <p:spPr>
          <a:xfrm>
            <a:off x="1393138" y="10011719"/>
            <a:ext cx="9991621" cy="2820809"/>
          </a:xfrm>
          <a:prstGeom prst="rect">
            <a:avLst/>
          </a:prstGeom>
        </p:spPr>
        <p:txBody>
          <a:bodyPr/>
          <a:lstStyle>
            <a:lvl1pPr marL="0" marR="0" indent="0" algn="l" defTabSz="1828709" rtl="0" eaLnBrk="1" fontAlgn="auto" latinLnBrk="0" hangingPunct="1">
              <a:lnSpc>
                <a:spcPct val="90000"/>
              </a:lnSpc>
              <a:spcBef>
                <a:spcPts val="2000"/>
              </a:spcBef>
              <a:spcAft>
                <a:spcPts val="0"/>
              </a:spcAft>
              <a:buClrTx/>
              <a:buSzTx/>
              <a:buFont typeface="Arial" panose="020B0604020202020204" pitchFamily="34" charset="0"/>
              <a:buNone/>
              <a:tabLst/>
              <a:defRPr lang="en-US" sz="4800" b="0" i="0" kern="1200" dirty="0" smtClean="0">
                <a:solidFill>
                  <a:srgbClr val="8EE1F0"/>
                </a:solidFill>
                <a:latin typeface="Oracle Sans" panose="020B0503020204020204" pitchFamily="34" charset="0"/>
                <a:ea typeface="+mn-ea"/>
                <a:cs typeface="Oracle Sans" panose="020B0503020204020204" pitchFamily="34" charset="0"/>
              </a:defRPr>
            </a:lvl1pPr>
            <a:lvl2pPr marL="0" marR="0" indent="0" algn="l" defTabSz="1828709" rtl="0" eaLnBrk="1" fontAlgn="auto" latinLnBrk="0" hangingPunct="1">
              <a:lnSpc>
                <a:spcPct val="90000"/>
              </a:lnSpc>
              <a:spcBef>
                <a:spcPts val="1000"/>
              </a:spcBef>
              <a:spcAft>
                <a:spcPts val="0"/>
              </a:spcAft>
              <a:buClrTx/>
              <a:buSzTx/>
              <a:buFont typeface="Arial" panose="020B0604020202020204" pitchFamily="34" charset="0"/>
              <a:buNone/>
              <a:tabLst/>
              <a:defRPr lang="en-US" sz="3600" b="0" i="0" kern="1200" dirty="0" smtClean="0">
                <a:solidFill>
                  <a:schemeClr val="bg1"/>
                </a:solidFill>
                <a:latin typeface="Oracle Sans Light" panose="020B0403020204020204" pitchFamily="34" charset="0"/>
                <a:ea typeface="+mn-ea"/>
                <a:cs typeface="Oracle Sans Light" panose="020B0403020204020204" pitchFamily="34" charset="0"/>
              </a:defRPr>
            </a:lvl2pPr>
            <a:lvl3pPr marL="239713" marR="0" indent="0" algn="l" defTabSz="1828709" rtl="0" eaLnBrk="1" fontAlgn="auto" latinLnBrk="0" hangingPunct="1">
              <a:lnSpc>
                <a:spcPct val="90000"/>
              </a:lnSpc>
              <a:spcBef>
                <a:spcPts val="1000"/>
              </a:spcBef>
              <a:spcAft>
                <a:spcPts val="0"/>
              </a:spcAft>
              <a:buClrTx/>
              <a:buSzTx/>
              <a:buFont typeface="Arial" panose="020B0604020202020204" pitchFamily="34" charset="0"/>
              <a:buNone/>
              <a:tabLst/>
              <a:defRPr lang="en-US" sz="3200" b="0" i="0" kern="1200" dirty="0" smtClean="0">
                <a:solidFill>
                  <a:schemeClr val="bg1"/>
                </a:solidFill>
                <a:latin typeface="Oracle Sans Light" panose="020B0403020204020204" pitchFamily="34" charset="0"/>
                <a:ea typeface="+mn-ea"/>
                <a:cs typeface="Oracle Sans Light" panose="020B0403020204020204" pitchFamily="34" charset="0"/>
              </a:defRPr>
            </a:lvl3pPr>
          </a:lstStyle>
          <a:p>
            <a:pPr marL="685800" lvl="0" indent="-685800" algn="l" defTabSz="1828709" rtl="0" eaLnBrk="1" latinLnBrk="0" hangingPunct="1">
              <a:lnSpc>
                <a:spcPct val="110000"/>
              </a:lnSpc>
              <a:spcBef>
                <a:spcPts val="600"/>
              </a:spcBef>
            </a:pPr>
            <a:r>
              <a:rPr lang="en-GB"/>
              <a:t>Click to edit Master text styles</a:t>
            </a:r>
          </a:p>
          <a:p>
            <a:pPr marL="685800" lvl="1" indent="-685800" algn="l" defTabSz="1828709" rtl="0" eaLnBrk="1" latinLnBrk="0" hangingPunct="1">
              <a:lnSpc>
                <a:spcPct val="110000"/>
              </a:lnSpc>
              <a:spcBef>
                <a:spcPts val="600"/>
              </a:spcBef>
            </a:pPr>
            <a:r>
              <a:rPr lang="en-GB"/>
              <a:t>Second level</a:t>
            </a:r>
          </a:p>
          <a:p>
            <a:pPr marL="685800" lvl="2" indent="-685800" algn="l" defTabSz="1828709" rtl="0" eaLnBrk="1" latinLnBrk="0" hangingPunct="1">
              <a:lnSpc>
                <a:spcPct val="110000"/>
              </a:lnSpc>
              <a:spcBef>
                <a:spcPts val="600"/>
              </a:spcBef>
            </a:pPr>
            <a:r>
              <a:rPr lang="en-GB"/>
              <a:t>Third level</a:t>
            </a:r>
          </a:p>
        </p:txBody>
      </p:sp>
      <p:sp>
        <p:nvSpPr>
          <p:cNvPr id="10" name="Text Placeholder 2">
            <a:extLst>
              <a:ext uri="{FF2B5EF4-FFF2-40B4-BE49-F238E27FC236}">
                <a16:creationId xmlns:a16="http://schemas.microsoft.com/office/drawing/2014/main" id="{FB6C8AB0-7757-DF1D-9CCE-4510B7276134}"/>
              </a:ext>
            </a:extLst>
          </p:cNvPr>
          <p:cNvSpPr>
            <a:spLocks noGrp="1"/>
          </p:cNvSpPr>
          <p:nvPr>
            <p:ph type="body" sz="quarter" idx="38"/>
          </p:nvPr>
        </p:nvSpPr>
        <p:spPr>
          <a:xfrm>
            <a:off x="1393138" y="6757530"/>
            <a:ext cx="9991621" cy="2820809"/>
          </a:xfrm>
          <a:prstGeom prst="rect">
            <a:avLst/>
          </a:prstGeom>
        </p:spPr>
        <p:txBody>
          <a:bodyPr/>
          <a:lstStyle>
            <a:lvl1pPr marL="0" marR="0" indent="0" algn="l" defTabSz="1828709" rtl="0" eaLnBrk="1" fontAlgn="auto" latinLnBrk="0" hangingPunct="1">
              <a:lnSpc>
                <a:spcPct val="90000"/>
              </a:lnSpc>
              <a:spcBef>
                <a:spcPts val="2000"/>
              </a:spcBef>
              <a:spcAft>
                <a:spcPts val="0"/>
              </a:spcAft>
              <a:buClrTx/>
              <a:buSzTx/>
              <a:buFont typeface="Arial" panose="020B0604020202020204" pitchFamily="34" charset="0"/>
              <a:buNone/>
              <a:tabLst/>
              <a:defRPr lang="en-US" sz="4800" b="0" i="0" kern="1200" dirty="0" smtClean="0">
                <a:solidFill>
                  <a:srgbClr val="8EE1F0"/>
                </a:solidFill>
                <a:latin typeface="Oracle Sans" panose="020B0503020204020204" pitchFamily="34" charset="0"/>
                <a:ea typeface="+mn-ea"/>
                <a:cs typeface="Oracle Sans" panose="020B0503020204020204" pitchFamily="34" charset="0"/>
              </a:defRPr>
            </a:lvl1pPr>
            <a:lvl2pPr marL="0" marR="0" indent="0" algn="l" defTabSz="1828709" rtl="0" eaLnBrk="1" fontAlgn="auto" latinLnBrk="0" hangingPunct="1">
              <a:lnSpc>
                <a:spcPct val="90000"/>
              </a:lnSpc>
              <a:spcBef>
                <a:spcPts val="1000"/>
              </a:spcBef>
              <a:spcAft>
                <a:spcPts val="0"/>
              </a:spcAft>
              <a:buClrTx/>
              <a:buSzTx/>
              <a:buFont typeface="Arial" panose="020B0604020202020204" pitchFamily="34" charset="0"/>
              <a:buNone/>
              <a:tabLst/>
              <a:defRPr lang="en-US" sz="3600" b="0" i="0" kern="1200" dirty="0" smtClean="0">
                <a:solidFill>
                  <a:schemeClr val="bg1"/>
                </a:solidFill>
                <a:latin typeface="Oracle Sans Light" panose="020B0403020204020204" pitchFamily="34" charset="0"/>
                <a:ea typeface="+mn-ea"/>
                <a:cs typeface="Oracle Sans Light" panose="020B0403020204020204" pitchFamily="34" charset="0"/>
              </a:defRPr>
            </a:lvl2pPr>
            <a:lvl3pPr marL="239713" marR="0" indent="0" algn="l" defTabSz="1828709" rtl="0" eaLnBrk="1" fontAlgn="auto" latinLnBrk="0" hangingPunct="1">
              <a:lnSpc>
                <a:spcPct val="90000"/>
              </a:lnSpc>
              <a:spcBef>
                <a:spcPts val="1000"/>
              </a:spcBef>
              <a:spcAft>
                <a:spcPts val="0"/>
              </a:spcAft>
              <a:buClrTx/>
              <a:buSzTx/>
              <a:buFont typeface="Arial" panose="020B0604020202020204" pitchFamily="34" charset="0"/>
              <a:buNone/>
              <a:tabLst/>
              <a:defRPr lang="en-US" sz="3200" b="0" i="0" kern="1200" dirty="0" smtClean="0">
                <a:solidFill>
                  <a:schemeClr val="bg1"/>
                </a:solidFill>
                <a:latin typeface="Oracle Sans Light" panose="020B0403020204020204" pitchFamily="34" charset="0"/>
                <a:ea typeface="+mn-ea"/>
                <a:cs typeface="Oracle Sans Light" panose="020B0403020204020204" pitchFamily="34" charset="0"/>
              </a:defRPr>
            </a:lvl3pPr>
          </a:lstStyle>
          <a:p>
            <a:pPr marL="685800" lvl="0" indent="-685800" algn="l" defTabSz="1828709" rtl="0" eaLnBrk="1" latinLnBrk="0" hangingPunct="1">
              <a:lnSpc>
                <a:spcPct val="110000"/>
              </a:lnSpc>
              <a:spcBef>
                <a:spcPts val="600"/>
              </a:spcBef>
            </a:pPr>
            <a:r>
              <a:rPr lang="en-GB"/>
              <a:t>Click to edit Master text styles</a:t>
            </a:r>
          </a:p>
          <a:p>
            <a:pPr marL="685800" lvl="1" indent="-685800" algn="l" defTabSz="1828709" rtl="0" eaLnBrk="1" latinLnBrk="0" hangingPunct="1">
              <a:lnSpc>
                <a:spcPct val="110000"/>
              </a:lnSpc>
              <a:spcBef>
                <a:spcPts val="600"/>
              </a:spcBef>
            </a:pPr>
            <a:r>
              <a:rPr lang="en-GB"/>
              <a:t>Second level</a:t>
            </a:r>
          </a:p>
          <a:p>
            <a:pPr marL="685800" lvl="2" indent="-685800" algn="l" defTabSz="1828709" rtl="0" eaLnBrk="1" latinLnBrk="0" hangingPunct="1">
              <a:lnSpc>
                <a:spcPct val="110000"/>
              </a:lnSpc>
              <a:spcBef>
                <a:spcPts val="600"/>
              </a:spcBef>
            </a:pPr>
            <a:r>
              <a:rPr lang="en-GB"/>
              <a:t>Third level</a:t>
            </a:r>
          </a:p>
        </p:txBody>
      </p:sp>
      <p:sp>
        <p:nvSpPr>
          <p:cNvPr id="5" name="Footer Placeholder 3">
            <a:extLst>
              <a:ext uri="{FF2B5EF4-FFF2-40B4-BE49-F238E27FC236}">
                <a16:creationId xmlns:a16="http://schemas.microsoft.com/office/drawing/2014/main" id="{DBF8432B-2AFB-D00A-8A58-9E5A17E4D268}"/>
              </a:ext>
            </a:extLst>
          </p:cNvPr>
          <p:cNvSpPr>
            <a:spLocks noGrp="1"/>
          </p:cNvSpPr>
          <p:nvPr>
            <p:ph type="ftr" sz="quarter" idx="3"/>
          </p:nvPr>
        </p:nvSpPr>
        <p:spPr>
          <a:xfrm>
            <a:off x="1411345" y="12985749"/>
            <a:ext cx="10052413" cy="730250"/>
          </a:xfrm>
          <a:prstGeom prst="rect">
            <a:avLst/>
          </a:prstGeom>
        </p:spPr>
        <p:txBody>
          <a:bodyPr vert="horz" lIns="91440" tIns="45720" rIns="91440" bIns="45720" rtlCol="0" anchor="ctr"/>
          <a:lstStyle>
            <a:lvl1pPr algn="l">
              <a:defRPr sz="1400" b="0" i="0">
                <a:solidFill>
                  <a:schemeClr val="bg2"/>
                </a:solidFill>
                <a:latin typeface="Oracle Sans Light" panose="020B0403020204020204" pitchFamily="34" charset="0"/>
                <a:cs typeface="Oracle Sans Light" panose="020B0403020204020204" pitchFamily="34" charset="0"/>
              </a:defRPr>
            </a:lvl1p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CA" sz="1400" b="0" i="0" u="none" strike="noStrike" kern="1200" cap="none" spc="0" normalizeH="0" baseline="0" noProof="0" dirty="0">
                <a:ln>
                  <a:noFill/>
                </a:ln>
                <a:solidFill>
                  <a:schemeClr val="bg2"/>
                </a:solidFill>
                <a:effectLst/>
                <a:uLnTx/>
                <a:uFillTx/>
                <a:latin typeface="Oracle Sans Light" panose="020B0403020204020204" pitchFamily="34" charset="0"/>
                <a:ea typeface="+mn-ea"/>
                <a:cs typeface="Oracle Sans Light" panose="020B0403020204020204" pitchFamily="34" charset="0"/>
              </a:rPr>
              <a:t>Java Day Copyright © 2024, Oracle and/or its affiliates</a:t>
            </a:r>
          </a:p>
        </p:txBody>
      </p:sp>
      <p:sp>
        <p:nvSpPr>
          <p:cNvPr id="6" name="Slide Number Placeholder 5">
            <a:extLst>
              <a:ext uri="{FF2B5EF4-FFF2-40B4-BE49-F238E27FC236}">
                <a16:creationId xmlns:a16="http://schemas.microsoft.com/office/drawing/2014/main" id="{A0655D63-6A1D-BCD9-AA98-611EE5CD34A2}"/>
              </a:ext>
            </a:extLst>
          </p:cNvPr>
          <p:cNvSpPr>
            <a:spLocks noGrp="1"/>
          </p:cNvSpPr>
          <p:nvPr>
            <p:ph type="sldNum" sz="quarter" idx="4"/>
          </p:nvPr>
        </p:nvSpPr>
        <p:spPr>
          <a:xfrm>
            <a:off x="449152" y="12985749"/>
            <a:ext cx="871646" cy="730250"/>
          </a:xfrm>
          <a:prstGeom prst="rect">
            <a:avLst/>
          </a:prstGeom>
        </p:spPr>
        <p:txBody>
          <a:bodyPr vert="horz" lIns="91440" tIns="45720" rIns="91440" bIns="45720" rtlCol="0" anchor="ctr"/>
          <a:lstStyle>
            <a:lvl1pPr algn="l">
              <a:defRPr sz="1600">
                <a:solidFill>
                  <a:schemeClr val="bg2"/>
                </a:solidFill>
                <a:latin typeface="Oracle Sans" panose="020B0503020204020204" pitchFamily="34" charset="0"/>
                <a:cs typeface="Oracle Sans" panose="020B0503020204020204" pitchFamily="34" charset="0"/>
              </a:defRPr>
            </a:lvl1pPr>
          </a:lstStyle>
          <a:p>
            <a:fld id="{CFF4B978-1D82-7745-80C5-DBABA6B131D3}" type="slidenum">
              <a:rPr lang="en-US" smtClean="0"/>
              <a:pPr/>
              <a:t>‹#›</a:t>
            </a:fld>
            <a:endParaRPr lang="en-US"/>
          </a:p>
        </p:txBody>
      </p:sp>
      <p:pic>
        <p:nvPicPr>
          <p:cNvPr id="7" name="Picture 6">
            <a:extLst>
              <a:ext uri="{FF2B5EF4-FFF2-40B4-BE49-F238E27FC236}">
                <a16:creationId xmlns:a16="http://schemas.microsoft.com/office/drawing/2014/main" id="{E7D23D87-7AE4-9999-5020-82F7DC2B096F}"/>
              </a:ext>
            </a:extLst>
          </p:cNvPr>
          <p:cNvPicPr>
            <a:picLocks noChangeAspect="1"/>
          </p:cNvPicPr>
          <p:nvPr userDrawn="1"/>
        </p:nvPicPr>
        <p:blipFill>
          <a:blip r:embed="rId3">
            <a:alphaModFix/>
          </a:blip>
          <a:stretch>
            <a:fillRect/>
          </a:stretch>
        </p:blipFill>
        <p:spPr>
          <a:xfrm>
            <a:off x="22762011" y="12898102"/>
            <a:ext cx="817080" cy="827423"/>
          </a:xfrm>
          <a:prstGeom prst="rect">
            <a:avLst/>
          </a:prstGeom>
        </p:spPr>
      </p:pic>
    </p:spTree>
    <p:extLst>
      <p:ext uri="{BB962C8B-B14F-4D97-AF65-F5344CB8AC3E}">
        <p14:creationId xmlns:p14="http://schemas.microsoft.com/office/powerpoint/2010/main" val="2344077254"/>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p:cSld name="Title + 3points Dark">
    <p:bg>
      <p:bgPr>
        <a:solidFill>
          <a:srgbClr val="00758F"/>
        </a:solidFill>
        <a:effectLst/>
      </p:bgPr>
    </p:bg>
    <p:spTree>
      <p:nvGrpSpPr>
        <p:cNvPr id="1" name=""/>
        <p:cNvGrpSpPr/>
        <p:nvPr/>
      </p:nvGrpSpPr>
      <p:grpSpPr>
        <a:xfrm>
          <a:off x="0" y="0"/>
          <a:ext cx="0" cy="0"/>
          <a:chOff x="0" y="0"/>
          <a:chExt cx="0" cy="0"/>
        </a:xfrm>
      </p:grpSpPr>
      <p:pic>
        <p:nvPicPr>
          <p:cNvPr id="3" name="Picture 2" descr="Background pattern&#10;&#10;Description automatically generated">
            <a:extLst>
              <a:ext uri="{FF2B5EF4-FFF2-40B4-BE49-F238E27FC236}">
                <a16:creationId xmlns:a16="http://schemas.microsoft.com/office/drawing/2014/main" id="{8D05480A-603F-3936-9589-0D02D1381153}"/>
              </a:ext>
            </a:extLst>
          </p:cNvPr>
          <p:cNvPicPr>
            <a:picLocks noChangeAspect="1"/>
          </p:cNvPicPr>
          <p:nvPr userDrawn="1"/>
        </p:nvPicPr>
        <p:blipFill>
          <a:blip r:embed="rId2"/>
          <a:stretch>
            <a:fillRect/>
          </a:stretch>
        </p:blipFill>
        <p:spPr>
          <a:xfrm>
            <a:off x="0" y="0"/>
            <a:ext cx="24384000" cy="13716000"/>
          </a:xfrm>
          <a:prstGeom prst="rect">
            <a:avLst/>
          </a:prstGeom>
        </p:spPr>
      </p:pic>
      <p:sp>
        <p:nvSpPr>
          <p:cNvPr id="2" name="Title 1">
            <a:extLst>
              <a:ext uri="{FF2B5EF4-FFF2-40B4-BE49-F238E27FC236}">
                <a16:creationId xmlns:a16="http://schemas.microsoft.com/office/drawing/2014/main" id="{FCA127B8-6459-BEBA-D16E-9D17C5D2578E}"/>
              </a:ext>
            </a:extLst>
          </p:cNvPr>
          <p:cNvSpPr>
            <a:spLocks noGrp="1"/>
          </p:cNvSpPr>
          <p:nvPr>
            <p:ph type="title"/>
          </p:nvPr>
        </p:nvSpPr>
        <p:spPr>
          <a:xfrm>
            <a:off x="1371868" y="2247900"/>
            <a:ext cx="9884825" cy="9220200"/>
          </a:xfrm>
          <a:prstGeom prst="rect">
            <a:avLst/>
          </a:prstGeom>
        </p:spPr>
        <p:txBody>
          <a:bodyPr anchor="ctr"/>
          <a:lstStyle/>
          <a:p>
            <a:r>
              <a:rPr lang="en-GB"/>
              <a:t>Click to edit Master title style</a:t>
            </a:r>
            <a:endParaRPr lang="en-US" dirty="0"/>
          </a:p>
        </p:txBody>
      </p:sp>
      <p:sp>
        <p:nvSpPr>
          <p:cNvPr id="6" name="Text Placeholder 5">
            <a:extLst>
              <a:ext uri="{FF2B5EF4-FFF2-40B4-BE49-F238E27FC236}">
                <a16:creationId xmlns:a16="http://schemas.microsoft.com/office/drawing/2014/main" id="{4A36FF17-F9F3-0957-AD05-F18D3D5D9623}"/>
              </a:ext>
            </a:extLst>
          </p:cNvPr>
          <p:cNvSpPr>
            <a:spLocks noGrp="1"/>
          </p:cNvSpPr>
          <p:nvPr>
            <p:ph type="body" sz="quarter" idx="12" hasCustomPrompt="1"/>
          </p:nvPr>
        </p:nvSpPr>
        <p:spPr>
          <a:xfrm>
            <a:off x="12192795" y="2617134"/>
            <a:ext cx="10557348" cy="2000250"/>
          </a:xfrm>
          <a:prstGeom prst="rect">
            <a:avLst/>
          </a:prstGeom>
        </p:spPr>
        <p:txBody>
          <a:bodyPr>
            <a:noAutofit/>
          </a:bodyPr>
          <a:lstStyle>
            <a:lvl1pPr marL="0" indent="0">
              <a:lnSpc>
                <a:spcPct val="110000"/>
              </a:lnSpc>
              <a:buNone/>
              <a:defRPr sz="3600" b="0" i="0">
                <a:solidFill>
                  <a:srgbClr val="8EE1F0"/>
                </a:solidFill>
                <a:latin typeface="Oracle Sans" panose="020B0503020204020204" pitchFamily="34" charset="0"/>
                <a:cs typeface="Oracle Sans" panose="020B0503020204020204" pitchFamily="34" charset="0"/>
              </a:defRPr>
            </a:lvl1pPr>
          </a:lstStyle>
          <a:p>
            <a:pPr lvl="0"/>
            <a:r>
              <a:rPr lang="en-US" dirty="0"/>
              <a:t>Intro copy or subhead copy goes here, no more than 3 lines</a:t>
            </a:r>
          </a:p>
        </p:txBody>
      </p:sp>
      <p:sp>
        <p:nvSpPr>
          <p:cNvPr id="8" name="Picture Placeholder 7">
            <a:extLst>
              <a:ext uri="{FF2B5EF4-FFF2-40B4-BE49-F238E27FC236}">
                <a16:creationId xmlns:a16="http://schemas.microsoft.com/office/drawing/2014/main" id="{30B7A9DC-8DB8-E382-172A-A425B0E9AA9C}"/>
              </a:ext>
            </a:extLst>
          </p:cNvPr>
          <p:cNvSpPr>
            <a:spLocks noGrp="1"/>
          </p:cNvSpPr>
          <p:nvPr>
            <p:ph type="pic" sz="quarter" idx="13" hasCustomPrompt="1"/>
          </p:nvPr>
        </p:nvSpPr>
        <p:spPr>
          <a:xfrm>
            <a:off x="12192794" y="4762500"/>
            <a:ext cx="1335348" cy="1335088"/>
          </a:xfrm>
          <a:prstGeom prst="rect">
            <a:avLst/>
          </a:prstGeom>
        </p:spPr>
        <p:txBody>
          <a:bodyPr anchor="ctr">
            <a:normAutofit/>
          </a:bodyPr>
          <a:lstStyle>
            <a:lvl1pPr marL="0" indent="0" algn="ctr">
              <a:buNone/>
              <a:defRPr sz="3200">
                <a:solidFill>
                  <a:srgbClr val="8EE1F0"/>
                </a:solidFill>
              </a:defRPr>
            </a:lvl1pPr>
          </a:lstStyle>
          <a:p>
            <a:r>
              <a:rPr lang="en-US" dirty="0"/>
              <a:t>Icon</a:t>
            </a:r>
          </a:p>
        </p:txBody>
      </p:sp>
      <p:sp>
        <p:nvSpPr>
          <p:cNvPr id="10" name="Text Placeholder 9">
            <a:extLst>
              <a:ext uri="{FF2B5EF4-FFF2-40B4-BE49-F238E27FC236}">
                <a16:creationId xmlns:a16="http://schemas.microsoft.com/office/drawing/2014/main" id="{566D40C5-F7F2-3539-6999-2D283256E3C1}"/>
              </a:ext>
            </a:extLst>
          </p:cNvPr>
          <p:cNvSpPr>
            <a:spLocks noGrp="1"/>
          </p:cNvSpPr>
          <p:nvPr>
            <p:ph type="body" sz="quarter" idx="14" hasCustomPrompt="1"/>
          </p:nvPr>
        </p:nvSpPr>
        <p:spPr>
          <a:xfrm>
            <a:off x="14023538" y="5058335"/>
            <a:ext cx="9564968" cy="1335088"/>
          </a:xfrm>
          <a:prstGeom prst="rect">
            <a:avLst/>
          </a:prstGeom>
        </p:spPr>
        <p:txBody>
          <a:bodyPr>
            <a:noAutofit/>
          </a:bodyPr>
          <a:lstStyle>
            <a:lvl1pPr marL="0" indent="0">
              <a:lnSpc>
                <a:spcPct val="110000"/>
              </a:lnSpc>
              <a:buNone/>
              <a:defRPr sz="3600">
                <a:solidFill>
                  <a:schemeClr val="bg1"/>
                </a:solidFill>
              </a:defRPr>
            </a:lvl1pPr>
          </a:lstStyle>
          <a:p>
            <a:pPr lvl="0"/>
            <a:r>
              <a:rPr lang="en-US" dirty="0"/>
              <a:t>Copy goes here, do not exceed 2 lines of copy</a:t>
            </a:r>
          </a:p>
        </p:txBody>
      </p:sp>
      <p:sp>
        <p:nvSpPr>
          <p:cNvPr id="11" name="Picture Placeholder 7">
            <a:extLst>
              <a:ext uri="{FF2B5EF4-FFF2-40B4-BE49-F238E27FC236}">
                <a16:creationId xmlns:a16="http://schemas.microsoft.com/office/drawing/2014/main" id="{0991BEB9-51BB-F077-EC9E-195DA698686E}"/>
              </a:ext>
            </a:extLst>
          </p:cNvPr>
          <p:cNvSpPr>
            <a:spLocks noGrp="1"/>
          </p:cNvSpPr>
          <p:nvPr>
            <p:ph type="pic" sz="quarter" idx="15" hasCustomPrompt="1"/>
          </p:nvPr>
        </p:nvSpPr>
        <p:spPr>
          <a:xfrm>
            <a:off x="12192794" y="6858001"/>
            <a:ext cx="1335348" cy="1335088"/>
          </a:xfrm>
          <a:prstGeom prst="rect">
            <a:avLst/>
          </a:prstGeom>
        </p:spPr>
        <p:txBody>
          <a:bodyPr anchor="ctr">
            <a:normAutofit/>
          </a:bodyPr>
          <a:lstStyle>
            <a:lvl1pPr marL="0" indent="0" algn="ctr">
              <a:buNone/>
              <a:defRPr sz="3200">
                <a:solidFill>
                  <a:srgbClr val="8EE1F0"/>
                </a:solidFill>
              </a:defRPr>
            </a:lvl1pPr>
          </a:lstStyle>
          <a:p>
            <a:r>
              <a:rPr lang="en-US" dirty="0"/>
              <a:t>Icon</a:t>
            </a:r>
          </a:p>
        </p:txBody>
      </p:sp>
      <p:sp>
        <p:nvSpPr>
          <p:cNvPr id="12" name="Text Placeholder 9">
            <a:extLst>
              <a:ext uri="{FF2B5EF4-FFF2-40B4-BE49-F238E27FC236}">
                <a16:creationId xmlns:a16="http://schemas.microsoft.com/office/drawing/2014/main" id="{6D1033AF-581A-B853-652D-A540146FD490}"/>
              </a:ext>
            </a:extLst>
          </p:cNvPr>
          <p:cNvSpPr>
            <a:spLocks noGrp="1"/>
          </p:cNvSpPr>
          <p:nvPr>
            <p:ph type="body" sz="quarter" idx="16" hasCustomPrompt="1"/>
          </p:nvPr>
        </p:nvSpPr>
        <p:spPr>
          <a:xfrm>
            <a:off x="14023538" y="7153835"/>
            <a:ext cx="9564968" cy="1335088"/>
          </a:xfrm>
          <a:prstGeom prst="rect">
            <a:avLst/>
          </a:prstGeom>
        </p:spPr>
        <p:txBody>
          <a:bodyPr>
            <a:noAutofit/>
          </a:bodyPr>
          <a:lstStyle>
            <a:lvl1pPr marL="0" indent="0">
              <a:lnSpc>
                <a:spcPct val="110000"/>
              </a:lnSpc>
              <a:buNone/>
              <a:defRPr sz="3600">
                <a:solidFill>
                  <a:schemeClr val="bg1"/>
                </a:solidFill>
              </a:defRPr>
            </a:lvl1pPr>
          </a:lstStyle>
          <a:p>
            <a:pPr lvl="0"/>
            <a:r>
              <a:rPr lang="en-US" dirty="0"/>
              <a:t>Copy goes here, do not exceed 2 lines of copy</a:t>
            </a:r>
          </a:p>
        </p:txBody>
      </p:sp>
      <p:sp>
        <p:nvSpPr>
          <p:cNvPr id="13" name="Picture Placeholder 7">
            <a:extLst>
              <a:ext uri="{FF2B5EF4-FFF2-40B4-BE49-F238E27FC236}">
                <a16:creationId xmlns:a16="http://schemas.microsoft.com/office/drawing/2014/main" id="{CC3296DC-4AB5-F02C-2B70-0A1223A2FA07}"/>
              </a:ext>
            </a:extLst>
          </p:cNvPr>
          <p:cNvSpPr>
            <a:spLocks noGrp="1"/>
          </p:cNvSpPr>
          <p:nvPr>
            <p:ph type="pic" sz="quarter" idx="17" hasCustomPrompt="1"/>
          </p:nvPr>
        </p:nvSpPr>
        <p:spPr>
          <a:xfrm>
            <a:off x="12192794" y="8953501"/>
            <a:ext cx="1335348" cy="1335088"/>
          </a:xfrm>
          <a:prstGeom prst="rect">
            <a:avLst/>
          </a:prstGeom>
        </p:spPr>
        <p:txBody>
          <a:bodyPr anchor="ctr">
            <a:normAutofit/>
          </a:bodyPr>
          <a:lstStyle>
            <a:lvl1pPr marL="0" indent="0" algn="ctr">
              <a:buNone/>
              <a:defRPr sz="3200">
                <a:solidFill>
                  <a:srgbClr val="8EE1F0"/>
                </a:solidFill>
              </a:defRPr>
            </a:lvl1pPr>
          </a:lstStyle>
          <a:p>
            <a:r>
              <a:rPr lang="en-US" dirty="0"/>
              <a:t>Icon</a:t>
            </a:r>
          </a:p>
        </p:txBody>
      </p:sp>
      <p:sp>
        <p:nvSpPr>
          <p:cNvPr id="14" name="Text Placeholder 9">
            <a:extLst>
              <a:ext uri="{FF2B5EF4-FFF2-40B4-BE49-F238E27FC236}">
                <a16:creationId xmlns:a16="http://schemas.microsoft.com/office/drawing/2014/main" id="{D1ACBBE6-39A5-38B2-48B9-953EF0B15CAA}"/>
              </a:ext>
            </a:extLst>
          </p:cNvPr>
          <p:cNvSpPr>
            <a:spLocks noGrp="1"/>
          </p:cNvSpPr>
          <p:nvPr>
            <p:ph type="body" sz="quarter" idx="18" hasCustomPrompt="1"/>
          </p:nvPr>
        </p:nvSpPr>
        <p:spPr>
          <a:xfrm>
            <a:off x="14023538" y="9249336"/>
            <a:ext cx="9564968" cy="1335088"/>
          </a:xfrm>
          <a:prstGeom prst="rect">
            <a:avLst/>
          </a:prstGeom>
        </p:spPr>
        <p:txBody>
          <a:bodyPr>
            <a:noAutofit/>
          </a:bodyPr>
          <a:lstStyle>
            <a:lvl1pPr marL="0" indent="0">
              <a:lnSpc>
                <a:spcPct val="110000"/>
              </a:lnSpc>
              <a:buNone/>
              <a:defRPr sz="3600">
                <a:solidFill>
                  <a:schemeClr val="bg1"/>
                </a:solidFill>
              </a:defRPr>
            </a:lvl1pPr>
          </a:lstStyle>
          <a:p>
            <a:pPr lvl="0"/>
            <a:r>
              <a:rPr lang="en-US" dirty="0"/>
              <a:t>Copy goes here, do not exceed 2 lines of copy</a:t>
            </a:r>
          </a:p>
        </p:txBody>
      </p:sp>
      <p:sp>
        <p:nvSpPr>
          <p:cNvPr id="4" name="Footer Placeholder 3">
            <a:extLst>
              <a:ext uri="{FF2B5EF4-FFF2-40B4-BE49-F238E27FC236}">
                <a16:creationId xmlns:a16="http://schemas.microsoft.com/office/drawing/2014/main" id="{4814762A-26A8-227C-78FC-B0D22A4172E0}"/>
              </a:ext>
            </a:extLst>
          </p:cNvPr>
          <p:cNvSpPr>
            <a:spLocks noGrp="1"/>
          </p:cNvSpPr>
          <p:nvPr>
            <p:ph type="ftr" sz="quarter" idx="3"/>
          </p:nvPr>
        </p:nvSpPr>
        <p:spPr>
          <a:xfrm>
            <a:off x="1411345" y="12985749"/>
            <a:ext cx="10052413" cy="730250"/>
          </a:xfrm>
          <a:prstGeom prst="rect">
            <a:avLst/>
          </a:prstGeom>
        </p:spPr>
        <p:txBody>
          <a:bodyPr vert="horz" lIns="91440" tIns="45720" rIns="91440" bIns="45720" rtlCol="0" anchor="ctr"/>
          <a:lstStyle>
            <a:lvl1pPr algn="l">
              <a:defRPr sz="1400" b="0" i="0">
                <a:solidFill>
                  <a:schemeClr val="bg2"/>
                </a:solidFill>
                <a:latin typeface="Oracle Sans Light" panose="020B0403020204020204" pitchFamily="34" charset="0"/>
                <a:cs typeface="Oracle Sans Light" panose="020B0403020204020204" pitchFamily="34" charset="0"/>
              </a:defRPr>
            </a:lvl1p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CA" sz="1400" b="0" i="0" u="none" strike="noStrike" kern="1200" cap="none" spc="0" normalizeH="0" baseline="0" noProof="0" dirty="0">
                <a:ln>
                  <a:noFill/>
                </a:ln>
                <a:solidFill>
                  <a:schemeClr val="bg2"/>
                </a:solidFill>
                <a:effectLst/>
                <a:uLnTx/>
                <a:uFillTx/>
                <a:latin typeface="Oracle Sans Light" panose="020B0403020204020204" pitchFamily="34" charset="0"/>
                <a:ea typeface="+mn-ea"/>
                <a:cs typeface="Oracle Sans Light" panose="020B0403020204020204" pitchFamily="34" charset="0"/>
              </a:rPr>
              <a:t>Java Day Copyright © 2024, Oracle and/or its affiliates</a:t>
            </a:r>
          </a:p>
        </p:txBody>
      </p:sp>
      <p:sp>
        <p:nvSpPr>
          <p:cNvPr id="5" name="Slide Number Placeholder 5">
            <a:extLst>
              <a:ext uri="{FF2B5EF4-FFF2-40B4-BE49-F238E27FC236}">
                <a16:creationId xmlns:a16="http://schemas.microsoft.com/office/drawing/2014/main" id="{8DC21107-47A3-6295-0692-C8D02C685307}"/>
              </a:ext>
            </a:extLst>
          </p:cNvPr>
          <p:cNvSpPr>
            <a:spLocks noGrp="1"/>
          </p:cNvSpPr>
          <p:nvPr>
            <p:ph type="sldNum" sz="quarter" idx="4"/>
          </p:nvPr>
        </p:nvSpPr>
        <p:spPr>
          <a:xfrm>
            <a:off x="449152" y="12985749"/>
            <a:ext cx="871646" cy="730250"/>
          </a:xfrm>
          <a:prstGeom prst="rect">
            <a:avLst/>
          </a:prstGeom>
        </p:spPr>
        <p:txBody>
          <a:bodyPr vert="horz" lIns="91440" tIns="45720" rIns="91440" bIns="45720" rtlCol="0" anchor="ctr"/>
          <a:lstStyle>
            <a:lvl1pPr algn="l">
              <a:defRPr sz="1600">
                <a:solidFill>
                  <a:schemeClr val="bg2"/>
                </a:solidFill>
                <a:latin typeface="Oracle Sans" panose="020B0503020204020204" pitchFamily="34" charset="0"/>
                <a:cs typeface="Oracle Sans" panose="020B0503020204020204" pitchFamily="34" charset="0"/>
              </a:defRPr>
            </a:lvl1pPr>
          </a:lstStyle>
          <a:p>
            <a:fld id="{CFF4B978-1D82-7745-80C5-DBABA6B131D3}" type="slidenum">
              <a:rPr lang="en-US" smtClean="0"/>
              <a:pPr/>
              <a:t>‹#›</a:t>
            </a:fld>
            <a:endParaRPr lang="en-US"/>
          </a:p>
        </p:txBody>
      </p:sp>
      <p:pic>
        <p:nvPicPr>
          <p:cNvPr id="7" name="Picture 6">
            <a:extLst>
              <a:ext uri="{FF2B5EF4-FFF2-40B4-BE49-F238E27FC236}">
                <a16:creationId xmlns:a16="http://schemas.microsoft.com/office/drawing/2014/main" id="{FC6E09A0-CD7B-F72A-CF7A-FF28C6C615F6}"/>
              </a:ext>
            </a:extLst>
          </p:cNvPr>
          <p:cNvPicPr>
            <a:picLocks noChangeAspect="1"/>
          </p:cNvPicPr>
          <p:nvPr userDrawn="1"/>
        </p:nvPicPr>
        <p:blipFill>
          <a:blip r:embed="rId3">
            <a:alphaModFix/>
          </a:blip>
          <a:stretch>
            <a:fillRect/>
          </a:stretch>
        </p:blipFill>
        <p:spPr>
          <a:xfrm>
            <a:off x="22762011" y="12898102"/>
            <a:ext cx="817080" cy="827423"/>
          </a:xfrm>
          <a:prstGeom prst="rect">
            <a:avLst/>
          </a:prstGeom>
        </p:spPr>
      </p:pic>
    </p:spTree>
    <p:extLst>
      <p:ext uri="{BB962C8B-B14F-4D97-AF65-F5344CB8AC3E}">
        <p14:creationId xmlns:p14="http://schemas.microsoft.com/office/powerpoint/2010/main" val="3201860837"/>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3 Col Dark">
    <p:bg>
      <p:bgPr>
        <a:solidFill>
          <a:srgbClr val="00758F"/>
        </a:solidFill>
        <a:effectLst/>
      </p:bgPr>
    </p:bg>
    <p:spTree>
      <p:nvGrpSpPr>
        <p:cNvPr id="1" name=""/>
        <p:cNvGrpSpPr/>
        <p:nvPr/>
      </p:nvGrpSpPr>
      <p:grpSpPr>
        <a:xfrm>
          <a:off x="0" y="0"/>
          <a:ext cx="0" cy="0"/>
          <a:chOff x="0" y="0"/>
          <a:chExt cx="0" cy="0"/>
        </a:xfrm>
      </p:grpSpPr>
      <p:pic>
        <p:nvPicPr>
          <p:cNvPr id="2" name="Picture 1" descr="Background pattern&#10;&#10;Description automatically generated">
            <a:extLst>
              <a:ext uri="{FF2B5EF4-FFF2-40B4-BE49-F238E27FC236}">
                <a16:creationId xmlns:a16="http://schemas.microsoft.com/office/drawing/2014/main" id="{6A60F630-D80F-D26C-9EDF-0DCD538382F7}"/>
              </a:ext>
            </a:extLst>
          </p:cNvPr>
          <p:cNvPicPr>
            <a:picLocks noChangeAspect="1"/>
          </p:cNvPicPr>
          <p:nvPr userDrawn="1"/>
        </p:nvPicPr>
        <p:blipFill>
          <a:blip r:embed="rId2"/>
          <a:stretch>
            <a:fillRect/>
          </a:stretch>
        </p:blipFill>
        <p:spPr>
          <a:xfrm>
            <a:off x="0" y="0"/>
            <a:ext cx="24384000" cy="13716000"/>
          </a:xfrm>
          <a:prstGeom prst="rect">
            <a:avLst/>
          </a:prstGeom>
        </p:spPr>
      </p:pic>
      <p:sp>
        <p:nvSpPr>
          <p:cNvPr id="5" name="Text Placeholder 5">
            <a:extLst>
              <a:ext uri="{FF2B5EF4-FFF2-40B4-BE49-F238E27FC236}">
                <a16:creationId xmlns:a16="http://schemas.microsoft.com/office/drawing/2014/main" id="{3BD8E87D-9EE8-4B43-4E02-7F4BA4F990DD}"/>
              </a:ext>
            </a:extLst>
          </p:cNvPr>
          <p:cNvSpPr>
            <a:spLocks noGrp="1"/>
          </p:cNvSpPr>
          <p:nvPr>
            <p:ph type="body" sz="quarter" idx="12" hasCustomPrompt="1"/>
          </p:nvPr>
        </p:nvSpPr>
        <p:spPr>
          <a:xfrm>
            <a:off x="1386009" y="3533776"/>
            <a:ext cx="22189040" cy="1535113"/>
          </a:xfrm>
          <a:prstGeom prst="rect">
            <a:avLst/>
          </a:prstGeom>
        </p:spPr>
        <p:txBody>
          <a:bodyPr>
            <a:normAutofit/>
          </a:bodyPr>
          <a:lstStyle>
            <a:lvl1pPr marL="0" indent="0">
              <a:lnSpc>
                <a:spcPct val="110000"/>
              </a:lnSpc>
              <a:spcBef>
                <a:spcPts val="300"/>
              </a:spcBef>
              <a:spcAft>
                <a:spcPts val="300"/>
              </a:spcAft>
              <a:buFont typeface="Arial" panose="020B0604020202020204" pitchFamily="34" charset="0"/>
              <a:buNone/>
              <a:defRPr sz="4800" b="0" i="0">
                <a:solidFill>
                  <a:srgbClr val="8EE1F0"/>
                </a:solidFill>
                <a:latin typeface="Oracle Sans" panose="020B0503020204020204" pitchFamily="34" charset="0"/>
                <a:cs typeface="Oracle Sans" panose="020B0503020204020204" pitchFamily="34" charset="0"/>
              </a:defRPr>
            </a:lvl1pPr>
            <a:lvl2pPr marL="17462" indent="0">
              <a:lnSpc>
                <a:spcPct val="110000"/>
              </a:lnSpc>
              <a:spcBef>
                <a:spcPts val="300"/>
              </a:spcBef>
              <a:spcAft>
                <a:spcPts val="300"/>
              </a:spcAft>
              <a:buNone/>
              <a:tabLst/>
              <a:defRPr sz="4400">
                <a:solidFill>
                  <a:schemeClr val="bg1"/>
                </a:solidFill>
              </a:defRPr>
            </a:lvl2pPr>
          </a:lstStyle>
          <a:p>
            <a:pPr lvl="0"/>
            <a:r>
              <a:rPr lang="en-US" dirty="0"/>
              <a:t>Intro lead in copy goes here</a:t>
            </a:r>
          </a:p>
        </p:txBody>
      </p:sp>
      <p:sp>
        <p:nvSpPr>
          <p:cNvPr id="6" name="Picture Placeholder 7">
            <a:extLst>
              <a:ext uri="{FF2B5EF4-FFF2-40B4-BE49-F238E27FC236}">
                <a16:creationId xmlns:a16="http://schemas.microsoft.com/office/drawing/2014/main" id="{0AE91D2F-5AC6-B45C-2F9F-8617B5DED2AC}"/>
              </a:ext>
            </a:extLst>
          </p:cNvPr>
          <p:cNvSpPr>
            <a:spLocks noGrp="1"/>
          </p:cNvSpPr>
          <p:nvPr>
            <p:ph type="pic" sz="quarter" idx="13" hasCustomPrompt="1"/>
          </p:nvPr>
        </p:nvSpPr>
        <p:spPr>
          <a:xfrm>
            <a:off x="1411621" y="5457358"/>
            <a:ext cx="1335348" cy="1335088"/>
          </a:xfrm>
          <a:prstGeom prst="rect">
            <a:avLst/>
          </a:prstGeom>
        </p:spPr>
        <p:txBody>
          <a:bodyPr anchor="ctr">
            <a:normAutofit/>
          </a:bodyPr>
          <a:lstStyle>
            <a:lvl1pPr marL="0" indent="0" algn="ctr">
              <a:buNone/>
              <a:defRPr sz="3200">
                <a:solidFill>
                  <a:srgbClr val="8EE1F0"/>
                </a:solidFill>
              </a:defRPr>
            </a:lvl1pPr>
          </a:lstStyle>
          <a:p>
            <a:r>
              <a:rPr lang="en-US" dirty="0"/>
              <a:t>Icon</a:t>
            </a:r>
          </a:p>
        </p:txBody>
      </p:sp>
      <p:sp>
        <p:nvSpPr>
          <p:cNvPr id="7" name="Text Placeholder 9">
            <a:extLst>
              <a:ext uri="{FF2B5EF4-FFF2-40B4-BE49-F238E27FC236}">
                <a16:creationId xmlns:a16="http://schemas.microsoft.com/office/drawing/2014/main" id="{A0B6B0D5-5E29-8602-669F-18D4DB43DB9C}"/>
              </a:ext>
            </a:extLst>
          </p:cNvPr>
          <p:cNvSpPr>
            <a:spLocks noGrp="1"/>
          </p:cNvSpPr>
          <p:nvPr>
            <p:ph type="body" sz="quarter" idx="14" hasCustomPrompt="1"/>
          </p:nvPr>
        </p:nvSpPr>
        <p:spPr>
          <a:xfrm>
            <a:off x="1411622" y="7476565"/>
            <a:ext cx="6059083" cy="4563035"/>
          </a:xfrm>
          <a:prstGeom prst="rect">
            <a:avLst/>
          </a:prstGeom>
        </p:spPr>
        <p:txBody>
          <a:bodyPr>
            <a:noAutofit/>
          </a:bodyPr>
          <a:lstStyle>
            <a:lvl1pPr marL="0" indent="0">
              <a:lnSpc>
                <a:spcPct val="110000"/>
              </a:lnSpc>
              <a:spcBef>
                <a:spcPts val="0"/>
              </a:spcBef>
              <a:buNone/>
              <a:defRPr sz="3600" b="0" i="0">
                <a:solidFill>
                  <a:schemeClr val="bg1"/>
                </a:solidFill>
                <a:latin typeface="Oracle Sans" panose="020B0503020204020204" pitchFamily="34" charset="0"/>
                <a:cs typeface="Oracle Sans" panose="020B0503020204020204" pitchFamily="34" charset="0"/>
              </a:defRPr>
            </a:lvl1pPr>
          </a:lstStyle>
          <a:p>
            <a:pPr lvl="0"/>
            <a:r>
              <a:rPr lang="en-US" dirty="0"/>
              <a:t>Copy goes here</a:t>
            </a:r>
          </a:p>
        </p:txBody>
      </p:sp>
      <p:sp>
        <p:nvSpPr>
          <p:cNvPr id="8" name="Picture Placeholder 7">
            <a:extLst>
              <a:ext uri="{FF2B5EF4-FFF2-40B4-BE49-F238E27FC236}">
                <a16:creationId xmlns:a16="http://schemas.microsoft.com/office/drawing/2014/main" id="{2E90FE6C-EFA2-EB6B-E00C-A7B939614518}"/>
              </a:ext>
            </a:extLst>
          </p:cNvPr>
          <p:cNvSpPr>
            <a:spLocks noGrp="1"/>
          </p:cNvSpPr>
          <p:nvPr>
            <p:ph type="pic" sz="quarter" idx="15" hasCustomPrompt="1"/>
          </p:nvPr>
        </p:nvSpPr>
        <p:spPr>
          <a:xfrm>
            <a:off x="8557531" y="5457358"/>
            <a:ext cx="1335348" cy="1335088"/>
          </a:xfrm>
          <a:prstGeom prst="rect">
            <a:avLst/>
          </a:prstGeom>
        </p:spPr>
        <p:txBody>
          <a:bodyPr anchor="ctr">
            <a:normAutofit/>
          </a:bodyPr>
          <a:lstStyle>
            <a:lvl1pPr marL="0" indent="0" algn="ctr">
              <a:buNone/>
              <a:defRPr sz="3200">
                <a:solidFill>
                  <a:srgbClr val="8EE1F0"/>
                </a:solidFill>
              </a:defRPr>
            </a:lvl1pPr>
          </a:lstStyle>
          <a:p>
            <a:r>
              <a:rPr lang="en-US" dirty="0"/>
              <a:t>Icon</a:t>
            </a:r>
          </a:p>
        </p:txBody>
      </p:sp>
      <p:sp>
        <p:nvSpPr>
          <p:cNvPr id="9" name="Text Placeholder 9">
            <a:extLst>
              <a:ext uri="{FF2B5EF4-FFF2-40B4-BE49-F238E27FC236}">
                <a16:creationId xmlns:a16="http://schemas.microsoft.com/office/drawing/2014/main" id="{315EB46A-FAA2-070B-8BC0-A95A458D37A4}"/>
              </a:ext>
            </a:extLst>
          </p:cNvPr>
          <p:cNvSpPr>
            <a:spLocks noGrp="1"/>
          </p:cNvSpPr>
          <p:nvPr>
            <p:ph type="body" sz="quarter" idx="16" hasCustomPrompt="1"/>
          </p:nvPr>
        </p:nvSpPr>
        <p:spPr>
          <a:xfrm>
            <a:off x="8557532" y="7476565"/>
            <a:ext cx="6059083" cy="4563035"/>
          </a:xfrm>
          <a:prstGeom prst="rect">
            <a:avLst/>
          </a:prstGeom>
        </p:spPr>
        <p:txBody>
          <a:bodyPr>
            <a:noAutofit/>
          </a:bodyPr>
          <a:lstStyle>
            <a:lvl1pPr marL="0" indent="0">
              <a:lnSpc>
                <a:spcPct val="110000"/>
              </a:lnSpc>
              <a:spcBef>
                <a:spcPts val="0"/>
              </a:spcBef>
              <a:buNone/>
              <a:defRPr sz="3600" b="0" i="0">
                <a:solidFill>
                  <a:schemeClr val="bg1"/>
                </a:solidFill>
                <a:latin typeface="Oracle Sans" panose="020B0503020204020204" pitchFamily="34" charset="0"/>
                <a:cs typeface="Oracle Sans" panose="020B0503020204020204" pitchFamily="34" charset="0"/>
              </a:defRPr>
            </a:lvl1pPr>
          </a:lstStyle>
          <a:p>
            <a:pPr lvl="0"/>
            <a:r>
              <a:rPr lang="en-US" dirty="0"/>
              <a:t>Copy goes here</a:t>
            </a:r>
          </a:p>
        </p:txBody>
      </p:sp>
      <p:sp>
        <p:nvSpPr>
          <p:cNvPr id="10" name="Picture Placeholder 7">
            <a:extLst>
              <a:ext uri="{FF2B5EF4-FFF2-40B4-BE49-F238E27FC236}">
                <a16:creationId xmlns:a16="http://schemas.microsoft.com/office/drawing/2014/main" id="{B02C5A49-CEDB-11C5-F4B3-981358346EEA}"/>
              </a:ext>
            </a:extLst>
          </p:cNvPr>
          <p:cNvSpPr>
            <a:spLocks noGrp="1"/>
          </p:cNvSpPr>
          <p:nvPr>
            <p:ph type="pic" sz="quarter" idx="17" hasCustomPrompt="1"/>
          </p:nvPr>
        </p:nvSpPr>
        <p:spPr>
          <a:xfrm>
            <a:off x="15624051" y="5457358"/>
            <a:ext cx="1335348" cy="1335088"/>
          </a:xfrm>
          <a:prstGeom prst="rect">
            <a:avLst/>
          </a:prstGeom>
        </p:spPr>
        <p:txBody>
          <a:bodyPr anchor="ctr">
            <a:normAutofit/>
          </a:bodyPr>
          <a:lstStyle>
            <a:lvl1pPr marL="0" indent="0" algn="ctr">
              <a:buNone/>
              <a:defRPr sz="3200">
                <a:solidFill>
                  <a:srgbClr val="8EE1F0"/>
                </a:solidFill>
              </a:defRPr>
            </a:lvl1pPr>
          </a:lstStyle>
          <a:p>
            <a:r>
              <a:rPr lang="en-US" dirty="0"/>
              <a:t>Icon</a:t>
            </a:r>
          </a:p>
        </p:txBody>
      </p:sp>
      <p:sp>
        <p:nvSpPr>
          <p:cNvPr id="11" name="Text Placeholder 9">
            <a:extLst>
              <a:ext uri="{FF2B5EF4-FFF2-40B4-BE49-F238E27FC236}">
                <a16:creationId xmlns:a16="http://schemas.microsoft.com/office/drawing/2014/main" id="{8F2FE26A-1076-0AB4-4D5A-BC48C0BE4600}"/>
              </a:ext>
            </a:extLst>
          </p:cNvPr>
          <p:cNvSpPr>
            <a:spLocks noGrp="1"/>
          </p:cNvSpPr>
          <p:nvPr>
            <p:ph type="body" sz="quarter" idx="18" hasCustomPrompt="1"/>
          </p:nvPr>
        </p:nvSpPr>
        <p:spPr>
          <a:xfrm>
            <a:off x="15624052" y="7476565"/>
            <a:ext cx="6059083" cy="4563035"/>
          </a:xfrm>
          <a:prstGeom prst="rect">
            <a:avLst/>
          </a:prstGeom>
        </p:spPr>
        <p:txBody>
          <a:bodyPr>
            <a:noAutofit/>
          </a:bodyPr>
          <a:lstStyle>
            <a:lvl1pPr marL="0" indent="0">
              <a:lnSpc>
                <a:spcPct val="110000"/>
              </a:lnSpc>
              <a:spcBef>
                <a:spcPts val="0"/>
              </a:spcBef>
              <a:buNone/>
              <a:defRPr sz="3600" b="0" i="0">
                <a:solidFill>
                  <a:schemeClr val="bg1"/>
                </a:solidFill>
                <a:latin typeface="Oracle Sans" panose="020B0503020204020204" pitchFamily="34" charset="0"/>
                <a:cs typeface="Oracle Sans" panose="020B0503020204020204" pitchFamily="34" charset="0"/>
              </a:defRPr>
            </a:lvl1pPr>
          </a:lstStyle>
          <a:p>
            <a:pPr lvl="0"/>
            <a:r>
              <a:rPr lang="en-US" dirty="0"/>
              <a:t>Copy goes here</a:t>
            </a:r>
          </a:p>
        </p:txBody>
      </p:sp>
      <p:sp>
        <p:nvSpPr>
          <p:cNvPr id="3" name="Title 1">
            <a:extLst>
              <a:ext uri="{FF2B5EF4-FFF2-40B4-BE49-F238E27FC236}">
                <a16:creationId xmlns:a16="http://schemas.microsoft.com/office/drawing/2014/main" id="{3D51C5A6-2421-50DD-2746-0F9AD47612F4}"/>
              </a:ext>
            </a:extLst>
          </p:cNvPr>
          <p:cNvSpPr>
            <a:spLocks noGrp="1"/>
          </p:cNvSpPr>
          <p:nvPr>
            <p:ph type="title"/>
          </p:nvPr>
        </p:nvSpPr>
        <p:spPr>
          <a:xfrm>
            <a:off x="1386010" y="672354"/>
            <a:ext cx="22189047" cy="1880607"/>
          </a:xfrm>
          <a:prstGeom prst="rect">
            <a:avLst/>
          </a:prstGeom>
        </p:spPr>
        <p:txBody>
          <a:bodyPr anchor="b">
            <a:noAutofit/>
          </a:bodyPr>
          <a:lstStyle>
            <a:lvl1pPr>
              <a:lnSpc>
                <a:spcPct val="100000"/>
              </a:lnSpc>
              <a:defRPr sz="6600"/>
            </a:lvl1pPr>
          </a:lstStyle>
          <a:p>
            <a:r>
              <a:rPr lang="en-GB"/>
              <a:t>Click to edit Master title style</a:t>
            </a:r>
            <a:endParaRPr lang="en-US" dirty="0"/>
          </a:p>
        </p:txBody>
      </p:sp>
      <p:sp>
        <p:nvSpPr>
          <p:cNvPr id="4" name="Footer Placeholder 3">
            <a:extLst>
              <a:ext uri="{FF2B5EF4-FFF2-40B4-BE49-F238E27FC236}">
                <a16:creationId xmlns:a16="http://schemas.microsoft.com/office/drawing/2014/main" id="{54F8B210-8853-7753-19AE-2AE9F5604C1F}"/>
              </a:ext>
            </a:extLst>
          </p:cNvPr>
          <p:cNvSpPr>
            <a:spLocks noGrp="1"/>
          </p:cNvSpPr>
          <p:nvPr>
            <p:ph type="ftr" sz="quarter" idx="3"/>
          </p:nvPr>
        </p:nvSpPr>
        <p:spPr>
          <a:xfrm>
            <a:off x="1411345" y="12985749"/>
            <a:ext cx="10052413" cy="730250"/>
          </a:xfrm>
          <a:prstGeom prst="rect">
            <a:avLst/>
          </a:prstGeom>
        </p:spPr>
        <p:txBody>
          <a:bodyPr vert="horz" lIns="91440" tIns="45720" rIns="91440" bIns="45720" rtlCol="0" anchor="ctr"/>
          <a:lstStyle>
            <a:lvl1pPr algn="l">
              <a:defRPr sz="1400" b="0" i="0">
                <a:solidFill>
                  <a:schemeClr val="bg2"/>
                </a:solidFill>
                <a:latin typeface="Oracle Sans Light" panose="020B0403020204020204" pitchFamily="34" charset="0"/>
                <a:cs typeface="Oracle Sans Light" panose="020B0403020204020204" pitchFamily="34" charset="0"/>
              </a:defRPr>
            </a:lvl1p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CA" sz="1400" b="0" i="0" u="none" strike="noStrike" kern="1200" cap="none" spc="0" normalizeH="0" baseline="0" noProof="0" dirty="0">
                <a:ln>
                  <a:noFill/>
                </a:ln>
                <a:solidFill>
                  <a:schemeClr val="bg2"/>
                </a:solidFill>
                <a:effectLst/>
                <a:uLnTx/>
                <a:uFillTx/>
                <a:latin typeface="Oracle Sans Light" panose="020B0403020204020204" pitchFamily="34" charset="0"/>
                <a:ea typeface="+mn-ea"/>
                <a:cs typeface="Oracle Sans Light" panose="020B0403020204020204" pitchFamily="34" charset="0"/>
              </a:rPr>
              <a:t>Java Day Copyright © 2024, Oracle and/or its affiliates</a:t>
            </a:r>
          </a:p>
        </p:txBody>
      </p:sp>
      <p:sp>
        <p:nvSpPr>
          <p:cNvPr id="12" name="Slide Number Placeholder 5">
            <a:extLst>
              <a:ext uri="{FF2B5EF4-FFF2-40B4-BE49-F238E27FC236}">
                <a16:creationId xmlns:a16="http://schemas.microsoft.com/office/drawing/2014/main" id="{454A63E1-86EC-DC85-1A24-2872FFC8DB3A}"/>
              </a:ext>
            </a:extLst>
          </p:cNvPr>
          <p:cNvSpPr>
            <a:spLocks noGrp="1"/>
          </p:cNvSpPr>
          <p:nvPr>
            <p:ph type="sldNum" sz="quarter" idx="4"/>
          </p:nvPr>
        </p:nvSpPr>
        <p:spPr>
          <a:xfrm>
            <a:off x="449152" y="12985749"/>
            <a:ext cx="871646" cy="730250"/>
          </a:xfrm>
          <a:prstGeom prst="rect">
            <a:avLst/>
          </a:prstGeom>
        </p:spPr>
        <p:txBody>
          <a:bodyPr vert="horz" lIns="91440" tIns="45720" rIns="91440" bIns="45720" rtlCol="0" anchor="ctr"/>
          <a:lstStyle>
            <a:lvl1pPr algn="l">
              <a:defRPr sz="1600">
                <a:solidFill>
                  <a:schemeClr val="bg2"/>
                </a:solidFill>
                <a:latin typeface="Oracle Sans" panose="020B0503020204020204" pitchFamily="34" charset="0"/>
                <a:cs typeface="Oracle Sans" panose="020B0503020204020204" pitchFamily="34" charset="0"/>
              </a:defRPr>
            </a:lvl1pPr>
          </a:lstStyle>
          <a:p>
            <a:fld id="{CFF4B978-1D82-7745-80C5-DBABA6B131D3}" type="slidenum">
              <a:rPr lang="en-US" smtClean="0"/>
              <a:pPr/>
              <a:t>‹#›</a:t>
            </a:fld>
            <a:endParaRPr lang="en-US"/>
          </a:p>
        </p:txBody>
      </p:sp>
      <p:pic>
        <p:nvPicPr>
          <p:cNvPr id="13" name="Picture 12">
            <a:extLst>
              <a:ext uri="{FF2B5EF4-FFF2-40B4-BE49-F238E27FC236}">
                <a16:creationId xmlns:a16="http://schemas.microsoft.com/office/drawing/2014/main" id="{974E2FBF-46FF-DB1A-6B6F-25641E52CA62}"/>
              </a:ext>
            </a:extLst>
          </p:cNvPr>
          <p:cNvPicPr>
            <a:picLocks noChangeAspect="1"/>
          </p:cNvPicPr>
          <p:nvPr userDrawn="1"/>
        </p:nvPicPr>
        <p:blipFill>
          <a:blip r:embed="rId3">
            <a:alphaModFix/>
          </a:blip>
          <a:stretch>
            <a:fillRect/>
          </a:stretch>
        </p:blipFill>
        <p:spPr>
          <a:xfrm>
            <a:off x="22762011" y="12898102"/>
            <a:ext cx="817080" cy="827423"/>
          </a:xfrm>
          <a:prstGeom prst="rect">
            <a:avLst/>
          </a:prstGeom>
        </p:spPr>
      </p:pic>
    </p:spTree>
    <p:extLst>
      <p:ext uri="{BB962C8B-B14F-4D97-AF65-F5344CB8AC3E}">
        <p14:creationId xmlns:p14="http://schemas.microsoft.com/office/powerpoint/2010/main" val="2335312309"/>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4 Col Dark">
    <p:bg>
      <p:bgPr>
        <a:solidFill>
          <a:srgbClr val="00758F"/>
        </a:solidFill>
        <a:effectLst/>
      </p:bgPr>
    </p:bg>
    <p:spTree>
      <p:nvGrpSpPr>
        <p:cNvPr id="1" name=""/>
        <p:cNvGrpSpPr/>
        <p:nvPr/>
      </p:nvGrpSpPr>
      <p:grpSpPr>
        <a:xfrm>
          <a:off x="0" y="0"/>
          <a:ext cx="0" cy="0"/>
          <a:chOff x="0" y="0"/>
          <a:chExt cx="0" cy="0"/>
        </a:xfrm>
      </p:grpSpPr>
      <p:pic>
        <p:nvPicPr>
          <p:cNvPr id="2" name="Picture 1" descr="Background pattern&#10;&#10;Description automatically generated">
            <a:extLst>
              <a:ext uri="{FF2B5EF4-FFF2-40B4-BE49-F238E27FC236}">
                <a16:creationId xmlns:a16="http://schemas.microsoft.com/office/drawing/2014/main" id="{11CF1706-D6DD-F4E2-2901-1FA68867859B}"/>
              </a:ext>
            </a:extLst>
          </p:cNvPr>
          <p:cNvPicPr>
            <a:picLocks noChangeAspect="1"/>
          </p:cNvPicPr>
          <p:nvPr userDrawn="1"/>
        </p:nvPicPr>
        <p:blipFill>
          <a:blip r:embed="rId2"/>
          <a:stretch>
            <a:fillRect/>
          </a:stretch>
        </p:blipFill>
        <p:spPr>
          <a:xfrm>
            <a:off x="0" y="0"/>
            <a:ext cx="24384000" cy="13716000"/>
          </a:xfrm>
          <a:prstGeom prst="rect">
            <a:avLst/>
          </a:prstGeom>
        </p:spPr>
      </p:pic>
      <p:sp>
        <p:nvSpPr>
          <p:cNvPr id="6" name="Picture Placeholder 7">
            <a:extLst>
              <a:ext uri="{FF2B5EF4-FFF2-40B4-BE49-F238E27FC236}">
                <a16:creationId xmlns:a16="http://schemas.microsoft.com/office/drawing/2014/main" id="{0AE91D2F-5AC6-B45C-2F9F-8617B5DED2AC}"/>
              </a:ext>
            </a:extLst>
          </p:cNvPr>
          <p:cNvSpPr>
            <a:spLocks noGrp="1"/>
          </p:cNvSpPr>
          <p:nvPr>
            <p:ph type="pic" sz="quarter" idx="13" hasCustomPrompt="1"/>
          </p:nvPr>
        </p:nvSpPr>
        <p:spPr>
          <a:xfrm>
            <a:off x="1411621" y="5457358"/>
            <a:ext cx="1335348" cy="1335088"/>
          </a:xfrm>
          <a:prstGeom prst="rect">
            <a:avLst/>
          </a:prstGeom>
        </p:spPr>
        <p:txBody>
          <a:bodyPr anchor="ctr">
            <a:normAutofit/>
          </a:bodyPr>
          <a:lstStyle>
            <a:lvl1pPr marL="0" indent="0" algn="ctr">
              <a:buNone/>
              <a:defRPr sz="3200">
                <a:solidFill>
                  <a:srgbClr val="8EE1F0"/>
                </a:solidFill>
              </a:defRPr>
            </a:lvl1pPr>
          </a:lstStyle>
          <a:p>
            <a:r>
              <a:rPr lang="en-US" dirty="0"/>
              <a:t>Icon</a:t>
            </a:r>
          </a:p>
        </p:txBody>
      </p:sp>
      <p:sp>
        <p:nvSpPr>
          <p:cNvPr id="7" name="Text Placeholder 9">
            <a:extLst>
              <a:ext uri="{FF2B5EF4-FFF2-40B4-BE49-F238E27FC236}">
                <a16:creationId xmlns:a16="http://schemas.microsoft.com/office/drawing/2014/main" id="{A0B6B0D5-5E29-8602-669F-18D4DB43DB9C}"/>
              </a:ext>
            </a:extLst>
          </p:cNvPr>
          <p:cNvSpPr>
            <a:spLocks noGrp="1"/>
          </p:cNvSpPr>
          <p:nvPr>
            <p:ph type="body" sz="quarter" idx="14" hasCustomPrompt="1"/>
          </p:nvPr>
        </p:nvSpPr>
        <p:spPr>
          <a:xfrm>
            <a:off x="1411622" y="7476565"/>
            <a:ext cx="4862066" cy="4563035"/>
          </a:xfrm>
          <a:prstGeom prst="rect">
            <a:avLst/>
          </a:prstGeom>
        </p:spPr>
        <p:txBody>
          <a:bodyPr>
            <a:noAutofit/>
          </a:bodyPr>
          <a:lstStyle>
            <a:lvl1pPr marL="0" indent="0">
              <a:lnSpc>
                <a:spcPct val="110000"/>
              </a:lnSpc>
              <a:spcBef>
                <a:spcPts val="0"/>
              </a:spcBef>
              <a:buNone/>
              <a:defRPr sz="3600" b="0" i="0">
                <a:solidFill>
                  <a:schemeClr val="bg1"/>
                </a:solidFill>
                <a:latin typeface="Oracle Sans" panose="020B0503020204020204" pitchFamily="34" charset="0"/>
                <a:cs typeface="Oracle Sans" panose="020B0503020204020204" pitchFamily="34" charset="0"/>
              </a:defRPr>
            </a:lvl1pPr>
          </a:lstStyle>
          <a:p>
            <a:pPr lvl="0"/>
            <a:r>
              <a:rPr lang="en-US" dirty="0"/>
              <a:t>Copy goes here</a:t>
            </a:r>
          </a:p>
        </p:txBody>
      </p:sp>
      <p:sp>
        <p:nvSpPr>
          <p:cNvPr id="8" name="Picture Placeholder 7">
            <a:extLst>
              <a:ext uri="{FF2B5EF4-FFF2-40B4-BE49-F238E27FC236}">
                <a16:creationId xmlns:a16="http://schemas.microsoft.com/office/drawing/2014/main" id="{2E90FE6C-EFA2-EB6B-E00C-A7B939614518}"/>
              </a:ext>
            </a:extLst>
          </p:cNvPr>
          <p:cNvSpPr>
            <a:spLocks noGrp="1"/>
          </p:cNvSpPr>
          <p:nvPr>
            <p:ph type="pic" sz="quarter" idx="15" hasCustomPrompt="1"/>
          </p:nvPr>
        </p:nvSpPr>
        <p:spPr>
          <a:xfrm>
            <a:off x="6771595" y="5457358"/>
            <a:ext cx="1335348" cy="1335088"/>
          </a:xfrm>
          <a:prstGeom prst="rect">
            <a:avLst/>
          </a:prstGeom>
        </p:spPr>
        <p:txBody>
          <a:bodyPr anchor="ctr">
            <a:normAutofit/>
          </a:bodyPr>
          <a:lstStyle>
            <a:lvl1pPr marL="0" indent="0" algn="ctr">
              <a:buNone/>
              <a:defRPr sz="3200">
                <a:solidFill>
                  <a:srgbClr val="8EE1F0"/>
                </a:solidFill>
              </a:defRPr>
            </a:lvl1pPr>
          </a:lstStyle>
          <a:p>
            <a:r>
              <a:rPr lang="en-US" dirty="0"/>
              <a:t>Icon</a:t>
            </a:r>
          </a:p>
        </p:txBody>
      </p:sp>
      <p:sp>
        <p:nvSpPr>
          <p:cNvPr id="9" name="Text Placeholder 9">
            <a:extLst>
              <a:ext uri="{FF2B5EF4-FFF2-40B4-BE49-F238E27FC236}">
                <a16:creationId xmlns:a16="http://schemas.microsoft.com/office/drawing/2014/main" id="{315EB46A-FAA2-070B-8BC0-A95A458D37A4}"/>
              </a:ext>
            </a:extLst>
          </p:cNvPr>
          <p:cNvSpPr>
            <a:spLocks noGrp="1"/>
          </p:cNvSpPr>
          <p:nvPr>
            <p:ph type="body" sz="quarter" idx="16" hasCustomPrompt="1"/>
          </p:nvPr>
        </p:nvSpPr>
        <p:spPr>
          <a:xfrm>
            <a:off x="6771596" y="7476565"/>
            <a:ext cx="4862066" cy="4563035"/>
          </a:xfrm>
          <a:prstGeom prst="rect">
            <a:avLst/>
          </a:prstGeom>
        </p:spPr>
        <p:txBody>
          <a:bodyPr>
            <a:noAutofit/>
          </a:bodyPr>
          <a:lstStyle>
            <a:lvl1pPr marL="0" indent="0">
              <a:lnSpc>
                <a:spcPct val="110000"/>
              </a:lnSpc>
              <a:spcBef>
                <a:spcPts val="0"/>
              </a:spcBef>
              <a:buNone/>
              <a:defRPr sz="3600" b="0" i="0">
                <a:solidFill>
                  <a:schemeClr val="bg1"/>
                </a:solidFill>
                <a:latin typeface="Oracle Sans" panose="020B0503020204020204" pitchFamily="34" charset="0"/>
                <a:cs typeface="Oracle Sans" panose="020B0503020204020204" pitchFamily="34" charset="0"/>
              </a:defRPr>
            </a:lvl1pPr>
          </a:lstStyle>
          <a:p>
            <a:pPr lvl="0"/>
            <a:r>
              <a:rPr lang="en-US" dirty="0"/>
              <a:t>Copy goes here</a:t>
            </a:r>
          </a:p>
        </p:txBody>
      </p:sp>
      <p:sp>
        <p:nvSpPr>
          <p:cNvPr id="10" name="Picture Placeholder 7">
            <a:extLst>
              <a:ext uri="{FF2B5EF4-FFF2-40B4-BE49-F238E27FC236}">
                <a16:creationId xmlns:a16="http://schemas.microsoft.com/office/drawing/2014/main" id="{B02C5A49-CEDB-11C5-F4B3-981358346EEA}"/>
              </a:ext>
            </a:extLst>
          </p:cNvPr>
          <p:cNvSpPr>
            <a:spLocks noGrp="1"/>
          </p:cNvSpPr>
          <p:nvPr>
            <p:ph type="pic" sz="quarter" idx="17" hasCustomPrompt="1"/>
          </p:nvPr>
        </p:nvSpPr>
        <p:spPr>
          <a:xfrm>
            <a:off x="12193587" y="5457358"/>
            <a:ext cx="1335348" cy="1335088"/>
          </a:xfrm>
          <a:prstGeom prst="rect">
            <a:avLst/>
          </a:prstGeom>
        </p:spPr>
        <p:txBody>
          <a:bodyPr anchor="ctr">
            <a:normAutofit/>
          </a:bodyPr>
          <a:lstStyle>
            <a:lvl1pPr marL="0" indent="0" algn="ctr">
              <a:buNone/>
              <a:defRPr sz="3200">
                <a:solidFill>
                  <a:srgbClr val="8EE1F0"/>
                </a:solidFill>
              </a:defRPr>
            </a:lvl1pPr>
          </a:lstStyle>
          <a:p>
            <a:r>
              <a:rPr lang="en-US" dirty="0"/>
              <a:t>Icon</a:t>
            </a:r>
          </a:p>
        </p:txBody>
      </p:sp>
      <p:sp>
        <p:nvSpPr>
          <p:cNvPr id="11" name="Text Placeholder 9">
            <a:extLst>
              <a:ext uri="{FF2B5EF4-FFF2-40B4-BE49-F238E27FC236}">
                <a16:creationId xmlns:a16="http://schemas.microsoft.com/office/drawing/2014/main" id="{8F2FE26A-1076-0AB4-4D5A-BC48C0BE4600}"/>
              </a:ext>
            </a:extLst>
          </p:cNvPr>
          <p:cNvSpPr>
            <a:spLocks noGrp="1"/>
          </p:cNvSpPr>
          <p:nvPr>
            <p:ph type="body" sz="quarter" idx="18" hasCustomPrompt="1"/>
          </p:nvPr>
        </p:nvSpPr>
        <p:spPr>
          <a:xfrm>
            <a:off x="12193589" y="7476565"/>
            <a:ext cx="4862066" cy="4563035"/>
          </a:xfrm>
          <a:prstGeom prst="rect">
            <a:avLst/>
          </a:prstGeom>
        </p:spPr>
        <p:txBody>
          <a:bodyPr>
            <a:noAutofit/>
          </a:bodyPr>
          <a:lstStyle>
            <a:lvl1pPr marL="0" indent="0">
              <a:lnSpc>
                <a:spcPct val="110000"/>
              </a:lnSpc>
              <a:spcBef>
                <a:spcPts val="0"/>
              </a:spcBef>
              <a:buNone/>
              <a:defRPr sz="3600" b="0" i="0">
                <a:solidFill>
                  <a:schemeClr val="bg1"/>
                </a:solidFill>
                <a:latin typeface="Oracle Sans" panose="020B0503020204020204" pitchFamily="34" charset="0"/>
                <a:cs typeface="Oracle Sans" panose="020B0503020204020204" pitchFamily="34" charset="0"/>
              </a:defRPr>
            </a:lvl1pPr>
          </a:lstStyle>
          <a:p>
            <a:pPr lvl="0"/>
            <a:r>
              <a:rPr lang="en-US" dirty="0"/>
              <a:t>Copy goes here</a:t>
            </a:r>
          </a:p>
        </p:txBody>
      </p:sp>
      <p:sp>
        <p:nvSpPr>
          <p:cNvPr id="3" name="Title 1">
            <a:extLst>
              <a:ext uri="{FF2B5EF4-FFF2-40B4-BE49-F238E27FC236}">
                <a16:creationId xmlns:a16="http://schemas.microsoft.com/office/drawing/2014/main" id="{3D51C5A6-2421-50DD-2746-0F9AD47612F4}"/>
              </a:ext>
            </a:extLst>
          </p:cNvPr>
          <p:cNvSpPr>
            <a:spLocks noGrp="1"/>
          </p:cNvSpPr>
          <p:nvPr>
            <p:ph type="title"/>
          </p:nvPr>
        </p:nvSpPr>
        <p:spPr>
          <a:xfrm>
            <a:off x="1386010" y="672354"/>
            <a:ext cx="22189047" cy="1880607"/>
          </a:xfrm>
          <a:prstGeom prst="rect">
            <a:avLst/>
          </a:prstGeom>
        </p:spPr>
        <p:txBody>
          <a:bodyPr anchor="b">
            <a:noAutofit/>
          </a:bodyPr>
          <a:lstStyle>
            <a:lvl1pPr>
              <a:lnSpc>
                <a:spcPct val="100000"/>
              </a:lnSpc>
              <a:defRPr sz="6600"/>
            </a:lvl1pPr>
          </a:lstStyle>
          <a:p>
            <a:r>
              <a:rPr lang="en-GB"/>
              <a:t>Click to edit Master title style</a:t>
            </a:r>
            <a:endParaRPr lang="en-US" dirty="0"/>
          </a:p>
        </p:txBody>
      </p:sp>
      <p:sp>
        <p:nvSpPr>
          <p:cNvPr id="14" name="Picture Placeholder 7">
            <a:extLst>
              <a:ext uri="{FF2B5EF4-FFF2-40B4-BE49-F238E27FC236}">
                <a16:creationId xmlns:a16="http://schemas.microsoft.com/office/drawing/2014/main" id="{022661F9-CE23-0B56-E5CA-9F5142D7E533}"/>
              </a:ext>
            </a:extLst>
          </p:cNvPr>
          <p:cNvSpPr>
            <a:spLocks noGrp="1"/>
          </p:cNvSpPr>
          <p:nvPr>
            <p:ph type="pic" sz="quarter" idx="19" hasCustomPrompt="1"/>
          </p:nvPr>
        </p:nvSpPr>
        <p:spPr>
          <a:xfrm>
            <a:off x="17632922" y="5457358"/>
            <a:ext cx="1335348" cy="1335088"/>
          </a:xfrm>
          <a:prstGeom prst="rect">
            <a:avLst/>
          </a:prstGeom>
        </p:spPr>
        <p:txBody>
          <a:bodyPr anchor="ctr">
            <a:normAutofit/>
          </a:bodyPr>
          <a:lstStyle>
            <a:lvl1pPr marL="0" indent="0" algn="ctr">
              <a:buNone/>
              <a:defRPr sz="3200">
                <a:solidFill>
                  <a:srgbClr val="8EE1F0"/>
                </a:solidFill>
              </a:defRPr>
            </a:lvl1pPr>
          </a:lstStyle>
          <a:p>
            <a:r>
              <a:rPr lang="en-US" dirty="0"/>
              <a:t>Icon</a:t>
            </a:r>
          </a:p>
        </p:txBody>
      </p:sp>
      <p:sp>
        <p:nvSpPr>
          <p:cNvPr id="15" name="Text Placeholder 9">
            <a:extLst>
              <a:ext uri="{FF2B5EF4-FFF2-40B4-BE49-F238E27FC236}">
                <a16:creationId xmlns:a16="http://schemas.microsoft.com/office/drawing/2014/main" id="{A0C0C32B-3F63-1A78-36B4-E79F898F379F}"/>
              </a:ext>
            </a:extLst>
          </p:cNvPr>
          <p:cNvSpPr>
            <a:spLocks noGrp="1"/>
          </p:cNvSpPr>
          <p:nvPr>
            <p:ph type="body" sz="quarter" idx="20" hasCustomPrompt="1"/>
          </p:nvPr>
        </p:nvSpPr>
        <p:spPr>
          <a:xfrm>
            <a:off x="17632924" y="7476565"/>
            <a:ext cx="4862066" cy="4563035"/>
          </a:xfrm>
          <a:prstGeom prst="rect">
            <a:avLst/>
          </a:prstGeom>
        </p:spPr>
        <p:txBody>
          <a:bodyPr>
            <a:noAutofit/>
          </a:bodyPr>
          <a:lstStyle>
            <a:lvl1pPr marL="0" indent="0">
              <a:lnSpc>
                <a:spcPct val="110000"/>
              </a:lnSpc>
              <a:spcBef>
                <a:spcPts val="0"/>
              </a:spcBef>
              <a:buNone/>
              <a:defRPr sz="3600" b="0" i="0">
                <a:solidFill>
                  <a:schemeClr val="bg1"/>
                </a:solidFill>
                <a:latin typeface="Oracle Sans" panose="020B0503020204020204" pitchFamily="34" charset="0"/>
                <a:cs typeface="Oracle Sans" panose="020B0503020204020204" pitchFamily="34" charset="0"/>
              </a:defRPr>
            </a:lvl1pPr>
          </a:lstStyle>
          <a:p>
            <a:pPr lvl="0"/>
            <a:r>
              <a:rPr lang="en-US" dirty="0"/>
              <a:t>Copy goes here</a:t>
            </a:r>
          </a:p>
        </p:txBody>
      </p:sp>
      <p:sp>
        <p:nvSpPr>
          <p:cNvPr id="4" name="Footer Placeholder 3">
            <a:extLst>
              <a:ext uri="{FF2B5EF4-FFF2-40B4-BE49-F238E27FC236}">
                <a16:creationId xmlns:a16="http://schemas.microsoft.com/office/drawing/2014/main" id="{9AD0087E-1BBB-460B-759E-C5B98E77BF0C}"/>
              </a:ext>
            </a:extLst>
          </p:cNvPr>
          <p:cNvSpPr>
            <a:spLocks noGrp="1"/>
          </p:cNvSpPr>
          <p:nvPr>
            <p:ph type="ftr" sz="quarter" idx="3"/>
          </p:nvPr>
        </p:nvSpPr>
        <p:spPr>
          <a:xfrm>
            <a:off x="1411345" y="12985749"/>
            <a:ext cx="10052413" cy="730250"/>
          </a:xfrm>
          <a:prstGeom prst="rect">
            <a:avLst/>
          </a:prstGeom>
        </p:spPr>
        <p:txBody>
          <a:bodyPr vert="horz" lIns="91440" tIns="45720" rIns="91440" bIns="45720" rtlCol="0" anchor="ctr"/>
          <a:lstStyle>
            <a:lvl1pPr algn="l">
              <a:defRPr sz="1400" b="0" i="0">
                <a:solidFill>
                  <a:schemeClr val="bg2"/>
                </a:solidFill>
                <a:latin typeface="Oracle Sans Light" panose="020B0403020204020204" pitchFamily="34" charset="0"/>
                <a:cs typeface="Oracle Sans Light" panose="020B0403020204020204" pitchFamily="34" charset="0"/>
              </a:defRPr>
            </a:lvl1p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CA" sz="1400" b="0" i="0" u="none" strike="noStrike" kern="1200" cap="none" spc="0" normalizeH="0" baseline="0" noProof="0" dirty="0">
                <a:ln>
                  <a:noFill/>
                </a:ln>
                <a:solidFill>
                  <a:schemeClr val="bg2"/>
                </a:solidFill>
                <a:effectLst/>
                <a:uLnTx/>
                <a:uFillTx/>
                <a:latin typeface="Oracle Sans Light" panose="020B0403020204020204" pitchFamily="34" charset="0"/>
                <a:ea typeface="+mn-ea"/>
                <a:cs typeface="Oracle Sans Light" panose="020B0403020204020204" pitchFamily="34" charset="0"/>
              </a:rPr>
              <a:t>Java Day Copyright © 2024, Oracle and/or its affiliates</a:t>
            </a:r>
          </a:p>
        </p:txBody>
      </p:sp>
      <p:sp>
        <p:nvSpPr>
          <p:cNvPr id="5" name="Slide Number Placeholder 5">
            <a:extLst>
              <a:ext uri="{FF2B5EF4-FFF2-40B4-BE49-F238E27FC236}">
                <a16:creationId xmlns:a16="http://schemas.microsoft.com/office/drawing/2014/main" id="{D4945BC7-01D2-2AB4-790B-4E49CBDF5797}"/>
              </a:ext>
            </a:extLst>
          </p:cNvPr>
          <p:cNvSpPr>
            <a:spLocks noGrp="1"/>
          </p:cNvSpPr>
          <p:nvPr>
            <p:ph type="sldNum" sz="quarter" idx="4"/>
          </p:nvPr>
        </p:nvSpPr>
        <p:spPr>
          <a:xfrm>
            <a:off x="449152" y="12985749"/>
            <a:ext cx="871646" cy="730250"/>
          </a:xfrm>
          <a:prstGeom prst="rect">
            <a:avLst/>
          </a:prstGeom>
        </p:spPr>
        <p:txBody>
          <a:bodyPr vert="horz" lIns="91440" tIns="45720" rIns="91440" bIns="45720" rtlCol="0" anchor="ctr"/>
          <a:lstStyle>
            <a:lvl1pPr algn="l">
              <a:defRPr sz="1600">
                <a:solidFill>
                  <a:schemeClr val="bg2"/>
                </a:solidFill>
                <a:latin typeface="Oracle Sans" panose="020B0503020204020204" pitchFamily="34" charset="0"/>
                <a:cs typeface="Oracle Sans" panose="020B0503020204020204" pitchFamily="34" charset="0"/>
              </a:defRPr>
            </a:lvl1pPr>
          </a:lstStyle>
          <a:p>
            <a:fld id="{CFF4B978-1D82-7745-80C5-DBABA6B131D3}" type="slidenum">
              <a:rPr lang="en-US" smtClean="0"/>
              <a:pPr/>
              <a:t>‹#›</a:t>
            </a:fld>
            <a:endParaRPr lang="en-US"/>
          </a:p>
        </p:txBody>
      </p:sp>
      <p:pic>
        <p:nvPicPr>
          <p:cNvPr id="12" name="Picture 11">
            <a:extLst>
              <a:ext uri="{FF2B5EF4-FFF2-40B4-BE49-F238E27FC236}">
                <a16:creationId xmlns:a16="http://schemas.microsoft.com/office/drawing/2014/main" id="{5E017051-020D-8833-6EA9-8A9308C5A9E3}"/>
              </a:ext>
            </a:extLst>
          </p:cNvPr>
          <p:cNvPicPr>
            <a:picLocks noChangeAspect="1"/>
          </p:cNvPicPr>
          <p:nvPr userDrawn="1"/>
        </p:nvPicPr>
        <p:blipFill>
          <a:blip r:embed="rId3">
            <a:alphaModFix/>
          </a:blip>
          <a:stretch>
            <a:fillRect/>
          </a:stretch>
        </p:blipFill>
        <p:spPr>
          <a:xfrm>
            <a:off x="22762011" y="12898102"/>
            <a:ext cx="817080" cy="827423"/>
          </a:xfrm>
          <a:prstGeom prst="rect">
            <a:avLst/>
          </a:prstGeom>
        </p:spPr>
      </p:pic>
    </p:spTree>
    <p:extLst>
      <p:ext uri="{BB962C8B-B14F-4D97-AF65-F5344CB8AC3E}">
        <p14:creationId xmlns:p14="http://schemas.microsoft.com/office/powerpoint/2010/main" val="2846199000"/>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3 Stats Dark">
    <p:bg>
      <p:bgPr>
        <a:solidFill>
          <a:srgbClr val="00758F"/>
        </a:solidFill>
        <a:effectLst/>
      </p:bgPr>
    </p:bg>
    <p:spTree>
      <p:nvGrpSpPr>
        <p:cNvPr id="1" name=""/>
        <p:cNvGrpSpPr/>
        <p:nvPr/>
      </p:nvGrpSpPr>
      <p:grpSpPr>
        <a:xfrm>
          <a:off x="0" y="0"/>
          <a:ext cx="0" cy="0"/>
          <a:chOff x="0" y="0"/>
          <a:chExt cx="0" cy="0"/>
        </a:xfrm>
      </p:grpSpPr>
      <p:pic>
        <p:nvPicPr>
          <p:cNvPr id="2" name="Picture 1" descr="Background pattern&#10;&#10;Description automatically generated">
            <a:extLst>
              <a:ext uri="{FF2B5EF4-FFF2-40B4-BE49-F238E27FC236}">
                <a16:creationId xmlns:a16="http://schemas.microsoft.com/office/drawing/2014/main" id="{FD02A489-1C2E-EEBA-8E3E-F1381AEE4CB9}"/>
              </a:ext>
            </a:extLst>
          </p:cNvPr>
          <p:cNvPicPr>
            <a:picLocks noChangeAspect="1"/>
          </p:cNvPicPr>
          <p:nvPr userDrawn="1"/>
        </p:nvPicPr>
        <p:blipFill>
          <a:blip r:embed="rId2"/>
          <a:stretch>
            <a:fillRect/>
          </a:stretch>
        </p:blipFill>
        <p:spPr>
          <a:xfrm>
            <a:off x="0" y="0"/>
            <a:ext cx="24384000" cy="13716000"/>
          </a:xfrm>
          <a:prstGeom prst="rect">
            <a:avLst/>
          </a:prstGeom>
        </p:spPr>
      </p:pic>
      <p:sp>
        <p:nvSpPr>
          <p:cNvPr id="5" name="Picture Placeholder 7">
            <a:extLst>
              <a:ext uri="{FF2B5EF4-FFF2-40B4-BE49-F238E27FC236}">
                <a16:creationId xmlns:a16="http://schemas.microsoft.com/office/drawing/2014/main" id="{02120DCF-79DC-F22F-B1A9-46E1A6D9BE05}"/>
              </a:ext>
            </a:extLst>
          </p:cNvPr>
          <p:cNvSpPr>
            <a:spLocks noGrp="1"/>
          </p:cNvSpPr>
          <p:nvPr>
            <p:ph type="pic" sz="quarter" idx="13" hasCustomPrompt="1"/>
          </p:nvPr>
        </p:nvSpPr>
        <p:spPr>
          <a:xfrm>
            <a:off x="1399460" y="4187862"/>
            <a:ext cx="1335348" cy="1335088"/>
          </a:xfrm>
          <a:prstGeom prst="rect">
            <a:avLst/>
          </a:prstGeom>
        </p:spPr>
        <p:txBody>
          <a:bodyPr anchor="ctr">
            <a:normAutofit/>
          </a:bodyPr>
          <a:lstStyle>
            <a:lvl1pPr marL="0" indent="0" algn="ctr">
              <a:buNone/>
              <a:defRPr sz="3200">
                <a:solidFill>
                  <a:srgbClr val="8EE1F0"/>
                </a:solidFill>
              </a:defRPr>
            </a:lvl1pPr>
          </a:lstStyle>
          <a:p>
            <a:r>
              <a:rPr lang="en-US" dirty="0"/>
              <a:t>Icon</a:t>
            </a:r>
          </a:p>
        </p:txBody>
      </p:sp>
      <p:sp>
        <p:nvSpPr>
          <p:cNvPr id="6" name="Picture Placeholder 7">
            <a:extLst>
              <a:ext uri="{FF2B5EF4-FFF2-40B4-BE49-F238E27FC236}">
                <a16:creationId xmlns:a16="http://schemas.microsoft.com/office/drawing/2014/main" id="{9A4F7FDD-51D0-2578-D569-D414D6D86740}"/>
              </a:ext>
            </a:extLst>
          </p:cNvPr>
          <p:cNvSpPr>
            <a:spLocks noGrp="1"/>
          </p:cNvSpPr>
          <p:nvPr>
            <p:ph type="pic" sz="quarter" idx="15" hasCustomPrompt="1"/>
          </p:nvPr>
        </p:nvSpPr>
        <p:spPr>
          <a:xfrm>
            <a:off x="8551568" y="4187862"/>
            <a:ext cx="1335348" cy="1335088"/>
          </a:xfrm>
          <a:prstGeom prst="rect">
            <a:avLst/>
          </a:prstGeom>
        </p:spPr>
        <p:txBody>
          <a:bodyPr anchor="ctr">
            <a:normAutofit/>
          </a:bodyPr>
          <a:lstStyle>
            <a:lvl1pPr marL="0" indent="0" algn="ctr">
              <a:buNone/>
              <a:defRPr sz="3200">
                <a:solidFill>
                  <a:srgbClr val="8EE1F0"/>
                </a:solidFill>
              </a:defRPr>
            </a:lvl1pPr>
          </a:lstStyle>
          <a:p>
            <a:r>
              <a:rPr lang="en-US" dirty="0"/>
              <a:t>Icon</a:t>
            </a:r>
          </a:p>
        </p:txBody>
      </p:sp>
      <p:sp>
        <p:nvSpPr>
          <p:cNvPr id="7" name="Picture Placeholder 7">
            <a:extLst>
              <a:ext uri="{FF2B5EF4-FFF2-40B4-BE49-F238E27FC236}">
                <a16:creationId xmlns:a16="http://schemas.microsoft.com/office/drawing/2014/main" id="{C00726A4-8FD3-42F9-C79B-D85EA2AC60B9}"/>
              </a:ext>
            </a:extLst>
          </p:cNvPr>
          <p:cNvSpPr>
            <a:spLocks noGrp="1"/>
          </p:cNvSpPr>
          <p:nvPr>
            <p:ph type="pic" sz="quarter" idx="17" hasCustomPrompt="1"/>
          </p:nvPr>
        </p:nvSpPr>
        <p:spPr>
          <a:xfrm>
            <a:off x="15646280" y="4187862"/>
            <a:ext cx="1335348" cy="1335088"/>
          </a:xfrm>
          <a:prstGeom prst="rect">
            <a:avLst/>
          </a:prstGeom>
        </p:spPr>
        <p:txBody>
          <a:bodyPr anchor="ctr">
            <a:normAutofit/>
          </a:bodyPr>
          <a:lstStyle>
            <a:lvl1pPr marL="0" indent="0" algn="ctr">
              <a:buNone/>
              <a:defRPr sz="3200">
                <a:solidFill>
                  <a:srgbClr val="8EE1F0"/>
                </a:solidFill>
              </a:defRPr>
            </a:lvl1pPr>
          </a:lstStyle>
          <a:p>
            <a:r>
              <a:rPr lang="en-US" dirty="0"/>
              <a:t>Icon</a:t>
            </a:r>
          </a:p>
        </p:txBody>
      </p:sp>
      <p:sp>
        <p:nvSpPr>
          <p:cNvPr id="9" name="Text Placeholder 8">
            <a:extLst>
              <a:ext uri="{FF2B5EF4-FFF2-40B4-BE49-F238E27FC236}">
                <a16:creationId xmlns:a16="http://schemas.microsoft.com/office/drawing/2014/main" id="{5DA3F110-272F-8799-EDA8-1365A7C0D4BC}"/>
              </a:ext>
            </a:extLst>
          </p:cNvPr>
          <p:cNvSpPr>
            <a:spLocks noGrp="1"/>
          </p:cNvSpPr>
          <p:nvPr>
            <p:ph type="body" sz="quarter" idx="18" hasCustomPrompt="1"/>
          </p:nvPr>
        </p:nvSpPr>
        <p:spPr>
          <a:xfrm>
            <a:off x="1399459" y="5618201"/>
            <a:ext cx="5887600" cy="593688"/>
          </a:xfrm>
          <a:prstGeom prst="rect">
            <a:avLst/>
          </a:prstGeom>
        </p:spPr>
        <p:txBody>
          <a:bodyPr>
            <a:normAutofit/>
          </a:bodyPr>
          <a:lstStyle>
            <a:lvl1pPr marL="0" indent="0">
              <a:buNone/>
              <a:defRPr sz="2800" b="1" i="0">
                <a:solidFill>
                  <a:srgbClr val="8EE1F0"/>
                </a:solidFill>
                <a:latin typeface="Oracle Sans Semi Bold" panose="020B0503020204020204" pitchFamily="34" charset="0"/>
                <a:cs typeface="Oracle Sans Semi Bold" panose="020B0503020204020204" pitchFamily="34" charset="0"/>
              </a:defRPr>
            </a:lvl1pPr>
          </a:lstStyle>
          <a:p>
            <a:pPr lvl="0"/>
            <a:r>
              <a:rPr lang="en-US" dirty="0"/>
              <a:t>Subhead</a:t>
            </a:r>
          </a:p>
        </p:txBody>
      </p:sp>
      <p:cxnSp>
        <p:nvCxnSpPr>
          <p:cNvPr id="12" name="Straight Connector 11">
            <a:extLst>
              <a:ext uri="{FF2B5EF4-FFF2-40B4-BE49-F238E27FC236}">
                <a16:creationId xmlns:a16="http://schemas.microsoft.com/office/drawing/2014/main" id="{BFA32864-563A-94CD-B2D3-5D8224D51B16}"/>
              </a:ext>
            </a:extLst>
          </p:cNvPr>
          <p:cNvCxnSpPr>
            <a:cxnSpLocks/>
          </p:cNvCxnSpPr>
          <p:nvPr/>
        </p:nvCxnSpPr>
        <p:spPr>
          <a:xfrm>
            <a:off x="1399459" y="6459538"/>
            <a:ext cx="5860008" cy="0"/>
          </a:xfrm>
          <a:prstGeom prst="line">
            <a:avLst/>
          </a:prstGeom>
          <a:ln w="12700">
            <a:solidFill>
              <a:srgbClr val="8EE1F0"/>
            </a:solidFill>
          </a:ln>
        </p:spPr>
        <p:style>
          <a:lnRef idx="1">
            <a:schemeClr val="accent1"/>
          </a:lnRef>
          <a:fillRef idx="0">
            <a:schemeClr val="accent1"/>
          </a:fillRef>
          <a:effectRef idx="0">
            <a:schemeClr val="accent1"/>
          </a:effectRef>
          <a:fontRef idx="minor">
            <a:schemeClr val="tx1"/>
          </a:fontRef>
        </p:style>
      </p:cxnSp>
      <p:sp>
        <p:nvSpPr>
          <p:cNvPr id="14" name="Text Placeholder 13">
            <a:extLst>
              <a:ext uri="{FF2B5EF4-FFF2-40B4-BE49-F238E27FC236}">
                <a16:creationId xmlns:a16="http://schemas.microsoft.com/office/drawing/2014/main" id="{47E71F65-D4D6-DAEE-E43E-E1565CE5CD5F}"/>
              </a:ext>
            </a:extLst>
          </p:cNvPr>
          <p:cNvSpPr>
            <a:spLocks noGrp="1"/>
          </p:cNvSpPr>
          <p:nvPr>
            <p:ph type="body" sz="quarter" idx="19" hasCustomPrompt="1"/>
          </p:nvPr>
        </p:nvSpPr>
        <p:spPr>
          <a:xfrm>
            <a:off x="1399459" y="6858000"/>
            <a:ext cx="5887600" cy="1981200"/>
          </a:xfrm>
          <a:prstGeom prst="rect">
            <a:avLst/>
          </a:prstGeom>
        </p:spPr>
        <p:txBody>
          <a:bodyPr>
            <a:noAutofit/>
          </a:bodyPr>
          <a:lstStyle>
            <a:lvl1pPr marL="0" indent="0">
              <a:buNone/>
              <a:defRPr sz="16600" b="0" i="0">
                <a:solidFill>
                  <a:schemeClr val="bg1"/>
                </a:solidFill>
                <a:latin typeface="Oracle Sans Ultra Light" panose="020B0303020204020204" pitchFamily="34" charset="0"/>
                <a:cs typeface="Oracle Sans Ultra Light" panose="020B0303020204020204" pitchFamily="34" charset="0"/>
              </a:defRPr>
            </a:lvl1pPr>
          </a:lstStyle>
          <a:p>
            <a:pPr lvl="0"/>
            <a:r>
              <a:rPr lang="en-US" dirty="0"/>
              <a:t>XXX</a:t>
            </a:r>
          </a:p>
        </p:txBody>
      </p:sp>
      <p:sp>
        <p:nvSpPr>
          <p:cNvPr id="16" name="Text Placeholder 15">
            <a:extLst>
              <a:ext uri="{FF2B5EF4-FFF2-40B4-BE49-F238E27FC236}">
                <a16:creationId xmlns:a16="http://schemas.microsoft.com/office/drawing/2014/main" id="{4102909A-7AB8-1ECC-3C1C-487642FCE02B}"/>
              </a:ext>
            </a:extLst>
          </p:cNvPr>
          <p:cNvSpPr>
            <a:spLocks noGrp="1"/>
          </p:cNvSpPr>
          <p:nvPr>
            <p:ph type="body" sz="quarter" idx="20" hasCustomPrompt="1"/>
          </p:nvPr>
        </p:nvSpPr>
        <p:spPr>
          <a:xfrm>
            <a:off x="1399459" y="9086850"/>
            <a:ext cx="5860606" cy="2952750"/>
          </a:xfrm>
          <a:prstGeom prst="rect">
            <a:avLst/>
          </a:prstGeom>
        </p:spPr>
        <p:txBody>
          <a:bodyPr>
            <a:normAutofit/>
          </a:bodyPr>
          <a:lstStyle>
            <a:lvl1pPr marL="0" indent="0">
              <a:buNone/>
              <a:defRPr sz="3600">
                <a:solidFill>
                  <a:schemeClr val="bg1"/>
                </a:solidFill>
              </a:defRPr>
            </a:lvl1pPr>
          </a:lstStyle>
          <a:p>
            <a:pPr lvl="0"/>
            <a:r>
              <a:rPr lang="en-US" dirty="0"/>
              <a:t>Statistic body copy here</a:t>
            </a:r>
          </a:p>
        </p:txBody>
      </p:sp>
      <p:sp>
        <p:nvSpPr>
          <p:cNvPr id="17" name="Text Placeholder 8">
            <a:extLst>
              <a:ext uri="{FF2B5EF4-FFF2-40B4-BE49-F238E27FC236}">
                <a16:creationId xmlns:a16="http://schemas.microsoft.com/office/drawing/2014/main" id="{D61C4D69-0903-675A-9866-27C9740926AB}"/>
              </a:ext>
            </a:extLst>
          </p:cNvPr>
          <p:cNvSpPr>
            <a:spLocks noGrp="1"/>
          </p:cNvSpPr>
          <p:nvPr>
            <p:ph type="body" sz="quarter" idx="21" hasCustomPrompt="1"/>
          </p:nvPr>
        </p:nvSpPr>
        <p:spPr>
          <a:xfrm>
            <a:off x="8551568" y="5618201"/>
            <a:ext cx="5887600" cy="593688"/>
          </a:xfrm>
          <a:prstGeom prst="rect">
            <a:avLst/>
          </a:prstGeom>
        </p:spPr>
        <p:txBody>
          <a:bodyPr>
            <a:normAutofit/>
          </a:bodyPr>
          <a:lstStyle>
            <a:lvl1pPr marL="0" indent="0">
              <a:buNone/>
              <a:defRPr sz="2800" b="1" i="0">
                <a:solidFill>
                  <a:srgbClr val="8EE1F0"/>
                </a:solidFill>
                <a:latin typeface="Oracle Sans Semi Bold" panose="020B0503020204020204" pitchFamily="34" charset="0"/>
                <a:cs typeface="Oracle Sans Semi Bold" panose="020B0503020204020204" pitchFamily="34" charset="0"/>
              </a:defRPr>
            </a:lvl1pPr>
          </a:lstStyle>
          <a:p>
            <a:pPr lvl="0"/>
            <a:r>
              <a:rPr lang="en-US" dirty="0"/>
              <a:t>Subhead</a:t>
            </a:r>
          </a:p>
        </p:txBody>
      </p:sp>
      <p:cxnSp>
        <p:nvCxnSpPr>
          <p:cNvPr id="18" name="Straight Connector 17">
            <a:extLst>
              <a:ext uri="{FF2B5EF4-FFF2-40B4-BE49-F238E27FC236}">
                <a16:creationId xmlns:a16="http://schemas.microsoft.com/office/drawing/2014/main" id="{9390ACB8-CFCE-C056-9386-0F43558EFA19}"/>
              </a:ext>
            </a:extLst>
          </p:cNvPr>
          <p:cNvCxnSpPr>
            <a:cxnSpLocks/>
          </p:cNvCxnSpPr>
          <p:nvPr/>
        </p:nvCxnSpPr>
        <p:spPr>
          <a:xfrm>
            <a:off x="8551568" y="6459538"/>
            <a:ext cx="5860008" cy="0"/>
          </a:xfrm>
          <a:prstGeom prst="line">
            <a:avLst/>
          </a:prstGeom>
          <a:ln w="12700">
            <a:solidFill>
              <a:srgbClr val="8EE1F0"/>
            </a:solidFill>
          </a:ln>
        </p:spPr>
        <p:style>
          <a:lnRef idx="1">
            <a:schemeClr val="accent1"/>
          </a:lnRef>
          <a:fillRef idx="0">
            <a:schemeClr val="accent1"/>
          </a:fillRef>
          <a:effectRef idx="0">
            <a:schemeClr val="accent1"/>
          </a:effectRef>
          <a:fontRef idx="minor">
            <a:schemeClr val="tx1"/>
          </a:fontRef>
        </p:style>
      </p:cxnSp>
      <p:sp>
        <p:nvSpPr>
          <p:cNvPr id="19" name="Text Placeholder 13">
            <a:extLst>
              <a:ext uri="{FF2B5EF4-FFF2-40B4-BE49-F238E27FC236}">
                <a16:creationId xmlns:a16="http://schemas.microsoft.com/office/drawing/2014/main" id="{FD75BED4-2557-B0FD-6D52-65C6289DCA59}"/>
              </a:ext>
            </a:extLst>
          </p:cNvPr>
          <p:cNvSpPr>
            <a:spLocks noGrp="1"/>
          </p:cNvSpPr>
          <p:nvPr>
            <p:ph type="body" sz="quarter" idx="22" hasCustomPrompt="1"/>
          </p:nvPr>
        </p:nvSpPr>
        <p:spPr>
          <a:xfrm>
            <a:off x="8551568" y="6858000"/>
            <a:ext cx="5887600" cy="1981200"/>
          </a:xfrm>
          <a:prstGeom prst="rect">
            <a:avLst/>
          </a:prstGeom>
        </p:spPr>
        <p:txBody>
          <a:bodyPr>
            <a:noAutofit/>
          </a:bodyPr>
          <a:lstStyle>
            <a:lvl1pPr marL="0" indent="0">
              <a:buNone/>
              <a:defRPr sz="16600" b="0" i="0">
                <a:solidFill>
                  <a:schemeClr val="bg1"/>
                </a:solidFill>
                <a:latin typeface="Oracle Sans Ultra Light" panose="020B0303020204020204" pitchFamily="34" charset="0"/>
                <a:cs typeface="Oracle Sans Ultra Light" panose="020B0303020204020204" pitchFamily="34" charset="0"/>
              </a:defRPr>
            </a:lvl1pPr>
          </a:lstStyle>
          <a:p>
            <a:pPr lvl="0"/>
            <a:r>
              <a:rPr lang="en-US" dirty="0"/>
              <a:t>XXX</a:t>
            </a:r>
          </a:p>
        </p:txBody>
      </p:sp>
      <p:sp>
        <p:nvSpPr>
          <p:cNvPr id="20" name="Text Placeholder 15">
            <a:extLst>
              <a:ext uri="{FF2B5EF4-FFF2-40B4-BE49-F238E27FC236}">
                <a16:creationId xmlns:a16="http://schemas.microsoft.com/office/drawing/2014/main" id="{F2930558-3AFE-4E2F-3101-36729D1246EB}"/>
              </a:ext>
            </a:extLst>
          </p:cNvPr>
          <p:cNvSpPr>
            <a:spLocks noGrp="1"/>
          </p:cNvSpPr>
          <p:nvPr>
            <p:ph type="body" sz="quarter" idx="23" hasCustomPrompt="1"/>
          </p:nvPr>
        </p:nvSpPr>
        <p:spPr>
          <a:xfrm>
            <a:off x="8551568" y="9086850"/>
            <a:ext cx="5860606" cy="2952750"/>
          </a:xfrm>
          <a:prstGeom prst="rect">
            <a:avLst/>
          </a:prstGeom>
        </p:spPr>
        <p:txBody>
          <a:bodyPr>
            <a:normAutofit/>
          </a:bodyPr>
          <a:lstStyle>
            <a:lvl1pPr marL="0" indent="0">
              <a:buNone/>
              <a:defRPr sz="3600">
                <a:solidFill>
                  <a:schemeClr val="bg1"/>
                </a:solidFill>
              </a:defRPr>
            </a:lvl1pPr>
          </a:lstStyle>
          <a:p>
            <a:pPr lvl="0"/>
            <a:r>
              <a:rPr lang="en-US" dirty="0"/>
              <a:t>Statistic body copy here</a:t>
            </a:r>
          </a:p>
        </p:txBody>
      </p:sp>
      <p:sp>
        <p:nvSpPr>
          <p:cNvPr id="21" name="Text Placeholder 8">
            <a:extLst>
              <a:ext uri="{FF2B5EF4-FFF2-40B4-BE49-F238E27FC236}">
                <a16:creationId xmlns:a16="http://schemas.microsoft.com/office/drawing/2014/main" id="{389AECAA-A723-DF70-F188-9F532BE4B065}"/>
              </a:ext>
            </a:extLst>
          </p:cNvPr>
          <p:cNvSpPr>
            <a:spLocks noGrp="1"/>
          </p:cNvSpPr>
          <p:nvPr>
            <p:ph type="body" sz="quarter" idx="24" hasCustomPrompt="1"/>
          </p:nvPr>
        </p:nvSpPr>
        <p:spPr>
          <a:xfrm>
            <a:off x="15646279" y="5618201"/>
            <a:ext cx="5887600" cy="593688"/>
          </a:xfrm>
          <a:prstGeom prst="rect">
            <a:avLst/>
          </a:prstGeom>
        </p:spPr>
        <p:txBody>
          <a:bodyPr>
            <a:normAutofit/>
          </a:bodyPr>
          <a:lstStyle>
            <a:lvl1pPr marL="0" indent="0">
              <a:buNone/>
              <a:defRPr sz="2800" b="1" i="0">
                <a:solidFill>
                  <a:srgbClr val="8EE1F0"/>
                </a:solidFill>
                <a:latin typeface="Oracle Sans Semi Bold" panose="020B0503020204020204" pitchFamily="34" charset="0"/>
                <a:cs typeface="Oracle Sans Semi Bold" panose="020B0503020204020204" pitchFamily="34" charset="0"/>
              </a:defRPr>
            </a:lvl1pPr>
          </a:lstStyle>
          <a:p>
            <a:pPr lvl="0"/>
            <a:r>
              <a:rPr lang="en-US" dirty="0"/>
              <a:t>Subhead</a:t>
            </a:r>
          </a:p>
        </p:txBody>
      </p:sp>
      <p:cxnSp>
        <p:nvCxnSpPr>
          <p:cNvPr id="22" name="Straight Connector 21">
            <a:extLst>
              <a:ext uri="{FF2B5EF4-FFF2-40B4-BE49-F238E27FC236}">
                <a16:creationId xmlns:a16="http://schemas.microsoft.com/office/drawing/2014/main" id="{2EC879AD-6489-C83D-A000-97E95360B7F3}"/>
              </a:ext>
            </a:extLst>
          </p:cNvPr>
          <p:cNvCxnSpPr>
            <a:cxnSpLocks/>
          </p:cNvCxnSpPr>
          <p:nvPr/>
        </p:nvCxnSpPr>
        <p:spPr>
          <a:xfrm>
            <a:off x="15646279" y="6459538"/>
            <a:ext cx="5860008" cy="0"/>
          </a:xfrm>
          <a:prstGeom prst="line">
            <a:avLst/>
          </a:prstGeom>
          <a:ln w="12700">
            <a:solidFill>
              <a:srgbClr val="8EE1F0"/>
            </a:solidFill>
          </a:ln>
        </p:spPr>
        <p:style>
          <a:lnRef idx="1">
            <a:schemeClr val="accent1"/>
          </a:lnRef>
          <a:fillRef idx="0">
            <a:schemeClr val="accent1"/>
          </a:fillRef>
          <a:effectRef idx="0">
            <a:schemeClr val="accent1"/>
          </a:effectRef>
          <a:fontRef idx="minor">
            <a:schemeClr val="tx1"/>
          </a:fontRef>
        </p:style>
      </p:cxnSp>
      <p:sp>
        <p:nvSpPr>
          <p:cNvPr id="23" name="Text Placeholder 13">
            <a:extLst>
              <a:ext uri="{FF2B5EF4-FFF2-40B4-BE49-F238E27FC236}">
                <a16:creationId xmlns:a16="http://schemas.microsoft.com/office/drawing/2014/main" id="{A7A00DA8-771A-6FF6-5839-D33D3CEFF3AF}"/>
              </a:ext>
            </a:extLst>
          </p:cNvPr>
          <p:cNvSpPr>
            <a:spLocks noGrp="1"/>
          </p:cNvSpPr>
          <p:nvPr>
            <p:ph type="body" sz="quarter" idx="25" hasCustomPrompt="1"/>
          </p:nvPr>
        </p:nvSpPr>
        <p:spPr>
          <a:xfrm>
            <a:off x="15646279" y="6858000"/>
            <a:ext cx="5887600" cy="1981200"/>
          </a:xfrm>
          <a:prstGeom prst="rect">
            <a:avLst/>
          </a:prstGeom>
        </p:spPr>
        <p:txBody>
          <a:bodyPr>
            <a:noAutofit/>
          </a:bodyPr>
          <a:lstStyle>
            <a:lvl1pPr marL="0" indent="0">
              <a:buNone/>
              <a:defRPr sz="16600" b="0" i="0">
                <a:solidFill>
                  <a:schemeClr val="bg1"/>
                </a:solidFill>
                <a:latin typeface="Oracle Sans Ultra Light" panose="020B0303020204020204" pitchFamily="34" charset="0"/>
                <a:cs typeface="Oracle Sans Ultra Light" panose="020B0303020204020204" pitchFamily="34" charset="0"/>
              </a:defRPr>
            </a:lvl1pPr>
          </a:lstStyle>
          <a:p>
            <a:pPr lvl="0"/>
            <a:r>
              <a:rPr lang="en-US" dirty="0"/>
              <a:t>XXX</a:t>
            </a:r>
          </a:p>
        </p:txBody>
      </p:sp>
      <p:sp>
        <p:nvSpPr>
          <p:cNvPr id="24" name="Text Placeholder 15">
            <a:extLst>
              <a:ext uri="{FF2B5EF4-FFF2-40B4-BE49-F238E27FC236}">
                <a16:creationId xmlns:a16="http://schemas.microsoft.com/office/drawing/2014/main" id="{BF5D4E22-C559-615C-5501-27520F128193}"/>
              </a:ext>
            </a:extLst>
          </p:cNvPr>
          <p:cNvSpPr>
            <a:spLocks noGrp="1"/>
          </p:cNvSpPr>
          <p:nvPr>
            <p:ph type="body" sz="quarter" idx="26" hasCustomPrompt="1"/>
          </p:nvPr>
        </p:nvSpPr>
        <p:spPr>
          <a:xfrm>
            <a:off x="15646279" y="9086850"/>
            <a:ext cx="5860606" cy="2952750"/>
          </a:xfrm>
          <a:prstGeom prst="rect">
            <a:avLst/>
          </a:prstGeom>
        </p:spPr>
        <p:txBody>
          <a:bodyPr>
            <a:normAutofit/>
          </a:bodyPr>
          <a:lstStyle>
            <a:lvl1pPr marL="0" indent="0">
              <a:buNone/>
              <a:defRPr sz="3600">
                <a:solidFill>
                  <a:schemeClr val="bg1"/>
                </a:solidFill>
              </a:defRPr>
            </a:lvl1pPr>
          </a:lstStyle>
          <a:p>
            <a:pPr lvl="0"/>
            <a:r>
              <a:rPr lang="en-US" dirty="0"/>
              <a:t>Statistic body copy here</a:t>
            </a:r>
          </a:p>
        </p:txBody>
      </p:sp>
      <p:sp>
        <p:nvSpPr>
          <p:cNvPr id="3" name="Title 1">
            <a:extLst>
              <a:ext uri="{FF2B5EF4-FFF2-40B4-BE49-F238E27FC236}">
                <a16:creationId xmlns:a16="http://schemas.microsoft.com/office/drawing/2014/main" id="{B5E1D2C1-E821-8AEA-555E-F6EF8F8BDDE5}"/>
              </a:ext>
            </a:extLst>
          </p:cNvPr>
          <p:cNvSpPr>
            <a:spLocks noGrp="1"/>
          </p:cNvSpPr>
          <p:nvPr>
            <p:ph type="title"/>
          </p:nvPr>
        </p:nvSpPr>
        <p:spPr>
          <a:xfrm>
            <a:off x="1386010" y="672354"/>
            <a:ext cx="22189047" cy="1880607"/>
          </a:xfrm>
          <a:prstGeom prst="rect">
            <a:avLst/>
          </a:prstGeom>
        </p:spPr>
        <p:txBody>
          <a:bodyPr anchor="b">
            <a:noAutofit/>
          </a:bodyPr>
          <a:lstStyle>
            <a:lvl1pPr>
              <a:lnSpc>
                <a:spcPct val="100000"/>
              </a:lnSpc>
              <a:defRPr sz="6600"/>
            </a:lvl1pPr>
          </a:lstStyle>
          <a:p>
            <a:r>
              <a:rPr lang="en-GB"/>
              <a:t>Click to edit Master title style</a:t>
            </a:r>
            <a:endParaRPr lang="en-US" dirty="0"/>
          </a:p>
        </p:txBody>
      </p:sp>
      <p:cxnSp>
        <p:nvCxnSpPr>
          <p:cNvPr id="25" name="Straight Connector 24">
            <a:extLst>
              <a:ext uri="{FF2B5EF4-FFF2-40B4-BE49-F238E27FC236}">
                <a16:creationId xmlns:a16="http://schemas.microsoft.com/office/drawing/2014/main" id="{E351C20E-47F0-637B-FFB5-754A10DBD947}"/>
              </a:ext>
            </a:extLst>
          </p:cNvPr>
          <p:cNvCxnSpPr>
            <a:cxnSpLocks/>
          </p:cNvCxnSpPr>
          <p:nvPr/>
        </p:nvCxnSpPr>
        <p:spPr>
          <a:xfrm>
            <a:off x="1399459" y="6459538"/>
            <a:ext cx="5860008" cy="0"/>
          </a:xfrm>
          <a:prstGeom prst="line">
            <a:avLst/>
          </a:prstGeom>
          <a:ln w="12700">
            <a:solidFill>
              <a:srgbClr val="8EE1F0"/>
            </a:solidFill>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F930AB03-907C-A969-808C-C069586CFEAA}"/>
              </a:ext>
            </a:extLst>
          </p:cNvPr>
          <p:cNvCxnSpPr>
            <a:cxnSpLocks/>
          </p:cNvCxnSpPr>
          <p:nvPr/>
        </p:nvCxnSpPr>
        <p:spPr>
          <a:xfrm>
            <a:off x="8551568" y="6459538"/>
            <a:ext cx="5860008" cy="0"/>
          </a:xfrm>
          <a:prstGeom prst="line">
            <a:avLst/>
          </a:prstGeom>
          <a:ln w="12700">
            <a:solidFill>
              <a:srgbClr val="8EE1F0"/>
            </a:solidFill>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93267B64-7FEF-4DCE-55F0-5F7323AF4A83}"/>
              </a:ext>
            </a:extLst>
          </p:cNvPr>
          <p:cNvCxnSpPr>
            <a:cxnSpLocks/>
          </p:cNvCxnSpPr>
          <p:nvPr/>
        </p:nvCxnSpPr>
        <p:spPr>
          <a:xfrm>
            <a:off x="15646279" y="6459538"/>
            <a:ext cx="5860008" cy="0"/>
          </a:xfrm>
          <a:prstGeom prst="line">
            <a:avLst/>
          </a:prstGeom>
          <a:ln w="12700">
            <a:solidFill>
              <a:srgbClr val="8EE1F0"/>
            </a:solidFill>
          </a:ln>
        </p:spPr>
        <p:style>
          <a:lnRef idx="1">
            <a:schemeClr val="accent1"/>
          </a:lnRef>
          <a:fillRef idx="0">
            <a:schemeClr val="accent1"/>
          </a:fillRef>
          <a:effectRef idx="0">
            <a:schemeClr val="accent1"/>
          </a:effectRef>
          <a:fontRef idx="minor">
            <a:schemeClr val="tx1"/>
          </a:fontRef>
        </p:style>
      </p:cxnSp>
      <p:sp>
        <p:nvSpPr>
          <p:cNvPr id="4" name="Footer Placeholder 3">
            <a:extLst>
              <a:ext uri="{FF2B5EF4-FFF2-40B4-BE49-F238E27FC236}">
                <a16:creationId xmlns:a16="http://schemas.microsoft.com/office/drawing/2014/main" id="{622BB96E-7687-548F-BA91-505FD9805FB8}"/>
              </a:ext>
            </a:extLst>
          </p:cNvPr>
          <p:cNvSpPr>
            <a:spLocks noGrp="1"/>
          </p:cNvSpPr>
          <p:nvPr>
            <p:ph type="ftr" sz="quarter" idx="3"/>
          </p:nvPr>
        </p:nvSpPr>
        <p:spPr>
          <a:xfrm>
            <a:off x="1411345" y="12985749"/>
            <a:ext cx="10052413" cy="730250"/>
          </a:xfrm>
          <a:prstGeom prst="rect">
            <a:avLst/>
          </a:prstGeom>
        </p:spPr>
        <p:txBody>
          <a:bodyPr vert="horz" lIns="91440" tIns="45720" rIns="91440" bIns="45720" rtlCol="0" anchor="ctr"/>
          <a:lstStyle>
            <a:lvl1pPr algn="l">
              <a:defRPr sz="1400" b="0" i="0">
                <a:solidFill>
                  <a:schemeClr val="bg2"/>
                </a:solidFill>
                <a:latin typeface="Oracle Sans Light" panose="020B0403020204020204" pitchFamily="34" charset="0"/>
                <a:cs typeface="Oracle Sans Light" panose="020B0403020204020204" pitchFamily="34" charset="0"/>
              </a:defRPr>
            </a:lvl1p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CA" sz="1400" b="0" i="0" u="none" strike="noStrike" kern="1200" cap="none" spc="0" normalizeH="0" baseline="0" noProof="0" dirty="0">
                <a:ln>
                  <a:noFill/>
                </a:ln>
                <a:solidFill>
                  <a:schemeClr val="bg2"/>
                </a:solidFill>
                <a:effectLst/>
                <a:uLnTx/>
                <a:uFillTx/>
                <a:latin typeface="Oracle Sans Light" panose="020B0403020204020204" pitchFamily="34" charset="0"/>
                <a:ea typeface="+mn-ea"/>
                <a:cs typeface="Oracle Sans Light" panose="020B0403020204020204" pitchFamily="34" charset="0"/>
              </a:rPr>
              <a:t>Java Day Copyright © 2024, Oracle and/or its affiliates</a:t>
            </a:r>
          </a:p>
        </p:txBody>
      </p:sp>
      <p:sp>
        <p:nvSpPr>
          <p:cNvPr id="8" name="Slide Number Placeholder 5">
            <a:extLst>
              <a:ext uri="{FF2B5EF4-FFF2-40B4-BE49-F238E27FC236}">
                <a16:creationId xmlns:a16="http://schemas.microsoft.com/office/drawing/2014/main" id="{B9727264-43BB-7405-6526-EC38D6023F3C}"/>
              </a:ext>
            </a:extLst>
          </p:cNvPr>
          <p:cNvSpPr>
            <a:spLocks noGrp="1"/>
          </p:cNvSpPr>
          <p:nvPr>
            <p:ph type="sldNum" sz="quarter" idx="4"/>
          </p:nvPr>
        </p:nvSpPr>
        <p:spPr>
          <a:xfrm>
            <a:off x="449152" y="12985749"/>
            <a:ext cx="871646" cy="730250"/>
          </a:xfrm>
          <a:prstGeom prst="rect">
            <a:avLst/>
          </a:prstGeom>
        </p:spPr>
        <p:txBody>
          <a:bodyPr vert="horz" lIns="91440" tIns="45720" rIns="91440" bIns="45720" rtlCol="0" anchor="ctr"/>
          <a:lstStyle>
            <a:lvl1pPr algn="l">
              <a:defRPr sz="1600">
                <a:solidFill>
                  <a:schemeClr val="bg2"/>
                </a:solidFill>
                <a:latin typeface="Oracle Sans" panose="020B0503020204020204" pitchFamily="34" charset="0"/>
                <a:cs typeface="Oracle Sans" panose="020B0503020204020204" pitchFamily="34" charset="0"/>
              </a:defRPr>
            </a:lvl1pPr>
          </a:lstStyle>
          <a:p>
            <a:fld id="{CFF4B978-1D82-7745-80C5-DBABA6B131D3}" type="slidenum">
              <a:rPr lang="en-US" smtClean="0"/>
              <a:pPr/>
              <a:t>‹#›</a:t>
            </a:fld>
            <a:endParaRPr lang="en-US"/>
          </a:p>
        </p:txBody>
      </p:sp>
      <p:pic>
        <p:nvPicPr>
          <p:cNvPr id="10" name="Picture 9">
            <a:extLst>
              <a:ext uri="{FF2B5EF4-FFF2-40B4-BE49-F238E27FC236}">
                <a16:creationId xmlns:a16="http://schemas.microsoft.com/office/drawing/2014/main" id="{471DD304-6CCC-2D64-EE22-813D8496A38F}"/>
              </a:ext>
            </a:extLst>
          </p:cNvPr>
          <p:cNvPicPr>
            <a:picLocks noChangeAspect="1"/>
          </p:cNvPicPr>
          <p:nvPr userDrawn="1"/>
        </p:nvPicPr>
        <p:blipFill>
          <a:blip r:embed="rId3">
            <a:alphaModFix/>
          </a:blip>
          <a:stretch>
            <a:fillRect/>
          </a:stretch>
        </p:blipFill>
        <p:spPr>
          <a:xfrm>
            <a:off x="22762011" y="12898102"/>
            <a:ext cx="817080" cy="827423"/>
          </a:xfrm>
          <a:prstGeom prst="rect">
            <a:avLst/>
          </a:prstGeom>
        </p:spPr>
      </p:pic>
    </p:spTree>
    <p:extLst>
      <p:ext uri="{BB962C8B-B14F-4D97-AF65-F5344CB8AC3E}">
        <p14:creationId xmlns:p14="http://schemas.microsoft.com/office/powerpoint/2010/main" val="3585703223"/>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3 Stats Box Dark">
    <p:bg>
      <p:bgPr>
        <a:solidFill>
          <a:srgbClr val="00758F"/>
        </a:solidFill>
        <a:effectLst/>
      </p:bgPr>
    </p:bg>
    <p:spTree>
      <p:nvGrpSpPr>
        <p:cNvPr id="1" name=""/>
        <p:cNvGrpSpPr/>
        <p:nvPr/>
      </p:nvGrpSpPr>
      <p:grpSpPr>
        <a:xfrm>
          <a:off x="0" y="0"/>
          <a:ext cx="0" cy="0"/>
          <a:chOff x="0" y="0"/>
          <a:chExt cx="0" cy="0"/>
        </a:xfrm>
      </p:grpSpPr>
      <p:pic>
        <p:nvPicPr>
          <p:cNvPr id="2" name="Picture 1" descr="Background pattern&#10;&#10;Description automatically generated">
            <a:extLst>
              <a:ext uri="{FF2B5EF4-FFF2-40B4-BE49-F238E27FC236}">
                <a16:creationId xmlns:a16="http://schemas.microsoft.com/office/drawing/2014/main" id="{BB489BEF-A9EB-80CA-65C3-830B7F82593D}"/>
              </a:ext>
            </a:extLst>
          </p:cNvPr>
          <p:cNvPicPr>
            <a:picLocks noChangeAspect="1"/>
          </p:cNvPicPr>
          <p:nvPr userDrawn="1"/>
        </p:nvPicPr>
        <p:blipFill>
          <a:blip r:embed="rId2"/>
          <a:stretch>
            <a:fillRect/>
          </a:stretch>
        </p:blipFill>
        <p:spPr>
          <a:xfrm>
            <a:off x="0" y="0"/>
            <a:ext cx="24384000" cy="13716000"/>
          </a:xfrm>
          <a:prstGeom prst="rect">
            <a:avLst/>
          </a:prstGeom>
        </p:spPr>
      </p:pic>
      <p:sp>
        <p:nvSpPr>
          <p:cNvPr id="25" name="Rounded Rectangle 7">
            <a:extLst>
              <a:ext uri="{FF2B5EF4-FFF2-40B4-BE49-F238E27FC236}">
                <a16:creationId xmlns:a16="http://schemas.microsoft.com/office/drawing/2014/main" id="{AD4CB174-9E80-1FDB-C9A0-3FE74B19B024}"/>
              </a:ext>
            </a:extLst>
          </p:cNvPr>
          <p:cNvSpPr/>
          <p:nvPr/>
        </p:nvSpPr>
        <p:spPr>
          <a:xfrm>
            <a:off x="1371868" y="3657600"/>
            <a:ext cx="6961389" cy="7277100"/>
          </a:xfrm>
          <a:prstGeom prst="roundRect">
            <a:avLst>
              <a:gd name="adj" fmla="val 1338"/>
            </a:avLst>
          </a:prstGeom>
          <a:solidFill>
            <a:srgbClr val="00667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26" name="Rounded Rectangle 11">
            <a:extLst>
              <a:ext uri="{FF2B5EF4-FFF2-40B4-BE49-F238E27FC236}">
                <a16:creationId xmlns:a16="http://schemas.microsoft.com/office/drawing/2014/main" id="{3A7C8E62-2EC1-D508-957C-3F8646AA4705}"/>
              </a:ext>
            </a:extLst>
          </p:cNvPr>
          <p:cNvSpPr/>
          <p:nvPr/>
        </p:nvSpPr>
        <p:spPr>
          <a:xfrm>
            <a:off x="8588571" y="3657600"/>
            <a:ext cx="6961389" cy="7277100"/>
          </a:xfrm>
          <a:prstGeom prst="roundRect">
            <a:avLst>
              <a:gd name="adj" fmla="val 1338"/>
            </a:avLst>
          </a:prstGeom>
          <a:solidFill>
            <a:srgbClr val="00667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27" name="Rounded Rectangle 19">
            <a:extLst>
              <a:ext uri="{FF2B5EF4-FFF2-40B4-BE49-F238E27FC236}">
                <a16:creationId xmlns:a16="http://schemas.microsoft.com/office/drawing/2014/main" id="{A20C10E9-26EB-1E82-421F-25D68A76041E}"/>
              </a:ext>
            </a:extLst>
          </p:cNvPr>
          <p:cNvSpPr/>
          <p:nvPr/>
        </p:nvSpPr>
        <p:spPr>
          <a:xfrm>
            <a:off x="15780493" y="3657600"/>
            <a:ext cx="6961389" cy="7277100"/>
          </a:xfrm>
          <a:prstGeom prst="roundRect">
            <a:avLst>
              <a:gd name="adj" fmla="val 1338"/>
            </a:avLst>
          </a:prstGeom>
          <a:solidFill>
            <a:srgbClr val="00667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8" name="Rounded Rectangle 7">
            <a:extLst>
              <a:ext uri="{FF2B5EF4-FFF2-40B4-BE49-F238E27FC236}">
                <a16:creationId xmlns:a16="http://schemas.microsoft.com/office/drawing/2014/main" id="{E9D9ABC3-2D00-EC4C-B8EA-36673B26EA27}"/>
              </a:ext>
            </a:extLst>
          </p:cNvPr>
          <p:cNvSpPr/>
          <p:nvPr/>
        </p:nvSpPr>
        <p:spPr>
          <a:xfrm>
            <a:off x="1371868" y="3657600"/>
            <a:ext cx="6961389" cy="7277100"/>
          </a:xfrm>
          <a:prstGeom prst="roundRect">
            <a:avLst>
              <a:gd name="adj" fmla="val 1338"/>
            </a:avLst>
          </a:prstGeom>
          <a:solidFill>
            <a:srgbClr val="005A6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5" name="Picture Placeholder 7">
            <a:extLst>
              <a:ext uri="{FF2B5EF4-FFF2-40B4-BE49-F238E27FC236}">
                <a16:creationId xmlns:a16="http://schemas.microsoft.com/office/drawing/2014/main" id="{02120DCF-79DC-F22F-B1A9-46E1A6D9BE05}"/>
              </a:ext>
            </a:extLst>
          </p:cNvPr>
          <p:cNvSpPr>
            <a:spLocks noGrp="1"/>
          </p:cNvSpPr>
          <p:nvPr>
            <p:ph type="pic" sz="quarter" idx="13" hasCustomPrompt="1"/>
          </p:nvPr>
        </p:nvSpPr>
        <p:spPr>
          <a:xfrm>
            <a:off x="6737194" y="3935898"/>
            <a:ext cx="1335348" cy="1335088"/>
          </a:xfrm>
          <a:prstGeom prst="rect">
            <a:avLst/>
          </a:prstGeom>
        </p:spPr>
        <p:txBody>
          <a:bodyPr anchor="ctr">
            <a:normAutofit/>
          </a:bodyPr>
          <a:lstStyle>
            <a:lvl1pPr marL="0" indent="0" algn="ctr">
              <a:buNone/>
              <a:defRPr sz="3200">
                <a:solidFill>
                  <a:srgbClr val="8EE1F0"/>
                </a:solidFill>
              </a:defRPr>
            </a:lvl1pPr>
          </a:lstStyle>
          <a:p>
            <a:r>
              <a:rPr lang="en-US" dirty="0"/>
              <a:t>Icon</a:t>
            </a:r>
          </a:p>
        </p:txBody>
      </p:sp>
      <p:sp>
        <p:nvSpPr>
          <p:cNvPr id="9" name="Text Placeholder 8">
            <a:extLst>
              <a:ext uri="{FF2B5EF4-FFF2-40B4-BE49-F238E27FC236}">
                <a16:creationId xmlns:a16="http://schemas.microsoft.com/office/drawing/2014/main" id="{5DA3F110-272F-8799-EDA8-1365A7C0D4BC}"/>
              </a:ext>
            </a:extLst>
          </p:cNvPr>
          <p:cNvSpPr>
            <a:spLocks noGrp="1"/>
          </p:cNvSpPr>
          <p:nvPr>
            <p:ph type="body" sz="quarter" idx="18" hasCustomPrompt="1"/>
          </p:nvPr>
        </p:nvSpPr>
        <p:spPr>
          <a:xfrm>
            <a:off x="1738228" y="6050276"/>
            <a:ext cx="6430973" cy="470417"/>
          </a:xfrm>
          <a:prstGeom prst="rect">
            <a:avLst/>
          </a:prstGeom>
        </p:spPr>
        <p:txBody>
          <a:bodyPr>
            <a:normAutofit/>
          </a:bodyPr>
          <a:lstStyle>
            <a:lvl1pPr marL="0" indent="0">
              <a:buNone/>
              <a:defRPr sz="2800" b="1" i="0">
                <a:solidFill>
                  <a:srgbClr val="8EE1F0"/>
                </a:solidFill>
                <a:latin typeface="Oracle Sans Semi Bold" panose="020B0503020204020204" pitchFamily="34" charset="0"/>
                <a:cs typeface="Oracle Sans Semi Bold" panose="020B0503020204020204" pitchFamily="34" charset="0"/>
              </a:defRPr>
            </a:lvl1pPr>
          </a:lstStyle>
          <a:p>
            <a:pPr lvl="0"/>
            <a:r>
              <a:rPr lang="en-US" dirty="0"/>
              <a:t>Subhead</a:t>
            </a:r>
          </a:p>
        </p:txBody>
      </p:sp>
      <p:sp>
        <p:nvSpPr>
          <p:cNvPr id="14" name="Text Placeholder 13">
            <a:extLst>
              <a:ext uri="{FF2B5EF4-FFF2-40B4-BE49-F238E27FC236}">
                <a16:creationId xmlns:a16="http://schemas.microsoft.com/office/drawing/2014/main" id="{47E71F65-D4D6-DAEE-E43E-E1565CE5CD5F}"/>
              </a:ext>
            </a:extLst>
          </p:cNvPr>
          <p:cNvSpPr>
            <a:spLocks noGrp="1"/>
          </p:cNvSpPr>
          <p:nvPr>
            <p:ph type="body" sz="quarter" idx="19" hasCustomPrompt="1"/>
          </p:nvPr>
        </p:nvSpPr>
        <p:spPr>
          <a:xfrm>
            <a:off x="1738228" y="6602725"/>
            <a:ext cx="6430973" cy="1981200"/>
          </a:xfrm>
          <a:prstGeom prst="rect">
            <a:avLst/>
          </a:prstGeom>
        </p:spPr>
        <p:txBody>
          <a:bodyPr>
            <a:noAutofit/>
          </a:bodyPr>
          <a:lstStyle>
            <a:lvl1pPr marL="0" indent="0">
              <a:buNone/>
              <a:defRPr sz="16600" b="0" i="0">
                <a:solidFill>
                  <a:schemeClr val="bg1"/>
                </a:solidFill>
                <a:latin typeface="Oracle Sans Ultra Light" panose="020B0303020204020204" pitchFamily="34" charset="0"/>
                <a:cs typeface="Oracle Sans Ultra Light" panose="020B0303020204020204" pitchFamily="34" charset="0"/>
              </a:defRPr>
            </a:lvl1pPr>
          </a:lstStyle>
          <a:p>
            <a:pPr lvl="0"/>
            <a:r>
              <a:rPr lang="en-US" dirty="0"/>
              <a:t>XXX</a:t>
            </a:r>
          </a:p>
        </p:txBody>
      </p:sp>
      <p:sp>
        <p:nvSpPr>
          <p:cNvPr id="16" name="Text Placeholder 15">
            <a:extLst>
              <a:ext uri="{FF2B5EF4-FFF2-40B4-BE49-F238E27FC236}">
                <a16:creationId xmlns:a16="http://schemas.microsoft.com/office/drawing/2014/main" id="{4102909A-7AB8-1ECC-3C1C-487642FCE02B}"/>
              </a:ext>
            </a:extLst>
          </p:cNvPr>
          <p:cNvSpPr>
            <a:spLocks noGrp="1"/>
          </p:cNvSpPr>
          <p:nvPr>
            <p:ph type="body" sz="quarter" idx="20" hasCustomPrompt="1"/>
          </p:nvPr>
        </p:nvSpPr>
        <p:spPr>
          <a:xfrm>
            <a:off x="1738228" y="8678159"/>
            <a:ext cx="6430974" cy="1981200"/>
          </a:xfrm>
          <a:prstGeom prst="rect">
            <a:avLst/>
          </a:prstGeom>
        </p:spPr>
        <p:txBody>
          <a:bodyPr>
            <a:normAutofit/>
          </a:bodyPr>
          <a:lstStyle>
            <a:lvl1pPr marL="0" indent="0">
              <a:buNone/>
              <a:defRPr sz="3600">
                <a:solidFill>
                  <a:schemeClr val="bg1"/>
                </a:solidFill>
              </a:defRPr>
            </a:lvl1pPr>
          </a:lstStyle>
          <a:p>
            <a:pPr lvl="0"/>
            <a:r>
              <a:rPr lang="en-US" dirty="0"/>
              <a:t>Statistic body copy here</a:t>
            </a:r>
          </a:p>
        </p:txBody>
      </p:sp>
      <p:sp>
        <p:nvSpPr>
          <p:cNvPr id="3" name="Title 1">
            <a:extLst>
              <a:ext uri="{FF2B5EF4-FFF2-40B4-BE49-F238E27FC236}">
                <a16:creationId xmlns:a16="http://schemas.microsoft.com/office/drawing/2014/main" id="{C0E838AE-F406-46E2-8324-2FA54780A110}"/>
              </a:ext>
            </a:extLst>
          </p:cNvPr>
          <p:cNvSpPr>
            <a:spLocks noGrp="1"/>
          </p:cNvSpPr>
          <p:nvPr>
            <p:ph type="title"/>
          </p:nvPr>
        </p:nvSpPr>
        <p:spPr>
          <a:xfrm>
            <a:off x="1386010" y="672354"/>
            <a:ext cx="22189047" cy="1880607"/>
          </a:xfrm>
          <a:prstGeom prst="rect">
            <a:avLst/>
          </a:prstGeom>
        </p:spPr>
        <p:txBody>
          <a:bodyPr anchor="b">
            <a:noAutofit/>
          </a:bodyPr>
          <a:lstStyle>
            <a:lvl1pPr>
              <a:lnSpc>
                <a:spcPct val="100000"/>
              </a:lnSpc>
              <a:defRPr sz="6600"/>
            </a:lvl1pPr>
          </a:lstStyle>
          <a:p>
            <a:r>
              <a:rPr lang="en-GB"/>
              <a:t>Click to edit Master title style</a:t>
            </a:r>
            <a:endParaRPr lang="en-US" dirty="0"/>
          </a:p>
        </p:txBody>
      </p:sp>
      <p:sp>
        <p:nvSpPr>
          <p:cNvPr id="12" name="Rounded Rectangle 11">
            <a:extLst>
              <a:ext uri="{FF2B5EF4-FFF2-40B4-BE49-F238E27FC236}">
                <a16:creationId xmlns:a16="http://schemas.microsoft.com/office/drawing/2014/main" id="{47239F3D-9B49-1EAD-DA90-27CD9699DBE5}"/>
              </a:ext>
            </a:extLst>
          </p:cNvPr>
          <p:cNvSpPr/>
          <p:nvPr/>
        </p:nvSpPr>
        <p:spPr>
          <a:xfrm>
            <a:off x="8588571" y="3657600"/>
            <a:ext cx="6961389" cy="7277100"/>
          </a:xfrm>
          <a:prstGeom prst="roundRect">
            <a:avLst>
              <a:gd name="adj" fmla="val 1338"/>
            </a:avLst>
          </a:prstGeom>
          <a:solidFill>
            <a:srgbClr val="005A6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13" name="Picture Placeholder 7">
            <a:extLst>
              <a:ext uri="{FF2B5EF4-FFF2-40B4-BE49-F238E27FC236}">
                <a16:creationId xmlns:a16="http://schemas.microsoft.com/office/drawing/2014/main" id="{04CC9850-3F04-5799-9C08-C5E7F0CF2BBC}"/>
              </a:ext>
            </a:extLst>
          </p:cNvPr>
          <p:cNvSpPr>
            <a:spLocks noGrp="1"/>
          </p:cNvSpPr>
          <p:nvPr>
            <p:ph type="pic" sz="quarter" idx="21" hasCustomPrompt="1"/>
          </p:nvPr>
        </p:nvSpPr>
        <p:spPr>
          <a:xfrm>
            <a:off x="13953897" y="3935898"/>
            <a:ext cx="1335348" cy="1335088"/>
          </a:xfrm>
          <a:prstGeom prst="rect">
            <a:avLst/>
          </a:prstGeom>
        </p:spPr>
        <p:txBody>
          <a:bodyPr anchor="ctr">
            <a:normAutofit/>
          </a:bodyPr>
          <a:lstStyle>
            <a:lvl1pPr marL="0" indent="0" algn="ctr">
              <a:buNone/>
              <a:defRPr sz="3200">
                <a:solidFill>
                  <a:srgbClr val="8EE1F0"/>
                </a:solidFill>
              </a:defRPr>
            </a:lvl1pPr>
          </a:lstStyle>
          <a:p>
            <a:r>
              <a:rPr lang="en-US" dirty="0"/>
              <a:t>Icon</a:t>
            </a:r>
          </a:p>
        </p:txBody>
      </p:sp>
      <p:sp>
        <p:nvSpPr>
          <p:cNvPr id="17" name="Text Placeholder 8">
            <a:extLst>
              <a:ext uri="{FF2B5EF4-FFF2-40B4-BE49-F238E27FC236}">
                <a16:creationId xmlns:a16="http://schemas.microsoft.com/office/drawing/2014/main" id="{5A0604E8-5845-02A7-1B65-957875E63BE4}"/>
              </a:ext>
            </a:extLst>
          </p:cNvPr>
          <p:cNvSpPr>
            <a:spLocks noGrp="1"/>
          </p:cNvSpPr>
          <p:nvPr>
            <p:ph type="body" sz="quarter" idx="22" hasCustomPrompt="1"/>
          </p:nvPr>
        </p:nvSpPr>
        <p:spPr>
          <a:xfrm>
            <a:off x="8954931" y="6050276"/>
            <a:ext cx="6430973" cy="470417"/>
          </a:xfrm>
          <a:prstGeom prst="rect">
            <a:avLst/>
          </a:prstGeom>
        </p:spPr>
        <p:txBody>
          <a:bodyPr>
            <a:normAutofit/>
          </a:bodyPr>
          <a:lstStyle>
            <a:lvl1pPr marL="0" indent="0">
              <a:buNone/>
              <a:defRPr sz="2800" b="1" i="0">
                <a:solidFill>
                  <a:srgbClr val="8EE1F0"/>
                </a:solidFill>
                <a:latin typeface="Oracle Sans Semi Bold" panose="020B0503020204020204" pitchFamily="34" charset="0"/>
                <a:cs typeface="Oracle Sans Semi Bold" panose="020B0503020204020204" pitchFamily="34" charset="0"/>
              </a:defRPr>
            </a:lvl1pPr>
          </a:lstStyle>
          <a:p>
            <a:pPr lvl="0"/>
            <a:r>
              <a:rPr lang="en-US" dirty="0"/>
              <a:t>Subhead</a:t>
            </a:r>
          </a:p>
        </p:txBody>
      </p:sp>
      <p:sp>
        <p:nvSpPr>
          <p:cNvPr id="18" name="Text Placeholder 13">
            <a:extLst>
              <a:ext uri="{FF2B5EF4-FFF2-40B4-BE49-F238E27FC236}">
                <a16:creationId xmlns:a16="http://schemas.microsoft.com/office/drawing/2014/main" id="{C4E30574-9AF8-6548-0152-92C44BF9087F}"/>
              </a:ext>
            </a:extLst>
          </p:cNvPr>
          <p:cNvSpPr>
            <a:spLocks noGrp="1"/>
          </p:cNvSpPr>
          <p:nvPr>
            <p:ph type="body" sz="quarter" idx="23" hasCustomPrompt="1"/>
          </p:nvPr>
        </p:nvSpPr>
        <p:spPr>
          <a:xfrm>
            <a:off x="8954931" y="6602725"/>
            <a:ext cx="6430973" cy="1981200"/>
          </a:xfrm>
          <a:prstGeom prst="rect">
            <a:avLst/>
          </a:prstGeom>
        </p:spPr>
        <p:txBody>
          <a:bodyPr>
            <a:noAutofit/>
          </a:bodyPr>
          <a:lstStyle>
            <a:lvl1pPr marL="0" indent="0">
              <a:buNone/>
              <a:defRPr sz="16600" b="0" i="0">
                <a:solidFill>
                  <a:schemeClr val="bg1"/>
                </a:solidFill>
                <a:latin typeface="Oracle Sans Ultra Light" panose="020B0303020204020204" pitchFamily="34" charset="0"/>
                <a:cs typeface="Oracle Sans Ultra Light" panose="020B0303020204020204" pitchFamily="34" charset="0"/>
              </a:defRPr>
            </a:lvl1pPr>
          </a:lstStyle>
          <a:p>
            <a:pPr lvl="0"/>
            <a:r>
              <a:rPr lang="en-US" dirty="0"/>
              <a:t>XXX</a:t>
            </a:r>
          </a:p>
        </p:txBody>
      </p:sp>
      <p:sp>
        <p:nvSpPr>
          <p:cNvPr id="19" name="Text Placeholder 15">
            <a:extLst>
              <a:ext uri="{FF2B5EF4-FFF2-40B4-BE49-F238E27FC236}">
                <a16:creationId xmlns:a16="http://schemas.microsoft.com/office/drawing/2014/main" id="{C756185D-ED8F-B974-3587-FB74798A6099}"/>
              </a:ext>
            </a:extLst>
          </p:cNvPr>
          <p:cNvSpPr>
            <a:spLocks noGrp="1"/>
          </p:cNvSpPr>
          <p:nvPr>
            <p:ph type="body" sz="quarter" idx="24" hasCustomPrompt="1"/>
          </p:nvPr>
        </p:nvSpPr>
        <p:spPr>
          <a:xfrm>
            <a:off x="8954931" y="8678159"/>
            <a:ext cx="6430974" cy="1981200"/>
          </a:xfrm>
          <a:prstGeom prst="rect">
            <a:avLst/>
          </a:prstGeom>
        </p:spPr>
        <p:txBody>
          <a:bodyPr>
            <a:normAutofit/>
          </a:bodyPr>
          <a:lstStyle>
            <a:lvl1pPr marL="0" indent="0">
              <a:buNone/>
              <a:defRPr sz="3600">
                <a:solidFill>
                  <a:schemeClr val="bg1"/>
                </a:solidFill>
              </a:defRPr>
            </a:lvl1pPr>
          </a:lstStyle>
          <a:p>
            <a:pPr lvl="0"/>
            <a:r>
              <a:rPr lang="en-US" dirty="0"/>
              <a:t>Statistic body copy here</a:t>
            </a:r>
          </a:p>
        </p:txBody>
      </p:sp>
      <p:sp>
        <p:nvSpPr>
          <p:cNvPr id="20" name="Rounded Rectangle 19">
            <a:extLst>
              <a:ext uri="{FF2B5EF4-FFF2-40B4-BE49-F238E27FC236}">
                <a16:creationId xmlns:a16="http://schemas.microsoft.com/office/drawing/2014/main" id="{136755B0-2B4D-CE9B-F4DD-B38C36B56EF2}"/>
              </a:ext>
            </a:extLst>
          </p:cNvPr>
          <p:cNvSpPr/>
          <p:nvPr/>
        </p:nvSpPr>
        <p:spPr>
          <a:xfrm>
            <a:off x="15780493" y="3657600"/>
            <a:ext cx="6961389" cy="7277100"/>
          </a:xfrm>
          <a:prstGeom prst="roundRect">
            <a:avLst>
              <a:gd name="adj" fmla="val 1338"/>
            </a:avLst>
          </a:prstGeom>
          <a:solidFill>
            <a:srgbClr val="005A6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21" name="Picture Placeholder 7">
            <a:extLst>
              <a:ext uri="{FF2B5EF4-FFF2-40B4-BE49-F238E27FC236}">
                <a16:creationId xmlns:a16="http://schemas.microsoft.com/office/drawing/2014/main" id="{E1AC2CB8-D232-A969-CAEA-2BEEA900B3B6}"/>
              </a:ext>
            </a:extLst>
          </p:cNvPr>
          <p:cNvSpPr>
            <a:spLocks noGrp="1"/>
          </p:cNvSpPr>
          <p:nvPr>
            <p:ph type="pic" sz="quarter" idx="25" hasCustomPrompt="1"/>
          </p:nvPr>
        </p:nvSpPr>
        <p:spPr>
          <a:xfrm>
            <a:off x="21145818" y="3935898"/>
            <a:ext cx="1335348" cy="1335088"/>
          </a:xfrm>
          <a:prstGeom prst="rect">
            <a:avLst/>
          </a:prstGeom>
        </p:spPr>
        <p:txBody>
          <a:bodyPr anchor="ctr">
            <a:normAutofit/>
          </a:bodyPr>
          <a:lstStyle>
            <a:lvl1pPr marL="0" indent="0" algn="ctr">
              <a:buNone/>
              <a:defRPr sz="3200">
                <a:solidFill>
                  <a:srgbClr val="8EE1F0"/>
                </a:solidFill>
              </a:defRPr>
            </a:lvl1pPr>
          </a:lstStyle>
          <a:p>
            <a:r>
              <a:rPr lang="en-US" dirty="0"/>
              <a:t>Icon</a:t>
            </a:r>
          </a:p>
        </p:txBody>
      </p:sp>
      <p:sp>
        <p:nvSpPr>
          <p:cNvPr id="22" name="Text Placeholder 8">
            <a:extLst>
              <a:ext uri="{FF2B5EF4-FFF2-40B4-BE49-F238E27FC236}">
                <a16:creationId xmlns:a16="http://schemas.microsoft.com/office/drawing/2014/main" id="{D785781C-6480-02E4-7909-02B685CB091B}"/>
              </a:ext>
            </a:extLst>
          </p:cNvPr>
          <p:cNvSpPr>
            <a:spLocks noGrp="1"/>
          </p:cNvSpPr>
          <p:nvPr>
            <p:ph type="body" sz="quarter" idx="26" hasCustomPrompt="1"/>
          </p:nvPr>
        </p:nvSpPr>
        <p:spPr>
          <a:xfrm>
            <a:off x="16146852" y="6050276"/>
            <a:ext cx="6430973" cy="470417"/>
          </a:xfrm>
          <a:prstGeom prst="rect">
            <a:avLst/>
          </a:prstGeom>
        </p:spPr>
        <p:txBody>
          <a:bodyPr>
            <a:normAutofit/>
          </a:bodyPr>
          <a:lstStyle>
            <a:lvl1pPr marL="0" indent="0">
              <a:buNone/>
              <a:defRPr sz="2800" b="1" i="0">
                <a:solidFill>
                  <a:srgbClr val="8EE1F0"/>
                </a:solidFill>
                <a:latin typeface="Oracle Sans Semi Bold" panose="020B0503020204020204" pitchFamily="34" charset="0"/>
                <a:cs typeface="Oracle Sans Semi Bold" panose="020B0503020204020204" pitchFamily="34" charset="0"/>
              </a:defRPr>
            </a:lvl1pPr>
          </a:lstStyle>
          <a:p>
            <a:pPr lvl="0"/>
            <a:r>
              <a:rPr lang="en-US" dirty="0"/>
              <a:t>Subhead</a:t>
            </a:r>
          </a:p>
        </p:txBody>
      </p:sp>
      <p:sp>
        <p:nvSpPr>
          <p:cNvPr id="23" name="Text Placeholder 13">
            <a:extLst>
              <a:ext uri="{FF2B5EF4-FFF2-40B4-BE49-F238E27FC236}">
                <a16:creationId xmlns:a16="http://schemas.microsoft.com/office/drawing/2014/main" id="{52F9B511-DCAF-9946-54E7-4264A193A7A6}"/>
              </a:ext>
            </a:extLst>
          </p:cNvPr>
          <p:cNvSpPr>
            <a:spLocks noGrp="1"/>
          </p:cNvSpPr>
          <p:nvPr>
            <p:ph type="body" sz="quarter" idx="27" hasCustomPrompt="1"/>
          </p:nvPr>
        </p:nvSpPr>
        <p:spPr>
          <a:xfrm>
            <a:off x="16146852" y="6602725"/>
            <a:ext cx="6430973" cy="1981200"/>
          </a:xfrm>
          <a:prstGeom prst="rect">
            <a:avLst/>
          </a:prstGeom>
        </p:spPr>
        <p:txBody>
          <a:bodyPr>
            <a:noAutofit/>
          </a:bodyPr>
          <a:lstStyle>
            <a:lvl1pPr marL="0" indent="0">
              <a:buNone/>
              <a:defRPr sz="16600" b="0" i="0">
                <a:solidFill>
                  <a:schemeClr val="bg1"/>
                </a:solidFill>
                <a:latin typeface="Oracle Sans Ultra Light" panose="020B0303020204020204" pitchFamily="34" charset="0"/>
                <a:cs typeface="Oracle Sans Ultra Light" panose="020B0303020204020204" pitchFamily="34" charset="0"/>
              </a:defRPr>
            </a:lvl1pPr>
          </a:lstStyle>
          <a:p>
            <a:pPr lvl="0"/>
            <a:r>
              <a:rPr lang="en-US" dirty="0"/>
              <a:t>XXX</a:t>
            </a:r>
          </a:p>
        </p:txBody>
      </p:sp>
      <p:sp>
        <p:nvSpPr>
          <p:cNvPr id="24" name="Text Placeholder 15">
            <a:extLst>
              <a:ext uri="{FF2B5EF4-FFF2-40B4-BE49-F238E27FC236}">
                <a16:creationId xmlns:a16="http://schemas.microsoft.com/office/drawing/2014/main" id="{BCB71EFD-29EF-A4F6-1EDA-2629B957872E}"/>
              </a:ext>
            </a:extLst>
          </p:cNvPr>
          <p:cNvSpPr>
            <a:spLocks noGrp="1"/>
          </p:cNvSpPr>
          <p:nvPr>
            <p:ph type="body" sz="quarter" idx="28" hasCustomPrompt="1"/>
          </p:nvPr>
        </p:nvSpPr>
        <p:spPr>
          <a:xfrm>
            <a:off x="16146853" y="8678159"/>
            <a:ext cx="6430974" cy="1981200"/>
          </a:xfrm>
          <a:prstGeom prst="rect">
            <a:avLst/>
          </a:prstGeom>
        </p:spPr>
        <p:txBody>
          <a:bodyPr>
            <a:normAutofit/>
          </a:bodyPr>
          <a:lstStyle>
            <a:lvl1pPr marL="0" indent="0">
              <a:buNone/>
              <a:defRPr sz="3600">
                <a:solidFill>
                  <a:schemeClr val="bg1"/>
                </a:solidFill>
              </a:defRPr>
            </a:lvl1pPr>
          </a:lstStyle>
          <a:p>
            <a:pPr lvl="0"/>
            <a:r>
              <a:rPr lang="en-US" dirty="0"/>
              <a:t>Statistic body copy here</a:t>
            </a:r>
          </a:p>
        </p:txBody>
      </p:sp>
      <p:sp>
        <p:nvSpPr>
          <p:cNvPr id="4" name="Footer Placeholder 3">
            <a:extLst>
              <a:ext uri="{FF2B5EF4-FFF2-40B4-BE49-F238E27FC236}">
                <a16:creationId xmlns:a16="http://schemas.microsoft.com/office/drawing/2014/main" id="{6BEE08BE-C691-66D3-9E80-E79077103052}"/>
              </a:ext>
            </a:extLst>
          </p:cNvPr>
          <p:cNvSpPr>
            <a:spLocks noGrp="1"/>
          </p:cNvSpPr>
          <p:nvPr>
            <p:ph type="ftr" sz="quarter" idx="3"/>
          </p:nvPr>
        </p:nvSpPr>
        <p:spPr>
          <a:xfrm>
            <a:off x="1411345" y="12985749"/>
            <a:ext cx="10052413" cy="730250"/>
          </a:xfrm>
          <a:prstGeom prst="rect">
            <a:avLst/>
          </a:prstGeom>
        </p:spPr>
        <p:txBody>
          <a:bodyPr vert="horz" lIns="91440" tIns="45720" rIns="91440" bIns="45720" rtlCol="0" anchor="ctr"/>
          <a:lstStyle>
            <a:lvl1pPr algn="l">
              <a:defRPr sz="1400" b="0" i="0">
                <a:solidFill>
                  <a:schemeClr val="bg2"/>
                </a:solidFill>
                <a:latin typeface="Oracle Sans Light" panose="020B0403020204020204" pitchFamily="34" charset="0"/>
                <a:cs typeface="Oracle Sans Light" panose="020B0403020204020204" pitchFamily="34" charset="0"/>
              </a:defRPr>
            </a:lvl1p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CA" sz="1400" b="0" i="0" u="none" strike="noStrike" kern="1200" cap="none" spc="0" normalizeH="0" baseline="0" noProof="0" dirty="0">
                <a:ln>
                  <a:noFill/>
                </a:ln>
                <a:solidFill>
                  <a:schemeClr val="bg2"/>
                </a:solidFill>
                <a:effectLst/>
                <a:uLnTx/>
                <a:uFillTx/>
                <a:latin typeface="Oracle Sans Light" panose="020B0403020204020204" pitchFamily="34" charset="0"/>
                <a:ea typeface="+mn-ea"/>
                <a:cs typeface="Oracle Sans Light" panose="020B0403020204020204" pitchFamily="34" charset="0"/>
              </a:rPr>
              <a:t>Java Day Copyright © 2024, Oracle and/or its affiliates</a:t>
            </a:r>
          </a:p>
        </p:txBody>
      </p:sp>
      <p:sp>
        <p:nvSpPr>
          <p:cNvPr id="6" name="Slide Number Placeholder 5">
            <a:extLst>
              <a:ext uri="{FF2B5EF4-FFF2-40B4-BE49-F238E27FC236}">
                <a16:creationId xmlns:a16="http://schemas.microsoft.com/office/drawing/2014/main" id="{B73C9B32-E8B3-AC4A-0931-3041D96F14E9}"/>
              </a:ext>
            </a:extLst>
          </p:cNvPr>
          <p:cNvSpPr>
            <a:spLocks noGrp="1"/>
          </p:cNvSpPr>
          <p:nvPr>
            <p:ph type="sldNum" sz="quarter" idx="4"/>
          </p:nvPr>
        </p:nvSpPr>
        <p:spPr>
          <a:xfrm>
            <a:off x="449152" y="12985749"/>
            <a:ext cx="871646" cy="730250"/>
          </a:xfrm>
          <a:prstGeom prst="rect">
            <a:avLst/>
          </a:prstGeom>
        </p:spPr>
        <p:txBody>
          <a:bodyPr vert="horz" lIns="91440" tIns="45720" rIns="91440" bIns="45720" rtlCol="0" anchor="ctr"/>
          <a:lstStyle>
            <a:lvl1pPr algn="l">
              <a:defRPr sz="1600">
                <a:solidFill>
                  <a:schemeClr val="bg2"/>
                </a:solidFill>
                <a:latin typeface="Oracle Sans" panose="020B0503020204020204" pitchFamily="34" charset="0"/>
                <a:cs typeface="Oracle Sans" panose="020B0503020204020204" pitchFamily="34" charset="0"/>
              </a:defRPr>
            </a:lvl1pPr>
          </a:lstStyle>
          <a:p>
            <a:fld id="{CFF4B978-1D82-7745-80C5-DBABA6B131D3}" type="slidenum">
              <a:rPr lang="en-US" smtClean="0"/>
              <a:pPr/>
              <a:t>‹#›</a:t>
            </a:fld>
            <a:endParaRPr lang="en-US"/>
          </a:p>
        </p:txBody>
      </p:sp>
      <p:pic>
        <p:nvPicPr>
          <p:cNvPr id="7" name="Picture 6">
            <a:extLst>
              <a:ext uri="{FF2B5EF4-FFF2-40B4-BE49-F238E27FC236}">
                <a16:creationId xmlns:a16="http://schemas.microsoft.com/office/drawing/2014/main" id="{3E4DA113-D39B-D58F-3EBC-BDFC8C2E8A23}"/>
              </a:ext>
            </a:extLst>
          </p:cNvPr>
          <p:cNvPicPr>
            <a:picLocks noChangeAspect="1"/>
          </p:cNvPicPr>
          <p:nvPr userDrawn="1"/>
        </p:nvPicPr>
        <p:blipFill>
          <a:blip r:embed="rId3">
            <a:alphaModFix/>
          </a:blip>
          <a:stretch>
            <a:fillRect/>
          </a:stretch>
        </p:blipFill>
        <p:spPr>
          <a:xfrm>
            <a:off x="22762011" y="12898102"/>
            <a:ext cx="817080" cy="827423"/>
          </a:xfrm>
          <a:prstGeom prst="rect">
            <a:avLst/>
          </a:prstGeom>
        </p:spPr>
      </p:pic>
    </p:spTree>
    <p:extLst>
      <p:ext uri="{BB962C8B-B14F-4D97-AF65-F5344CB8AC3E}">
        <p14:creationId xmlns:p14="http://schemas.microsoft.com/office/powerpoint/2010/main" val="2704088312"/>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p:cSld name="19_Custom Layout">
    <p:bg>
      <p:bgPr>
        <a:solidFill>
          <a:srgbClr val="00758F"/>
        </a:solidFill>
        <a:effectLst/>
      </p:bgPr>
    </p:bg>
    <p:spTree>
      <p:nvGrpSpPr>
        <p:cNvPr id="1" name=""/>
        <p:cNvGrpSpPr/>
        <p:nvPr/>
      </p:nvGrpSpPr>
      <p:grpSpPr>
        <a:xfrm>
          <a:off x="0" y="0"/>
          <a:ext cx="0" cy="0"/>
          <a:chOff x="0" y="0"/>
          <a:chExt cx="0" cy="0"/>
        </a:xfrm>
      </p:grpSpPr>
      <p:pic>
        <p:nvPicPr>
          <p:cNvPr id="5" name="Picture 4" descr="Background pattern&#10;&#10;Description automatically generated">
            <a:extLst>
              <a:ext uri="{FF2B5EF4-FFF2-40B4-BE49-F238E27FC236}">
                <a16:creationId xmlns:a16="http://schemas.microsoft.com/office/drawing/2014/main" id="{DE975FF0-F120-2574-2865-6B1B2F0981A0}"/>
              </a:ext>
            </a:extLst>
          </p:cNvPr>
          <p:cNvPicPr>
            <a:picLocks noChangeAspect="1"/>
          </p:cNvPicPr>
          <p:nvPr userDrawn="1"/>
        </p:nvPicPr>
        <p:blipFill>
          <a:blip r:embed="rId2"/>
          <a:stretch>
            <a:fillRect/>
          </a:stretch>
        </p:blipFill>
        <p:spPr>
          <a:xfrm>
            <a:off x="0" y="0"/>
            <a:ext cx="24384000" cy="13716000"/>
          </a:xfrm>
          <a:prstGeom prst="rect">
            <a:avLst/>
          </a:prstGeom>
        </p:spPr>
      </p:pic>
      <p:sp>
        <p:nvSpPr>
          <p:cNvPr id="24" name="Rounded Rectangle 1">
            <a:extLst>
              <a:ext uri="{FF2B5EF4-FFF2-40B4-BE49-F238E27FC236}">
                <a16:creationId xmlns:a16="http://schemas.microsoft.com/office/drawing/2014/main" id="{77613708-B06C-DCF2-3C53-594CF3717BB8}"/>
              </a:ext>
            </a:extLst>
          </p:cNvPr>
          <p:cNvSpPr/>
          <p:nvPr/>
        </p:nvSpPr>
        <p:spPr>
          <a:xfrm>
            <a:off x="1371868" y="3657600"/>
            <a:ext cx="6961389" cy="7277100"/>
          </a:xfrm>
          <a:prstGeom prst="roundRect">
            <a:avLst>
              <a:gd name="adj" fmla="val 1338"/>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25" name="Rounded Rectangle 10">
            <a:extLst>
              <a:ext uri="{FF2B5EF4-FFF2-40B4-BE49-F238E27FC236}">
                <a16:creationId xmlns:a16="http://schemas.microsoft.com/office/drawing/2014/main" id="{B35E9A12-1286-F7E8-FA37-2CC75AB37D22}"/>
              </a:ext>
            </a:extLst>
          </p:cNvPr>
          <p:cNvSpPr/>
          <p:nvPr/>
        </p:nvSpPr>
        <p:spPr>
          <a:xfrm>
            <a:off x="8588571" y="3657600"/>
            <a:ext cx="6961389" cy="7277100"/>
          </a:xfrm>
          <a:prstGeom prst="roundRect">
            <a:avLst>
              <a:gd name="adj" fmla="val 1338"/>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26" name="Rounded Rectangle 18">
            <a:extLst>
              <a:ext uri="{FF2B5EF4-FFF2-40B4-BE49-F238E27FC236}">
                <a16:creationId xmlns:a16="http://schemas.microsoft.com/office/drawing/2014/main" id="{B3DC3CFC-FA7C-FF98-F72C-9C32B90C0F2D}"/>
              </a:ext>
            </a:extLst>
          </p:cNvPr>
          <p:cNvSpPr/>
          <p:nvPr/>
        </p:nvSpPr>
        <p:spPr>
          <a:xfrm>
            <a:off x="15780493" y="3657600"/>
            <a:ext cx="6961389" cy="7277100"/>
          </a:xfrm>
          <a:prstGeom prst="roundRect">
            <a:avLst>
              <a:gd name="adj" fmla="val 1338"/>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2" name="Rounded Rectangle 1">
            <a:extLst>
              <a:ext uri="{FF2B5EF4-FFF2-40B4-BE49-F238E27FC236}">
                <a16:creationId xmlns:a16="http://schemas.microsoft.com/office/drawing/2014/main" id="{9F5DD37F-CA48-C198-EFAC-31777C1A1DF8}"/>
              </a:ext>
            </a:extLst>
          </p:cNvPr>
          <p:cNvSpPr/>
          <p:nvPr/>
        </p:nvSpPr>
        <p:spPr>
          <a:xfrm>
            <a:off x="1371868" y="3657600"/>
            <a:ext cx="6961389" cy="7277100"/>
          </a:xfrm>
          <a:prstGeom prst="roundRect">
            <a:avLst>
              <a:gd name="adj" fmla="val 1338"/>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4" name="Picture Placeholder 7">
            <a:extLst>
              <a:ext uri="{FF2B5EF4-FFF2-40B4-BE49-F238E27FC236}">
                <a16:creationId xmlns:a16="http://schemas.microsoft.com/office/drawing/2014/main" id="{1AE73424-DCAD-AE46-0A9C-659FEEF23B64}"/>
              </a:ext>
            </a:extLst>
          </p:cNvPr>
          <p:cNvSpPr>
            <a:spLocks noGrp="1"/>
          </p:cNvSpPr>
          <p:nvPr>
            <p:ph type="pic" sz="quarter" idx="29" hasCustomPrompt="1"/>
          </p:nvPr>
        </p:nvSpPr>
        <p:spPr>
          <a:xfrm>
            <a:off x="6737194" y="3935898"/>
            <a:ext cx="1335348" cy="1335088"/>
          </a:xfrm>
          <a:prstGeom prst="rect">
            <a:avLst/>
          </a:prstGeom>
        </p:spPr>
        <p:txBody>
          <a:bodyPr>
            <a:normAutofit/>
          </a:bodyPr>
          <a:lstStyle>
            <a:lvl1pPr marL="0" indent="0">
              <a:buNone/>
              <a:defRPr sz="3200"/>
            </a:lvl1pPr>
          </a:lstStyle>
          <a:p>
            <a:r>
              <a:rPr lang="en-US" dirty="0"/>
              <a:t>Icon</a:t>
            </a:r>
          </a:p>
        </p:txBody>
      </p:sp>
      <p:sp>
        <p:nvSpPr>
          <p:cNvPr id="6" name="Text Placeholder 8">
            <a:extLst>
              <a:ext uri="{FF2B5EF4-FFF2-40B4-BE49-F238E27FC236}">
                <a16:creationId xmlns:a16="http://schemas.microsoft.com/office/drawing/2014/main" id="{ED99E9C5-F8F7-B400-CC18-CFDCB93B183A}"/>
              </a:ext>
            </a:extLst>
          </p:cNvPr>
          <p:cNvSpPr>
            <a:spLocks noGrp="1"/>
          </p:cNvSpPr>
          <p:nvPr>
            <p:ph type="body" sz="quarter" idx="30" hasCustomPrompt="1"/>
          </p:nvPr>
        </p:nvSpPr>
        <p:spPr>
          <a:xfrm>
            <a:off x="1738228" y="6050276"/>
            <a:ext cx="6430973" cy="470417"/>
          </a:xfrm>
          <a:prstGeom prst="rect">
            <a:avLst/>
          </a:prstGeom>
        </p:spPr>
        <p:txBody>
          <a:bodyPr>
            <a:normAutofit/>
          </a:bodyPr>
          <a:lstStyle>
            <a:lvl1pPr marL="0" indent="0">
              <a:buNone/>
              <a:defRPr sz="2800" b="1" i="0">
                <a:solidFill>
                  <a:srgbClr val="00758F"/>
                </a:solidFill>
                <a:latin typeface="Oracle Sans Semi Bold" panose="020B0503020204020204" pitchFamily="34" charset="0"/>
                <a:cs typeface="Oracle Sans Semi Bold" panose="020B0503020204020204" pitchFamily="34" charset="0"/>
              </a:defRPr>
            </a:lvl1pPr>
          </a:lstStyle>
          <a:p>
            <a:pPr lvl="0"/>
            <a:r>
              <a:rPr lang="en-US" dirty="0"/>
              <a:t>Subhead</a:t>
            </a:r>
          </a:p>
        </p:txBody>
      </p:sp>
      <p:sp>
        <p:nvSpPr>
          <p:cNvPr id="7" name="Text Placeholder 13">
            <a:extLst>
              <a:ext uri="{FF2B5EF4-FFF2-40B4-BE49-F238E27FC236}">
                <a16:creationId xmlns:a16="http://schemas.microsoft.com/office/drawing/2014/main" id="{DA70A8E3-7B5B-B266-F5A6-7229FFACD9E5}"/>
              </a:ext>
            </a:extLst>
          </p:cNvPr>
          <p:cNvSpPr>
            <a:spLocks noGrp="1"/>
          </p:cNvSpPr>
          <p:nvPr>
            <p:ph type="body" sz="quarter" idx="31" hasCustomPrompt="1"/>
          </p:nvPr>
        </p:nvSpPr>
        <p:spPr>
          <a:xfrm>
            <a:off x="1738228" y="6602725"/>
            <a:ext cx="6430973" cy="1981200"/>
          </a:xfrm>
          <a:prstGeom prst="rect">
            <a:avLst/>
          </a:prstGeom>
        </p:spPr>
        <p:txBody>
          <a:bodyPr>
            <a:noAutofit/>
          </a:bodyPr>
          <a:lstStyle>
            <a:lvl1pPr marL="0" indent="0">
              <a:buNone/>
              <a:defRPr sz="16600" b="0" i="0">
                <a:solidFill>
                  <a:schemeClr val="accent6"/>
                </a:solidFill>
                <a:latin typeface="Oracle Sans Ultra Light" panose="020B0303020204020204" pitchFamily="34" charset="0"/>
                <a:cs typeface="Oracle Sans Ultra Light" panose="020B0303020204020204" pitchFamily="34" charset="0"/>
              </a:defRPr>
            </a:lvl1pPr>
          </a:lstStyle>
          <a:p>
            <a:pPr lvl="0"/>
            <a:r>
              <a:rPr lang="en-US" dirty="0"/>
              <a:t>XXX</a:t>
            </a:r>
          </a:p>
        </p:txBody>
      </p:sp>
      <p:sp>
        <p:nvSpPr>
          <p:cNvPr id="10" name="Text Placeholder 15">
            <a:extLst>
              <a:ext uri="{FF2B5EF4-FFF2-40B4-BE49-F238E27FC236}">
                <a16:creationId xmlns:a16="http://schemas.microsoft.com/office/drawing/2014/main" id="{B30B5A3D-1DCA-5246-806C-1C491EEFED41}"/>
              </a:ext>
            </a:extLst>
          </p:cNvPr>
          <p:cNvSpPr>
            <a:spLocks noGrp="1"/>
          </p:cNvSpPr>
          <p:nvPr>
            <p:ph type="body" sz="quarter" idx="32" hasCustomPrompt="1"/>
          </p:nvPr>
        </p:nvSpPr>
        <p:spPr>
          <a:xfrm>
            <a:off x="1738228" y="8678159"/>
            <a:ext cx="6430974" cy="1981200"/>
          </a:xfrm>
          <a:prstGeom prst="rect">
            <a:avLst/>
          </a:prstGeom>
        </p:spPr>
        <p:txBody>
          <a:bodyPr>
            <a:normAutofit/>
          </a:bodyPr>
          <a:lstStyle>
            <a:lvl1pPr marL="0" indent="0">
              <a:buNone/>
              <a:defRPr sz="3600">
                <a:solidFill>
                  <a:schemeClr val="accent6"/>
                </a:solidFill>
              </a:defRPr>
            </a:lvl1pPr>
          </a:lstStyle>
          <a:p>
            <a:pPr lvl="0"/>
            <a:r>
              <a:rPr lang="en-US" dirty="0"/>
              <a:t>Statistic body copy here</a:t>
            </a:r>
          </a:p>
        </p:txBody>
      </p:sp>
      <p:sp>
        <p:nvSpPr>
          <p:cNvPr id="11" name="Rounded Rectangle 10">
            <a:extLst>
              <a:ext uri="{FF2B5EF4-FFF2-40B4-BE49-F238E27FC236}">
                <a16:creationId xmlns:a16="http://schemas.microsoft.com/office/drawing/2014/main" id="{6BC7F664-61C3-5663-8103-1F030C720C37}"/>
              </a:ext>
            </a:extLst>
          </p:cNvPr>
          <p:cNvSpPr/>
          <p:nvPr/>
        </p:nvSpPr>
        <p:spPr>
          <a:xfrm>
            <a:off x="8588571" y="3657600"/>
            <a:ext cx="6961389" cy="7277100"/>
          </a:xfrm>
          <a:prstGeom prst="roundRect">
            <a:avLst>
              <a:gd name="adj" fmla="val 1338"/>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12" name="Picture Placeholder 7">
            <a:extLst>
              <a:ext uri="{FF2B5EF4-FFF2-40B4-BE49-F238E27FC236}">
                <a16:creationId xmlns:a16="http://schemas.microsoft.com/office/drawing/2014/main" id="{C9D0FB73-CA6C-92C0-2411-6D94268F5FF9}"/>
              </a:ext>
            </a:extLst>
          </p:cNvPr>
          <p:cNvSpPr>
            <a:spLocks noGrp="1"/>
          </p:cNvSpPr>
          <p:nvPr>
            <p:ph type="pic" sz="quarter" idx="33" hasCustomPrompt="1"/>
          </p:nvPr>
        </p:nvSpPr>
        <p:spPr>
          <a:xfrm>
            <a:off x="13953897" y="3935898"/>
            <a:ext cx="1335348" cy="1335088"/>
          </a:xfrm>
          <a:prstGeom prst="rect">
            <a:avLst/>
          </a:prstGeom>
        </p:spPr>
        <p:txBody>
          <a:bodyPr>
            <a:normAutofit/>
          </a:bodyPr>
          <a:lstStyle>
            <a:lvl1pPr marL="0" indent="0">
              <a:buNone/>
              <a:defRPr sz="3200"/>
            </a:lvl1pPr>
          </a:lstStyle>
          <a:p>
            <a:r>
              <a:rPr lang="en-US" dirty="0"/>
              <a:t>Icon</a:t>
            </a:r>
          </a:p>
        </p:txBody>
      </p:sp>
      <p:sp>
        <p:nvSpPr>
          <p:cNvPr id="13" name="Text Placeholder 8">
            <a:extLst>
              <a:ext uri="{FF2B5EF4-FFF2-40B4-BE49-F238E27FC236}">
                <a16:creationId xmlns:a16="http://schemas.microsoft.com/office/drawing/2014/main" id="{7FAE1CEE-CC92-7BF2-204B-3791BE516ABE}"/>
              </a:ext>
            </a:extLst>
          </p:cNvPr>
          <p:cNvSpPr>
            <a:spLocks noGrp="1"/>
          </p:cNvSpPr>
          <p:nvPr>
            <p:ph type="body" sz="quarter" idx="34" hasCustomPrompt="1"/>
          </p:nvPr>
        </p:nvSpPr>
        <p:spPr>
          <a:xfrm>
            <a:off x="8954931" y="6050276"/>
            <a:ext cx="6430973" cy="470417"/>
          </a:xfrm>
          <a:prstGeom prst="rect">
            <a:avLst/>
          </a:prstGeom>
        </p:spPr>
        <p:txBody>
          <a:bodyPr>
            <a:normAutofit/>
          </a:bodyPr>
          <a:lstStyle>
            <a:lvl1pPr marL="0" indent="0">
              <a:buNone/>
              <a:defRPr sz="2800" b="1" i="0">
                <a:solidFill>
                  <a:srgbClr val="00758F"/>
                </a:solidFill>
                <a:latin typeface="Oracle Sans Semi Bold" panose="020B0503020204020204" pitchFamily="34" charset="0"/>
                <a:cs typeface="Oracle Sans Semi Bold" panose="020B0503020204020204" pitchFamily="34" charset="0"/>
              </a:defRPr>
            </a:lvl1pPr>
          </a:lstStyle>
          <a:p>
            <a:pPr lvl="0"/>
            <a:r>
              <a:rPr lang="en-US" dirty="0"/>
              <a:t>Subhead</a:t>
            </a:r>
          </a:p>
        </p:txBody>
      </p:sp>
      <p:sp>
        <p:nvSpPr>
          <p:cNvPr id="17" name="Text Placeholder 13">
            <a:extLst>
              <a:ext uri="{FF2B5EF4-FFF2-40B4-BE49-F238E27FC236}">
                <a16:creationId xmlns:a16="http://schemas.microsoft.com/office/drawing/2014/main" id="{3B665AE0-2B99-EA94-E5DC-CC1863382753}"/>
              </a:ext>
            </a:extLst>
          </p:cNvPr>
          <p:cNvSpPr>
            <a:spLocks noGrp="1"/>
          </p:cNvSpPr>
          <p:nvPr>
            <p:ph type="body" sz="quarter" idx="35" hasCustomPrompt="1"/>
          </p:nvPr>
        </p:nvSpPr>
        <p:spPr>
          <a:xfrm>
            <a:off x="8954931" y="6602725"/>
            <a:ext cx="6430973" cy="1981200"/>
          </a:xfrm>
          <a:prstGeom prst="rect">
            <a:avLst/>
          </a:prstGeom>
        </p:spPr>
        <p:txBody>
          <a:bodyPr>
            <a:noAutofit/>
          </a:bodyPr>
          <a:lstStyle>
            <a:lvl1pPr marL="0" indent="0">
              <a:buNone/>
              <a:defRPr sz="16600" b="0" i="0">
                <a:solidFill>
                  <a:schemeClr val="accent6"/>
                </a:solidFill>
                <a:latin typeface="Oracle Sans Ultra Light" panose="020B0303020204020204" pitchFamily="34" charset="0"/>
                <a:cs typeface="Oracle Sans Ultra Light" panose="020B0303020204020204" pitchFamily="34" charset="0"/>
              </a:defRPr>
            </a:lvl1pPr>
          </a:lstStyle>
          <a:p>
            <a:pPr lvl="0"/>
            <a:r>
              <a:rPr lang="en-US" dirty="0"/>
              <a:t>XXX</a:t>
            </a:r>
          </a:p>
        </p:txBody>
      </p:sp>
      <p:sp>
        <p:nvSpPr>
          <p:cNvPr id="18" name="Text Placeholder 15">
            <a:extLst>
              <a:ext uri="{FF2B5EF4-FFF2-40B4-BE49-F238E27FC236}">
                <a16:creationId xmlns:a16="http://schemas.microsoft.com/office/drawing/2014/main" id="{18F65346-8DAB-B299-6C8C-65CED2E99E0F}"/>
              </a:ext>
            </a:extLst>
          </p:cNvPr>
          <p:cNvSpPr>
            <a:spLocks noGrp="1"/>
          </p:cNvSpPr>
          <p:nvPr>
            <p:ph type="body" sz="quarter" idx="36" hasCustomPrompt="1"/>
          </p:nvPr>
        </p:nvSpPr>
        <p:spPr>
          <a:xfrm>
            <a:off x="8954931" y="8678159"/>
            <a:ext cx="6430974" cy="1981200"/>
          </a:xfrm>
          <a:prstGeom prst="rect">
            <a:avLst/>
          </a:prstGeom>
        </p:spPr>
        <p:txBody>
          <a:bodyPr>
            <a:normAutofit/>
          </a:bodyPr>
          <a:lstStyle>
            <a:lvl1pPr marL="0" indent="0">
              <a:buNone/>
              <a:defRPr sz="3600">
                <a:solidFill>
                  <a:schemeClr val="accent6"/>
                </a:solidFill>
              </a:defRPr>
            </a:lvl1pPr>
          </a:lstStyle>
          <a:p>
            <a:pPr lvl="0"/>
            <a:r>
              <a:rPr lang="en-US" dirty="0"/>
              <a:t>Statistic body copy here</a:t>
            </a:r>
          </a:p>
        </p:txBody>
      </p:sp>
      <p:sp>
        <p:nvSpPr>
          <p:cNvPr id="19" name="Rounded Rectangle 18">
            <a:extLst>
              <a:ext uri="{FF2B5EF4-FFF2-40B4-BE49-F238E27FC236}">
                <a16:creationId xmlns:a16="http://schemas.microsoft.com/office/drawing/2014/main" id="{57879660-9305-DD8F-CE01-30A6EFAE2BDA}"/>
              </a:ext>
            </a:extLst>
          </p:cNvPr>
          <p:cNvSpPr/>
          <p:nvPr/>
        </p:nvSpPr>
        <p:spPr>
          <a:xfrm>
            <a:off x="15780493" y="3657600"/>
            <a:ext cx="6961389" cy="7277100"/>
          </a:xfrm>
          <a:prstGeom prst="roundRect">
            <a:avLst>
              <a:gd name="adj" fmla="val 1338"/>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20" name="Picture Placeholder 7">
            <a:extLst>
              <a:ext uri="{FF2B5EF4-FFF2-40B4-BE49-F238E27FC236}">
                <a16:creationId xmlns:a16="http://schemas.microsoft.com/office/drawing/2014/main" id="{37523900-4131-9181-90B2-CEEF6AC22C83}"/>
              </a:ext>
            </a:extLst>
          </p:cNvPr>
          <p:cNvSpPr>
            <a:spLocks noGrp="1"/>
          </p:cNvSpPr>
          <p:nvPr>
            <p:ph type="pic" sz="quarter" idx="37" hasCustomPrompt="1"/>
          </p:nvPr>
        </p:nvSpPr>
        <p:spPr>
          <a:xfrm>
            <a:off x="21145818" y="3935898"/>
            <a:ext cx="1335348" cy="1335088"/>
          </a:xfrm>
          <a:prstGeom prst="rect">
            <a:avLst/>
          </a:prstGeom>
        </p:spPr>
        <p:txBody>
          <a:bodyPr>
            <a:normAutofit/>
          </a:bodyPr>
          <a:lstStyle>
            <a:lvl1pPr marL="0" indent="0">
              <a:buNone/>
              <a:defRPr sz="3200"/>
            </a:lvl1pPr>
          </a:lstStyle>
          <a:p>
            <a:r>
              <a:rPr lang="en-US" dirty="0"/>
              <a:t>Icon</a:t>
            </a:r>
          </a:p>
        </p:txBody>
      </p:sp>
      <p:sp>
        <p:nvSpPr>
          <p:cNvPr id="21" name="Text Placeholder 8">
            <a:extLst>
              <a:ext uri="{FF2B5EF4-FFF2-40B4-BE49-F238E27FC236}">
                <a16:creationId xmlns:a16="http://schemas.microsoft.com/office/drawing/2014/main" id="{2C248F75-FACC-5F4B-5FB4-D10C3D4DA4FE}"/>
              </a:ext>
            </a:extLst>
          </p:cNvPr>
          <p:cNvSpPr>
            <a:spLocks noGrp="1"/>
          </p:cNvSpPr>
          <p:nvPr>
            <p:ph type="body" sz="quarter" idx="38" hasCustomPrompt="1"/>
          </p:nvPr>
        </p:nvSpPr>
        <p:spPr>
          <a:xfrm>
            <a:off x="16146852" y="6050276"/>
            <a:ext cx="6430973" cy="470417"/>
          </a:xfrm>
          <a:prstGeom prst="rect">
            <a:avLst/>
          </a:prstGeom>
        </p:spPr>
        <p:txBody>
          <a:bodyPr>
            <a:normAutofit/>
          </a:bodyPr>
          <a:lstStyle>
            <a:lvl1pPr marL="0" indent="0">
              <a:buNone/>
              <a:defRPr sz="2800" b="1" i="0">
                <a:solidFill>
                  <a:srgbClr val="00758F"/>
                </a:solidFill>
                <a:latin typeface="Oracle Sans Semi Bold" panose="020B0503020204020204" pitchFamily="34" charset="0"/>
                <a:cs typeface="Oracle Sans Semi Bold" panose="020B0503020204020204" pitchFamily="34" charset="0"/>
              </a:defRPr>
            </a:lvl1pPr>
          </a:lstStyle>
          <a:p>
            <a:pPr lvl="0"/>
            <a:r>
              <a:rPr lang="en-US" dirty="0"/>
              <a:t>Subhead</a:t>
            </a:r>
          </a:p>
        </p:txBody>
      </p:sp>
      <p:sp>
        <p:nvSpPr>
          <p:cNvPr id="22" name="Text Placeholder 13">
            <a:extLst>
              <a:ext uri="{FF2B5EF4-FFF2-40B4-BE49-F238E27FC236}">
                <a16:creationId xmlns:a16="http://schemas.microsoft.com/office/drawing/2014/main" id="{8865AF44-CABD-9D33-DAE9-A57D7CCDA1DF}"/>
              </a:ext>
            </a:extLst>
          </p:cNvPr>
          <p:cNvSpPr>
            <a:spLocks noGrp="1"/>
          </p:cNvSpPr>
          <p:nvPr>
            <p:ph type="body" sz="quarter" idx="39" hasCustomPrompt="1"/>
          </p:nvPr>
        </p:nvSpPr>
        <p:spPr>
          <a:xfrm>
            <a:off x="16146852" y="6602725"/>
            <a:ext cx="6430973" cy="1981200"/>
          </a:xfrm>
          <a:prstGeom prst="rect">
            <a:avLst/>
          </a:prstGeom>
        </p:spPr>
        <p:txBody>
          <a:bodyPr>
            <a:noAutofit/>
          </a:bodyPr>
          <a:lstStyle>
            <a:lvl1pPr marL="0" indent="0">
              <a:buNone/>
              <a:defRPr sz="16600" b="0" i="0">
                <a:solidFill>
                  <a:schemeClr val="accent6"/>
                </a:solidFill>
                <a:latin typeface="Oracle Sans Ultra Light" panose="020B0303020204020204" pitchFamily="34" charset="0"/>
                <a:cs typeface="Oracle Sans Ultra Light" panose="020B0303020204020204" pitchFamily="34" charset="0"/>
              </a:defRPr>
            </a:lvl1pPr>
          </a:lstStyle>
          <a:p>
            <a:pPr lvl="0"/>
            <a:r>
              <a:rPr lang="en-US" dirty="0"/>
              <a:t>XXX</a:t>
            </a:r>
          </a:p>
        </p:txBody>
      </p:sp>
      <p:sp>
        <p:nvSpPr>
          <p:cNvPr id="23" name="Text Placeholder 15">
            <a:extLst>
              <a:ext uri="{FF2B5EF4-FFF2-40B4-BE49-F238E27FC236}">
                <a16:creationId xmlns:a16="http://schemas.microsoft.com/office/drawing/2014/main" id="{E6382FAF-1FA5-C522-BDDA-6EF1DA9B157A}"/>
              </a:ext>
            </a:extLst>
          </p:cNvPr>
          <p:cNvSpPr>
            <a:spLocks noGrp="1"/>
          </p:cNvSpPr>
          <p:nvPr>
            <p:ph type="body" sz="quarter" idx="40" hasCustomPrompt="1"/>
          </p:nvPr>
        </p:nvSpPr>
        <p:spPr>
          <a:xfrm>
            <a:off x="16146853" y="8678159"/>
            <a:ext cx="6430974" cy="1981200"/>
          </a:xfrm>
          <a:prstGeom prst="rect">
            <a:avLst/>
          </a:prstGeom>
        </p:spPr>
        <p:txBody>
          <a:bodyPr>
            <a:normAutofit/>
          </a:bodyPr>
          <a:lstStyle>
            <a:lvl1pPr marL="0" indent="0">
              <a:buNone/>
              <a:defRPr sz="3600">
                <a:solidFill>
                  <a:schemeClr val="accent6"/>
                </a:solidFill>
              </a:defRPr>
            </a:lvl1pPr>
          </a:lstStyle>
          <a:p>
            <a:pPr lvl="0"/>
            <a:r>
              <a:rPr lang="en-US" dirty="0"/>
              <a:t>Statistic body copy here</a:t>
            </a:r>
          </a:p>
        </p:txBody>
      </p:sp>
      <p:sp>
        <p:nvSpPr>
          <p:cNvPr id="3" name="Title 1">
            <a:extLst>
              <a:ext uri="{FF2B5EF4-FFF2-40B4-BE49-F238E27FC236}">
                <a16:creationId xmlns:a16="http://schemas.microsoft.com/office/drawing/2014/main" id="{C0E838AE-F406-46E2-8324-2FA54780A110}"/>
              </a:ext>
            </a:extLst>
          </p:cNvPr>
          <p:cNvSpPr>
            <a:spLocks noGrp="1"/>
          </p:cNvSpPr>
          <p:nvPr>
            <p:ph type="title"/>
          </p:nvPr>
        </p:nvSpPr>
        <p:spPr>
          <a:xfrm>
            <a:off x="1386010" y="672354"/>
            <a:ext cx="22189047" cy="1880607"/>
          </a:xfrm>
          <a:prstGeom prst="rect">
            <a:avLst/>
          </a:prstGeom>
        </p:spPr>
        <p:txBody>
          <a:bodyPr anchor="b">
            <a:noAutofit/>
          </a:bodyPr>
          <a:lstStyle>
            <a:lvl1pPr>
              <a:lnSpc>
                <a:spcPct val="100000"/>
              </a:lnSpc>
              <a:defRPr sz="6600"/>
            </a:lvl1pPr>
          </a:lstStyle>
          <a:p>
            <a:r>
              <a:rPr lang="en-GB"/>
              <a:t>Click to edit Master title style</a:t>
            </a:r>
            <a:endParaRPr lang="en-US" dirty="0"/>
          </a:p>
        </p:txBody>
      </p:sp>
      <p:sp>
        <p:nvSpPr>
          <p:cNvPr id="8" name="Footer Placeholder 3">
            <a:extLst>
              <a:ext uri="{FF2B5EF4-FFF2-40B4-BE49-F238E27FC236}">
                <a16:creationId xmlns:a16="http://schemas.microsoft.com/office/drawing/2014/main" id="{513F05AC-6AD4-ECEA-D98B-8CAD01C2269D}"/>
              </a:ext>
            </a:extLst>
          </p:cNvPr>
          <p:cNvSpPr>
            <a:spLocks noGrp="1"/>
          </p:cNvSpPr>
          <p:nvPr>
            <p:ph type="ftr" sz="quarter" idx="3"/>
          </p:nvPr>
        </p:nvSpPr>
        <p:spPr>
          <a:xfrm>
            <a:off x="1411345" y="12985749"/>
            <a:ext cx="10052413" cy="730250"/>
          </a:xfrm>
          <a:prstGeom prst="rect">
            <a:avLst/>
          </a:prstGeom>
        </p:spPr>
        <p:txBody>
          <a:bodyPr vert="horz" lIns="91440" tIns="45720" rIns="91440" bIns="45720" rtlCol="0" anchor="ctr"/>
          <a:lstStyle>
            <a:lvl1pPr algn="l">
              <a:defRPr sz="1400" b="0" i="0">
                <a:solidFill>
                  <a:schemeClr val="bg2"/>
                </a:solidFill>
                <a:latin typeface="Oracle Sans Light" panose="020B0403020204020204" pitchFamily="34" charset="0"/>
                <a:cs typeface="Oracle Sans Light" panose="020B0403020204020204" pitchFamily="34" charset="0"/>
              </a:defRPr>
            </a:lvl1p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CA" sz="1400" b="0" i="0" u="none" strike="noStrike" kern="1200" cap="none" spc="0" normalizeH="0" baseline="0" noProof="0" dirty="0">
                <a:ln>
                  <a:noFill/>
                </a:ln>
                <a:solidFill>
                  <a:schemeClr val="bg2"/>
                </a:solidFill>
                <a:effectLst/>
                <a:uLnTx/>
                <a:uFillTx/>
                <a:latin typeface="Oracle Sans Light" panose="020B0403020204020204" pitchFamily="34" charset="0"/>
                <a:ea typeface="+mn-ea"/>
                <a:cs typeface="Oracle Sans Light" panose="020B0403020204020204" pitchFamily="34" charset="0"/>
              </a:rPr>
              <a:t>Java Day Copyright © 2024, Oracle and/or its affiliates</a:t>
            </a:r>
          </a:p>
        </p:txBody>
      </p:sp>
      <p:sp>
        <p:nvSpPr>
          <p:cNvPr id="9" name="Slide Number Placeholder 5">
            <a:extLst>
              <a:ext uri="{FF2B5EF4-FFF2-40B4-BE49-F238E27FC236}">
                <a16:creationId xmlns:a16="http://schemas.microsoft.com/office/drawing/2014/main" id="{3B27DBB7-8290-1D1D-2890-999073C6F43A}"/>
              </a:ext>
            </a:extLst>
          </p:cNvPr>
          <p:cNvSpPr>
            <a:spLocks noGrp="1"/>
          </p:cNvSpPr>
          <p:nvPr>
            <p:ph type="sldNum" sz="quarter" idx="4"/>
          </p:nvPr>
        </p:nvSpPr>
        <p:spPr>
          <a:xfrm>
            <a:off x="449152" y="12985749"/>
            <a:ext cx="871646" cy="730250"/>
          </a:xfrm>
          <a:prstGeom prst="rect">
            <a:avLst/>
          </a:prstGeom>
        </p:spPr>
        <p:txBody>
          <a:bodyPr vert="horz" lIns="91440" tIns="45720" rIns="91440" bIns="45720" rtlCol="0" anchor="ctr"/>
          <a:lstStyle>
            <a:lvl1pPr algn="l">
              <a:defRPr sz="1600">
                <a:solidFill>
                  <a:schemeClr val="bg2"/>
                </a:solidFill>
                <a:latin typeface="Oracle Sans" panose="020B0503020204020204" pitchFamily="34" charset="0"/>
                <a:cs typeface="Oracle Sans" panose="020B0503020204020204" pitchFamily="34" charset="0"/>
              </a:defRPr>
            </a:lvl1pPr>
          </a:lstStyle>
          <a:p>
            <a:fld id="{CFF4B978-1D82-7745-80C5-DBABA6B131D3}" type="slidenum">
              <a:rPr lang="en-US" smtClean="0"/>
              <a:pPr/>
              <a:t>‹#›</a:t>
            </a:fld>
            <a:endParaRPr lang="en-US"/>
          </a:p>
        </p:txBody>
      </p:sp>
      <p:pic>
        <p:nvPicPr>
          <p:cNvPr id="14" name="Picture 13">
            <a:extLst>
              <a:ext uri="{FF2B5EF4-FFF2-40B4-BE49-F238E27FC236}">
                <a16:creationId xmlns:a16="http://schemas.microsoft.com/office/drawing/2014/main" id="{16BF431F-99A8-081D-4F37-88E1D3F55B43}"/>
              </a:ext>
            </a:extLst>
          </p:cNvPr>
          <p:cNvPicPr>
            <a:picLocks noChangeAspect="1"/>
          </p:cNvPicPr>
          <p:nvPr userDrawn="1"/>
        </p:nvPicPr>
        <p:blipFill>
          <a:blip r:embed="rId3">
            <a:alphaModFix/>
          </a:blip>
          <a:stretch>
            <a:fillRect/>
          </a:stretch>
        </p:blipFill>
        <p:spPr>
          <a:xfrm>
            <a:off x="22762011" y="12898102"/>
            <a:ext cx="817080" cy="827423"/>
          </a:xfrm>
          <a:prstGeom prst="rect">
            <a:avLst/>
          </a:prstGeom>
        </p:spPr>
      </p:pic>
    </p:spTree>
    <p:extLst>
      <p:ext uri="{BB962C8B-B14F-4D97-AF65-F5344CB8AC3E}">
        <p14:creationId xmlns:p14="http://schemas.microsoft.com/office/powerpoint/2010/main" val="73695267"/>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name="4_Custom Layout">
    <p:bg>
      <p:bgPr>
        <a:solidFill>
          <a:srgbClr val="00758F"/>
        </a:solidFill>
        <a:effectLst/>
      </p:bgPr>
    </p:bg>
    <p:spTree>
      <p:nvGrpSpPr>
        <p:cNvPr id="1" name=""/>
        <p:cNvGrpSpPr/>
        <p:nvPr/>
      </p:nvGrpSpPr>
      <p:grpSpPr>
        <a:xfrm>
          <a:off x="0" y="0"/>
          <a:ext cx="0" cy="0"/>
          <a:chOff x="0" y="0"/>
          <a:chExt cx="0" cy="0"/>
        </a:xfrm>
      </p:grpSpPr>
      <p:pic>
        <p:nvPicPr>
          <p:cNvPr id="2" name="Picture 1" descr="Background pattern&#10;&#10;Description automatically generated">
            <a:extLst>
              <a:ext uri="{FF2B5EF4-FFF2-40B4-BE49-F238E27FC236}">
                <a16:creationId xmlns:a16="http://schemas.microsoft.com/office/drawing/2014/main" id="{58C09025-3688-4868-DE0D-234921990F26}"/>
              </a:ext>
            </a:extLst>
          </p:cNvPr>
          <p:cNvPicPr>
            <a:picLocks noChangeAspect="1"/>
          </p:cNvPicPr>
          <p:nvPr userDrawn="1"/>
        </p:nvPicPr>
        <p:blipFill>
          <a:blip r:embed="rId2"/>
          <a:stretch>
            <a:fillRect/>
          </a:stretch>
        </p:blipFill>
        <p:spPr>
          <a:xfrm>
            <a:off x="0" y="0"/>
            <a:ext cx="24384000" cy="13716000"/>
          </a:xfrm>
          <a:prstGeom prst="rect">
            <a:avLst/>
          </a:prstGeom>
        </p:spPr>
      </p:pic>
      <p:sp>
        <p:nvSpPr>
          <p:cNvPr id="6" name="Text Placeholder 13">
            <a:extLst>
              <a:ext uri="{FF2B5EF4-FFF2-40B4-BE49-F238E27FC236}">
                <a16:creationId xmlns:a16="http://schemas.microsoft.com/office/drawing/2014/main" id="{DCADD410-F8A5-9332-7526-1AE6872B5E84}"/>
              </a:ext>
            </a:extLst>
          </p:cNvPr>
          <p:cNvSpPr>
            <a:spLocks noGrp="1"/>
          </p:cNvSpPr>
          <p:nvPr>
            <p:ph type="body" sz="quarter" idx="19" hasCustomPrompt="1"/>
          </p:nvPr>
        </p:nvSpPr>
        <p:spPr>
          <a:xfrm>
            <a:off x="1371868" y="4833812"/>
            <a:ext cx="5887600" cy="1981200"/>
          </a:xfrm>
          <a:prstGeom prst="rect">
            <a:avLst/>
          </a:prstGeom>
        </p:spPr>
        <p:txBody>
          <a:bodyPr>
            <a:noAutofit/>
          </a:bodyPr>
          <a:lstStyle>
            <a:lvl1pPr marL="0" indent="0">
              <a:buNone/>
              <a:defRPr sz="16600" b="0" i="0">
                <a:solidFill>
                  <a:schemeClr val="bg1"/>
                </a:solidFill>
                <a:latin typeface="Oracle Sans Ultra Light" panose="020B0303020204020204" pitchFamily="34" charset="0"/>
                <a:cs typeface="Oracle Sans Ultra Light" panose="020B0303020204020204" pitchFamily="34" charset="0"/>
              </a:defRPr>
            </a:lvl1pPr>
          </a:lstStyle>
          <a:p>
            <a:pPr lvl="0"/>
            <a:r>
              <a:rPr lang="en-US" dirty="0"/>
              <a:t>XXX</a:t>
            </a:r>
          </a:p>
        </p:txBody>
      </p:sp>
      <p:sp>
        <p:nvSpPr>
          <p:cNvPr id="7" name="Text Placeholder 15">
            <a:extLst>
              <a:ext uri="{FF2B5EF4-FFF2-40B4-BE49-F238E27FC236}">
                <a16:creationId xmlns:a16="http://schemas.microsoft.com/office/drawing/2014/main" id="{B5D32BFD-3186-4070-15F4-9829B978E7F1}"/>
              </a:ext>
            </a:extLst>
          </p:cNvPr>
          <p:cNvSpPr>
            <a:spLocks noGrp="1"/>
          </p:cNvSpPr>
          <p:nvPr>
            <p:ph type="body" sz="quarter" idx="20" hasCustomPrompt="1"/>
          </p:nvPr>
        </p:nvSpPr>
        <p:spPr>
          <a:xfrm>
            <a:off x="1371868" y="6815012"/>
            <a:ext cx="5887600" cy="1337096"/>
          </a:xfrm>
          <a:prstGeom prst="rect">
            <a:avLst/>
          </a:prstGeom>
        </p:spPr>
        <p:txBody>
          <a:bodyPr>
            <a:normAutofit/>
          </a:bodyPr>
          <a:lstStyle>
            <a:lvl1pPr marL="0" indent="0">
              <a:buNone/>
              <a:defRPr sz="3600">
                <a:solidFill>
                  <a:schemeClr val="bg1"/>
                </a:solidFill>
              </a:defRPr>
            </a:lvl1pPr>
          </a:lstStyle>
          <a:p>
            <a:pPr lvl="0"/>
            <a:r>
              <a:rPr lang="en-US" dirty="0"/>
              <a:t>Statistic body copy here</a:t>
            </a:r>
          </a:p>
        </p:txBody>
      </p:sp>
      <p:sp>
        <p:nvSpPr>
          <p:cNvPr id="8" name="Text Placeholder 13">
            <a:extLst>
              <a:ext uri="{FF2B5EF4-FFF2-40B4-BE49-F238E27FC236}">
                <a16:creationId xmlns:a16="http://schemas.microsoft.com/office/drawing/2014/main" id="{68E7D838-84BD-39BD-4B94-0F82C51D6FA1}"/>
              </a:ext>
            </a:extLst>
          </p:cNvPr>
          <p:cNvSpPr>
            <a:spLocks noGrp="1"/>
          </p:cNvSpPr>
          <p:nvPr>
            <p:ph type="body" sz="quarter" idx="21" hasCustomPrompt="1"/>
          </p:nvPr>
        </p:nvSpPr>
        <p:spPr>
          <a:xfrm>
            <a:off x="9130702" y="4833812"/>
            <a:ext cx="5887600" cy="1981200"/>
          </a:xfrm>
          <a:prstGeom prst="rect">
            <a:avLst/>
          </a:prstGeom>
        </p:spPr>
        <p:txBody>
          <a:bodyPr>
            <a:noAutofit/>
          </a:bodyPr>
          <a:lstStyle>
            <a:lvl1pPr marL="0" indent="0">
              <a:buNone/>
              <a:defRPr sz="16600" b="0" i="0">
                <a:solidFill>
                  <a:schemeClr val="bg1"/>
                </a:solidFill>
                <a:latin typeface="Oracle Sans Ultra Light" panose="020B0303020204020204" pitchFamily="34" charset="0"/>
                <a:cs typeface="Oracle Sans Ultra Light" panose="020B0303020204020204" pitchFamily="34" charset="0"/>
              </a:defRPr>
            </a:lvl1pPr>
          </a:lstStyle>
          <a:p>
            <a:pPr lvl="0"/>
            <a:r>
              <a:rPr lang="en-US" dirty="0"/>
              <a:t>XXX</a:t>
            </a:r>
          </a:p>
        </p:txBody>
      </p:sp>
      <p:sp>
        <p:nvSpPr>
          <p:cNvPr id="9" name="Text Placeholder 15">
            <a:extLst>
              <a:ext uri="{FF2B5EF4-FFF2-40B4-BE49-F238E27FC236}">
                <a16:creationId xmlns:a16="http://schemas.microsoft.com/office/drawing/2014/main" id="{BF987582-2560-DA63-B710-CBBF72CF45A6}"/>
              </a:ext>
            </a:extLst>
          </p:cNvPr>
          <p:cNvSpPr>
            <a:spLocks noGrp="1"/>
          </p:cNvSpPr>
          <p:nvPr>
            <p:ph type="body" sz="quarter" idx="22" hasCustomPrompt="1"/>
          </p:nvPr>
        </p:nvSpPr>
        <p:spPr>
          <a:xfrm>
            <a:off x="9130702" y="6815012"/>
            <a:ext cx="5887600" cy="1337096"/>
          </a:xfrm>
          <a:prstGeom prst="rect">
            <a:avLst/>
          </a:prstGeom>
        </p:spPr>
        <p:txBody>
          <a:bodyPr>
            <a:normAutofit/>
          </a:bodyPr>
          <a:lstStyle>
            <a:lvl1pPr marL="0" indent="0">
              <a:buNone/>
              <a:defRPr sz="3600">
                <a:solidFill>
                  <a:schemeClr val="bg1"/>
                </a:solidFill>
              </a:defRPr>
            </a:lvl1pPr>
          </a:lstStyle>
          <a:p>
            <a:pPr lvl="0"/>
            <a:r>
              <a:rPr lang="en-US" dirty="0"/>
              <a:t>Statistic body copy here</a:t>
            </a:r>
          </a:p>
        </p:txBody>
      </p:sp>
      <p:sp>
        <p:nvSpPr>
          <p:cNvPr id="10" name="Text Placeholder 13">
            <a:extLst>
              <a:ext uri="{FF2B5EF4-FFF2-40B4-BE49-F238E27FC236}">
                <a16:creationId xmlns:a16="http://schemas.microsoft.com/office/drawing/2014/main" id="{9414C065-2DAA-1537-A787-80455B793A8E}"/>
              </a:ext>
            </a:extLst>
          </p:cNvPr>
          <p:cNvSpPr>
            <a:spLocks noGrp="1"/>
          </p:cNvSpPr>
          <p:nvPr>
            <p:ph type="body" sz="quarter" idx="23" hasCustomPrompt="1"/>
          </p:nvPr>
        </p:nvSpPr>
        <p:spPr>
          <a:xfrm>
            <a:off x="16889536" y="4833812"/>
            <a:ext cx="5887600" cy="1981200"/>
          </a:xfrm>
          <a:prstGeom prst="rect">
            <a:avLst/>
          </a:prstGeom>
        </p:spPr>
        <p:txBody>
          <a:bodyPr>
            <a:noAutofit/>
          </a:bodyPr>
          <a:lstStyle>
            <a:lvl1pPr marL="0" indent="0">
              <a:buNone/>
              <a:defRPr sz="16600" b="0" i="0">
                <a:solidFill>
                  <a:schemeClr val="bg1"/>
                </a:solidFill>
                <a:latin typeface="Oracle Sans Ultra Light" panose="020B0303020204020204" pitchFamily="34" charset="0"/>
                <a:cs typeface="Oracle Sans Ultra Light" panose="020B0303020204020204" pitchFamily="34" charset="0"/>
              </a:defRPr>
            </a:lvl1pPr>
          </a:lstStyle>
          <a:p>
            <a:pPr lvl="0"/>
            <a:r>
              <a:rPr lang="en-US" dirty="0"/>
              <a:t>XXX</a:t>
            </a:r>
          </a:p>
        </p:txBody>
      </p:sp>
      <p:sp>
        <p:nvSpPr>
          <p:cNvPr id="11" name="Text Placeholder 15">
            <a:extLst>
              <a:ext uri="{FF2B5EF4-FFF2-40B4-BE49-F238E27FC236}">
                <a16:creationId xmlns:a16="http://schemas.microsoft.com/office/drawing/2014/main" id="{23483EE3-3E9F-ED6E-AD6F-1E3DE45FA8D6}"/>
              </a:ext>
            </a:extLst>
          </p:cNvPr>
          <p:cNvSpPr>
            <a:spLocks noGrp="1"/>
          </p:cNvSpPr>
          <p:nvPr>
            <p:ph type="body" sz="quarter" idx="24" hasCustomPrompt="1"/>
          </p:nvPr>
        </p:nvSpPr>
        <p:spPr>
          <a:xfrm>
            <a:off x="16889536" y="6815012"/>
            <a:ext cx="5887600" cy="1337096"/>
          </a:xfrm>
          <a:prstGeom prst="rect">
            <a:avLst/>
          </a:prstGeom>
        </p:spPr>
        <p:txBody>
          <a:bodyPr>
            <a:normAutofit/>
          </a:bodyPr>
          <a:lstStyle>
            <a:lvl1pPr marL="0" indent="0">
              <a:buNone/>
              <a:defRPr sz="3600">
                <a:solidFill>
                  <a:schemeClr val="bg1"/>
                </a:solidFill>
              </a:defRPr>
            </a:lvl1pPr>
          </a:lstStyle>
          <a:p>
            <a:pPr lvl="0"/>
            <a:r>
              <a:rPr lang="en-US" dirty="0"/>
              <a:t>Statistic body copy here</a:t>
            </a:r>
          </a:p>
        </p:txBody>
      </p:sp>
      <p:sp>
        <p:nvSpPr>
          <p:cNvPr id="12" name="Text Placeholder 13">
            <a:extLst>
              <a:ext uri="{FF2B5EF4-FFF2-40B4-BE49-F238E27FC236}">
                <a16:creationId xmlns:a16="http://schemas.microsoft.com/office/drawing/2014/main" id="{9EB4C9BF-F612-D85B-EBF4-BEBDB009770F}"/>
              </a:ext>
            </a:extLst>
          </p:cNvPr>
          <p:cNvSpPr>
            <a:spLocks noGrp="1"/>
          </p:cNvSpPr>
          <p:nvPr>
            <p:ph type="body" sz="quarter" idx="25" hasCustomPrompt="1"/>
          </p:nvPr>
        </p:nvSpPr>
        <p:spPr>
          <a:xfrm>
            <a:off x="1371868" y="9086850"/>
            <a:ext cx="5887600" cy="1981200"/>
          </a:xfrm>
          <a:prstGeom prst="rect">
            <a:avLst/>
          </a:prstGeom>
        </p:spPr>
        <p:txBody>
          <a:bodyPr>
            <a:noAutofit/>
          </a:bodyPr>
          <a:lstStyle>
            <a:lvl1pPr marL="0" indent="0">
              <a:buNone/>
              <a:defRPr sz="16600" b="0" i="0">
                <a:solidFill>
                  <a:schemeClr val="bg1"/>
                </a:solidFill>
                <a:latin typeface="Oracle Sans Ultra Light" panose="020B0303020204020204" pitchFamily="34" charset="0"/>
                <a:cs typeface="Oracle Sans Ultra Light" panose="020B0303020204020204" pitchFamily="34" charset="0"/>
              </a:defRPr>
            </a:lvl1pPr>
          </a:lstStyle>
          <a:p>
            <a:pPr lvl="0"/>
            <a:r>
              <a:rPr lang="en-US" dirty="0"/>
              <a:t>XXX</a:t>
            </a:r>
          </a:p>
        </p:txBody>
      </p:sp>
      <p:sp>
        <p:nvSpPr>
          <p:cNvPr id="13" name="Text Placeholder 15">
            <a:extLst>
              <a:ext uri="{FF2B5EF4-FFF2-40B4-BE49-F238E27FC236}">
                <a16:creationId xmlns:a16="http://schemas.microsoft.com/office/drawing/2014/main" id="{A8CC5103-B7DB-D553-D507-3E905682FB0D}"/>
              </a:ext>
            </a:extLst>
          </p:cNvPr>
          <p:cNvSpPr>
            <a:spLocks noGrp="1"/>
          </p:cNvSpPr>
          <p:nvPr>
            <p:ph type="body" sz="quarter" idx="26" hasCustomPrompt="1"/>
          </p:nvPr>
        </p:nvSpPr>
        <p:spPr>
          <a:xfrm>
            <a:off x="1371868" y="11068050"/>
            <a:ext cx="5887600" cy="1337096"/>
          </a:xfrm>
          <a:prstGeom prst="rect">
            <a:avLst/>
          </a:prstGeom>
        </p:spPr>
        <p:txBody>
          <a:bodyPr>
            <a:normAutofit/>
          </a:bodyPr>
          <a:lstStyle>
            <a:lvl1pPr marL="0" indent="0">
              <a:buNone/>
              <a:defRPr sz="3600">
                <a:solidFill>
                  <a:schemeClr val="bg1"/>
                </a:solidFill>
              </a:defRPr>
            </a:lvl1pPr>
          </a:lstStyle>
          <a:p>
            <a:pPr lvl="0"/>
            <a:r>
              <a:rPr lang="en-US" dirty="0"/>
              <a:t>Statistic body copy here</a:t>
            </a:r>
          </a:p>
        </p:txBody>
      </p:sp>
      <p:sp>
        <p:nvSpPr>
          <p:cNvPr id="14" name="Text Placeholder 13">
            <a:extLst>
              <a:ext uri="{FF2B5EF4-FFF2-40B4-BE49-F238E27FC236}">
                <a16:creationId xmlns:a16="http://schemas.microsoft.com/office/drawing/2014/main" id="{E6DBA4D7-83BA-1DC0-06F6-C1D69E03C7BE}"/>
              </a:ext>
            </a:extLst>
          </p:cNvPr>
          <p:cNvSpPr>
            <a:spLocks noGrp="1"/>
          </p:cNvSpPr>
          <p:nvPr>
            <p:ph type="body" sz="quarter" idx="27" hasCustomPrompt="1"/>
          </p:nvPr>
        </p:nvSpPr>
        <p:spPr>
          <a:xfrm>
            <a:off x="9130702" y="9086850"/>
            <a:ext cx="5887600" cy="1981200"/>
          </a:xfrm>
          <a:prstGeom prst="rect">
            <a:avLst/>
          </a:prstGeom>
        </p:spPr>
        <p:txBody>
          <a:bodyPr>
            <a:noAutofit/>
          </a:bodyPr>
          <a:lstStyle>
            <a:lvl1pPr marL="0" indent="0">
              <a:buNone/>
              <a:defRPr sz="16600" b="0" i="0">
                <a:solidFill>
                  <a:schemeClr val="bg1"/>
                </a:solidFill>
                <a:latin typeface="Oracle Sans Ultra Light" panose="020B0303020204020204" pitchFamily="34" charset="0"/>
                <a:cs typeface="Oracle Sans Ultra Light" panose="020B0303020204020204" pitchFamily="34" charset="0"/>
              </a:defRPr>
            </a:lvl1pPr>
          </a:lstStyle>
          <a:p>
            <a:pPr lvl="0"/>
            <a:r>
              <a:rPr lang="en-US" dirty="0"/>
              <a:t>XXX</a:t>
            </a:r>
          </a:p>
        </p:txBody>
      </p:sp>
      <p:sp>
        <p:nvSpPr>
          <p:cNvPr id="15" name="Text Placeholder 15">
            <a:extLst>
              <a:ext uri="{FF2B5EF4-FFF2-40B4-BE49-F238E27FC236}">
                <a16:creationId xmlns:a16="http://schemas.microsoft.com/office/drawing/2014/main" id="{E524B72D-9CD4-4935-96BC-E4D1863A62E4}"/>
              </a:ext>
            </a:extLst>
          </p:cNvPr>
          <p:cNvSpPr>
            <a:spLocks noGrp="1"/>
          </p:cNvSpPr>
          <p:nvPr>
            <p:ph type="body" sz="quarter" idx="28" hasCustomPrompt="1"/>
          </p:nvPr>
        </p:nvSpPr>
        <p:spPr>
          <a:xfrm>
            <a:off x="9130702" y="11068050"/>
            <a:ext cx="5887600" cy="1337096"/>
          </a:xfrm>
          <a:prstGeom prst="rect">
            <a:avLst/>
          </a:prstGeom>
        </p:spPr>
        <p:txBody>
          <a:bodyPr>
            <a:normAutofit/>
          </a:bodyPr>
          <a:lstStyle>
            <a:lvl1pPr marL="0" indent="0">
              <a:buNone/>
              <a:defRPr sz="3600">
                <a:solidFill>
                  <a:schemeClr val="bg1"/>
                </a:solidFill>
              </a:defRPr>
            </a:lvl1pPr>
          </a:lstStyle>
          <a:p>
            <a:pPr lvl="0"/>
            <a:r>
              <a:rPr lang="en-US" dirty="0"/>
              <a:t>Statistic body copy here</a:t>
            </a:r>
          </a:p>
        </p:txBody>
      </p:sp>
      <p:sp>
        <p:nvSpPr>
          <p:cNvPr id="16" name="Text Placeholder 13">
            <a:extLst>
              <a:ext uri="{FF2B5EF4-FFF2-40B4-BE49-F238E27FC236}">
                <a16:creationId xmlns:a16="http://schemas.microsoft.com/office/drawing/2014/main" id="{579C1384-A36E-95AB-F7AC-AB300EE9BA63}"/>
              </a:ext>
            </a:extLst>
          </p:cNvPr>
          <p:cNvSpPr>
            <a:spLocks noGrp="1"/>
          </p:cNvSpPr>
          <p:nvPr>
            <p:ph type="body" sz="quarter" idx="29" hasCustomPrompt="1"/>
          </p:nvPr>
        </p:nvSpPr>
        <p:spPr>
          <a:xfrm>
            <a:off x="16889536" y="9086850"/>
            <a:ext cx="5887600" cy="1981200"/>
          </a:xfrm>
          <a:prstGeom prst="rect">
            <a:avLst/>
          </a:prstGeom>
        </p:spPr>
        <p:txBody>
          <a:bodyPr>
            <a:noAutofit/>
          </a:bodyPr>
          <a:lstStyle>
            <a:lvl1pPr marL="0" indent="0">
              <a:buNone/>
              <a:defRPr sz="16600" b="0" i="0">
                <a:solidFill>
                  <a:schemeClr val="bg1"/>
                </a:solidFill>
                <a:latin typeface="Oracle Sans Ultra Light" panose="020B0303020204020204" pitchFamily="34" charset="0"/>
                <a:cs typeface="Oracle Sans Ultra Light" panose="020B0303020204020204" pitchFamily="34" charset="0"/>
              </a:defRPr>
            </a:lvl1pPr>
          </a:lstStyle>
          <a:p>
            <a:pPr lvl="0"/>
            <a:r>
              <a:rPr lang="en-US" dirty="0"/>
              <a:t>XXX</a:t>
            </a:r>
          </a:p>
        </p:txBody>
      </p:sp>
      <p:sp>
        <p:nvSpPr>
          <p:cNvPr id="17" name="Text Placeholder 15">
            <a:extLst>
              <a:ext uri="{FF2B5EF4-FFF2-40B4-BE49-F238E27FC236}">
                <a16:creationId xmlns:a16="http://schemas.microsoft.com/office/drawing/2014/main" id="{9B513667-02AA-4CE5-F696-A8F217BEAE46}"/>
              </a:ext>
            </a:extLst>
          </p:cNvPr>
          <p:cNvSpPr>
            <a:spLocks noGrp="1"/>
          </p:cNvSpPr>
          <p:nvPr>
            <p:ph type="body" sz="quarter" idx="30" hasCustomPrompt="1"/>
          </p:nvPr>
        </p:nvSpPr>
        <p:spPr>
          <a:xfrm>
            <a:off x="16889536" y="11068050"/>
            <a:ext cx="5887600" cy="1337096"/>
          </a:xfrm>
          <a:prstGeom prst="rect">
            <a:avLst/>
          </a:prstGeom>
        </p:spPr>
        <p:txBody>
          <a:bodyPr>
            <a:normAutofit/>
          </a:bodyPr>
          <a:lstStyle>
            <a:lvl1pPr marL="0" indent="0">
              <a:buNone/>
              <a:defRPr sz="3600">
                <a:solidFill>
                  <a:schemeClr val="bg1"/>
                </a:solidFill>
              </a:defRPr>
            </a:lvl1pPr>
          </a:lstStyle>
          <a:p>
            <a:pPr lvl="0"/>
            <a:r>
              <a:rPr lang="en-US" dirty="0"/>
              <a:t>Statistic body copy here</a:t>
            </a:r>
          </a:p>
        </p:txBody>
      </p:sp>
      <p:sp>
        <p:nvSpPr>
          <p:cNvPr id="3" name="Text Placeholder 5">
            <a:extLst>
              <a:ext uri="{FF2B5EF4-FFF2-40B4-BE49-F238E27FC236}">
                <a16:creationId xmlns:a16="http://schemas.microsoft.com/office/drawing/2014/main" id="{3688D562-E7BF-07A4-F6C6-264F98639A37}"/>
              </a:ext>
            </a:extLst>
          </p:cNvPr>
          <p:cNvSpPr>
            <a:spLocks noGrp="1"/>
          </p:cNvSpPr>
          <p:nvPr>
            <p:ph type="body" sz="quarter" idx="12" hasCustomPrompt="1"/>
          </p:nvPr>
        </p:nvSpPr>
        <p:spPr>
          <a:xfrm>
            <a:off x="1386009" y="3533776"/>
            <a:ext cx="22189040" cy="917201"/>
          </a:xfrm>
          <a:prstGeom prst="rect">
            <a:avLst/>
          </a:prstGeom>
        </p:spPr>
        <p:txBody>
          <a:bodyPr>
            <a:normAutofit/>
          </a:bodyPr>
          <a:lstStyle>
            <a:lvl1pPr marL="0" indent="0">
              <a:lnSpc>
                <a:spcPct val="110000"/>
              </a:lnSpc>
              <a:spcBef>
                <a:spcPts val="300"/>
              </a:spcBef>
              <a:spcAft>
                <a:spcPts val="300"/>
              </a:spcAft>
              <a:buFont typeface="Arial" panose="020B0604020202020204" pitchFamily="34" charset="0"/>
              <a:buNone/>
              <a:defRPr sz="4800" b="0" i="0">
                <a:solidFill>
                  <a:srgbClr val="8EE1F0"/>
                </a:solidFill>
                <a:latin typeface="Oracle Sans" panose="020B0503020204020204" pitchFamily="34" charset="0"/>
                <a:cs typeface="Oracle Sans" panose="020B0503020204020204" pitchFamily="34" charset="0"/>
              </a:defRPr>
            </a:lvl1pPr>
            <a:lvl2pPr marL="17462" indent="0">
              <a:lnSpc>
                <a:spcPct val="110000"/>
              </a:lnSpc>
              <a:spcBef>
                <a:spcPts val="300"/>
              </a:spcBef>
              <a:spcAft>
                <a:spcPts val="300"/>
              </a:spcAft>
              <a:buNone/>
              <a:tabLst/>
              <a:defRPr sz="4400">
                <a:solidFill>
                  <a:schemeClr val="bg1"/>
                </a:solidFill>
              </a:defRPr>
            </a:lvl2pPr>
          </a:lstStyle>
          <a:p>
            <a:pPr lvl="0"/>
            <a:r>
              <a:rPr lang="en-US" dirty="0"/>
              <a:t>Intro lead in copy goes here</a:t>
            </a:r>
          </a:p>
        </p:txBody>
      </p:sp>
      <p:sp>
        <p:nvSpPr>
          <p:cNvPr id="4" name="Title 1">
            <a:extLst>
              <a:ext uri="{FF2B5EF4-FFF2-40B4-BE49-F238E27FC236}">
                <a16:creationId xmlns:a16="http://schemas.microsoft.com/office/drawing/2014/main" id="{72A98EB6-0E17-A87D-811A-C420E78825E6}"/>
              </a:ext>
            </a:extLst>
          </p:cNvPr>
          <p:cNvSpPr>
            <a:spLocks noGrp="1"/>
          </p:cNvSpPr>
          <p:nvPr>
            <p:ph type="title"/>
          </p:nvPr>
        </p:nvSpPr>
        <p:spPr>
          <a:xfrm>
            <a:off x="1386010" y="672354"/>
            <a:ext cx="22189047" cy="1880607"/>
          </a:xfrm>
          <a:prstGeom prst="rect">
            <a:avLst/>
          </a:prstGeom>
        </p:spPr>
        <p:txBody>
          <a:bodyPr anchor="b">
            <a:noAutofit/>
          </a:bodyPr>
          <a:lstStyle>
            <a:lvl1pPr>
              <a:lnSpc>
                <a:spcPct val="100000"/>
              </a:lnSpc>
              <a:defRPr sz="6600"/>
            </a:lvl1pPr>
          </a:lstStyle>
          <a:p>
            <a:r>
              <a:rPr lang="en-GB"/>
              <a:t>Click to edit Master title style</a:t>
            </a:r>
            <a:endParaRPr lang="en-US" dirty="0"/>
          </a:p>
        </p:txBody>
      </p:sp>
      <p:sp>
        <p:nvSpPr>
          <p:cNvPr id="5" name="Footer Placeholder 3">
            <a:extLst>
              <a:ext uri="{FF2B5EF4-FFF2-40B4-BE49-F238E27FC236}">
                <a16:creationId xmlns:a16="http://schemas.microsoft.com/office/drawing/2014/main" id="{15B2FBDB-288D-C9E8-DE3F-09E8F57F55F4}"/>
              </a:ext>
            </a:extLst>
          </p:cNvPr>
          <p:cNvSpPr>
            <a:spLocks noGrp="1"/>
          </p:cNvSpPr>
          <p:nvPr>
            <p:ph type="ftr" sz="quarter" idx="3"/>
          </p:nvPr>
        </p:nvSpPr>
        <p:spPr>
          <a:xfrm>
            <a:off x="1411345" y="12985749"/>
            <a:ext cx="10052413" cy="730250"/>
          </a:xfrm>
          <a:prstGeom prst="rect">
            <a:avLst/>
          </a:prstGeom>
        </p:spPr>
        <p:txBody>
          <a:bodyPr vert="horz" lIns="91440" tIns="45720" rIns="91440" bIns="45720" rtlCol="0" anchor="ctr"/>
          <a:lstStyle>
            <a:lvl1pPr algn="l">
              <a:defRPr sz="1400" b="0" i="0">
                <a:solidFill>
                  <a:schemeClr val="bg2"/>
                </a:solidFill>
                <a:latin typeface="Oracle Sans Light" panose="020B0403020204020204" pitchFamily="34" charset="0"/>
                <a:cs typeface="Oracle Sans Light" panose="020B0403020204020204" pitchFamily="34" charset="0"/>
              </a:defRPr>
            </a:lvl1p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CA" sz="1400" b="0" i="0" u="none" strike="noStrike" kern="1200" cap="none" spc="0" normalizeH="0" baseline="0" noProof="0" dirty="0">
                <a:ln>
                  <a:noFill/>
                </a:ln>
                <a:solidFill>
                  <a:schemeClr val="bg2"/>
                </a:solidFill>
                <a:effectLst/>
                <a:uLnTx/>
                <a:uFillTx/>
                <a:latin typeface="Oracle Sans Light" panose="020B0403020204020204" pitchFamily="34" charset="0"/>
                <a:ea typeface="+mn-ea"/>
                <a:cs typeface="Oracle Sans Light" panose="020B0403020204020204" pitchFamily="34" charset="0"/>
              </a:rPr>
              <a:t>Java Day Copyright © 2024, Oracle and/or its affiliates</a:t>
            </a:r>
          </a:p>
        </p:txBody>
      </p:sp>
      <p:sp>
        <p:nvSpPr>
          <p:cNvPr id="18" name="Slide Number Placeholder 5">
            <a:extLst>
              <a:ext uri="{FF2B5EF4-FFF2-40B4-BE49-F238E27FC236}">
                <a16:creationId xmlns:a16="http://schemas.microsoft.com/office/drawing/2014/main" id="{71FDE87F-9CA8-7B1D-F29D-56C64E1EBBE3}"/>
              </a:ext>
            </a:extLst>
          </p:cNvPr>
          <p:cNvSpPr>
            <a:spLocks noGrp="1"/>
          </p:cNvSpPr>
          <p:nvPr>
            <p:ph type="sldNum" sz="quarter" idx="4"/>
          </p:nvPr>
        </p:nvSpPr>
        <p:spPr>
          <a:xfrm>
            <a:off x="449152" y="12985749"/>
            <a:ext cx="871646" cy="730250"/>
          </a:xfrm>
          <a:prstGeom prst="rect">
            <a:avLst/>
          </a:prstGeom>
        </p:spPr>
        <p:txBody>
          <a:bodyPr vert="horz" lIns="91440" tIns="45720" rIns="91440" bIns="45720" rtlCol="0" anchor="ctr"/>
          <a:lstStyle>
            <a:lvl1pPr algn="l">
              <a:defRPr sz="1600">
                <a:solidFill>
                  <a:schemeClr val="bg2"/>
                </a:solidFill>
                <a:latin typeface="Oracle Sans" panose="020B0503020204020204" pitchFamily="34" charset="0"/>
                <a:cs typeface="Oracle Sans" panose="020B0503020204020204" pitchFamily="34" charset="0"/>
              </a:defRPr>
            </a:lvl1pPr>
          </a:lstStyle>
          <a:p>
            <a:fld id="{CFF4B978-1D82-7745-80C5-DBABA6B131D3}" type="slidenum">
              <a:rPr lang="en-US" smtClean="0"/>
              <a:pPr/>
              <a:t>‹#›</a:t>
            </a:fld>
            <a:endParaRPr lang="en-US"/>
          </a:p>
        </p:txBody>
      </p:sp>
      <p:pic>
        <p:nvPicPr>
          <p:cNvPr id="19" name="Picture 18">
            <a:extLst>
              <a:ext uri="{FF2B5EF4-FFF2-40B4-BE49-F238E27FC236}">
                <a16:creationId xmlns:a16="http://schemas.microsoft.com/office/drawing/2014/main" id="{3402A6EE-A3A0-7037-283D-FBFE38DE45B9}"/>
              </a:ext>
            </a:extLst>
          </p:cNvPr>
          <p:cNvPicPr>
            <a:picLocks noChangeAspect="1"/>
          </p:cNvPicPr>
          <p:nvPr userDrawn="1"/>
        </p:nvPicPr>
        <p:blipFill>
          <a:blip r:embed="rId3">
            <a:alphaModFix/>
          </a:blip>
          <a:stretch>
            <a:fillRect/>
          </a:stretch>
        </p:blipFill>
        <p:spPr>
          <a:xfrm>
            <a:off x="22762011" y="12898102"/>
            <a:ext cx="817080" cy="827423"/>
          </a:xfrm>
          <a:prstGeom prst="rect">
            <a:avLst/>
          </a:prstGeom>
        </p:spPr>
      </p:pic>
    </p:spTree>
    <p:extLst>
      <p:ext uri="{BB962C8B-B14F-4D97-AF65-F5344CB8AC3E}">
        <p14:creationId xmlns:p14="http://schemas.microsoft.com/office/powerpoint/2010/main" val="1223301378"/>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p:cSld name="10_Custom Layout">
    <p:bg>
      <p:bgPr>
        <a:solidFill>
          <a:srgbClr val="00758F"/>
        </a:solidFill>
        <a:effectLst/>
      </p:bgPr>
    </p:bg>
    <p:spTree>
      <p:nvGrpSpPr>
        <p:cNvPr id="1" name=""/>
        <p:cNvGrpSpPr/>
        <p:nvPr/>
      </p:nvGrpSpPr>
      <p:grpSpPr>
        <a:xfrm>
          <a:off x="0" y="0"/>
          <a:ext cx="0" cy="0"/>
          <a:chOff x="0" y="0"/>
          <a:chExt cx="0" cy="0"/>
        </a:xfrm>
      </p:grpSpPr>
      <p:pic>
        <p:nvPicPr>
          <p:cNvPr id="2" name="Picture 1" descr="Background pattern&#10;&#10;Description automatically generated">
            <a:extLst>
              <a:ext uri="{FF2B5EF4-FFF2-40B4-BE49-F238E27FC236}">
                <a16:creationId xmlns:a16="http://schemas.microsoft.com/office/drawing/2014/main" id="{A12C15B5-01BD-5C1C-BB59-4FDDF3D93276}"/>
              </a:ext>
            </a:extLst>
          </p:cNvPr>
          <p:cNvPicPr>
            <a:picLocks noChangeAspect="1"/>
          </p:cNvPicPr>
          <p:nvPr userDrawn="1"/>
        </p:nvPicPr>
        <p:blipFill>
          <a:blip r:embed="rId2"/>
          <a:stretch>
            <a:fillRect/>
          </a:stretch>
        </p:blipFill>
        <p:spPr>
          <a:xfrm>
            <a:off x="0" y="0"/>
            <a:ext cx="24384000" cy="13716000"/>
          </a:xfrm>
          <a:prstGeom prst="rect">
            <a:avLst/>
          </a:prstGeom>
        </p:spPr>
      </p:pic>
      <p:sp>
        <p:nvSpPr>
          <p:cNvPr id="16" name="Rounded Rectangle 8">
            <a:extLst>
              <a:ext uri="{FF2B5EF4-FFF2-40B4-BE49-F238E27FC236}">
                <a16:creationId xmlns:a16="http://schemas.microsoft.com/office/drawing/2014/main" id="{CFCF889E-BF71-3EA7-6D0A-8F35C71A11B2}"/>
              </a:ext>
            </a:extLst>
          </p:cNvPr>
          <p:cNvSpPr/>
          <p:nvPr/>
        </p:nvSpPr>
        <p:spPr>
          <a:xfrm>
            <a:off x="1371868" y="4762500"/>
            <a:ext cx="6961390" cy="7277100"/>
          </a:xfrm>
          <a:prstGeom prst="roundRect">
            <a:avLst>
              <a:gd name="adj" fmla="val 1338"/>
            </a:avLst>
          </a:prstGeom>
          <a:solidFill>
            <a:srgbClr val="00667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20" name="Rounded Rectangle 9">
            <a:extLst>
              <a:ext uri="{FF2B5EF4-FFF2-40B4-BE49-F238E27FC236}">
                <a16:creationId xmlns:a16="http://schemas.microsoft.com/office/drawing/2014/main" id="{146B93F3-6944-A392-2F8C-224AFD3B975D}"/>
              </a:ext>
            </a:extLst>
          </p:cNvPr>
          <p:cNvSpPr/>
          <p:nvPr/>
        </p:nvSpPr>
        <p:spPr>
          <a:xfrm>
            <a:off x="15788753" y="4762500"/>
            <a:ext cx="6961390" cy="7277100"/>
          </a:xfrm>
          <a:prstGeom prst="roundRect">
            <a:avLst>
              <a:gd name="adj" fmla="val 1338"/>
            </a:avLst>
          </a:prstGeom>
          <a:solidFill>
            <a:srgbClr val="00667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21" name="Rounded Rectangle 10">
            <a:extLst>
              <a:ext uri="{FF2B5EF4-FFF2-40B4-BE49-F238E27FC236}">
                <a16:creationId xmlns:a16="http://schemas.microsoft.com/office/drawing/2014/main" id="{8054C565-0DBB-7BA2-8FEA-6401F7CC387E}"/>
              </a:ext>
            </a:extLst>
          </p:cNvPr>
          <p:cNvSpPr/>
          <p:nvPr/>
        </p:nvSpPr>
        <p:spPr>
          <a:xfrm>
            <a:off x="8580310" y="4762500"/>
            <a:ext cx="6961390" cy="7277100"/>
          </a:xfrm>
          <a:prstGeom prst="roundRect">
            <a:avLst>
              <a:gd name="adj" fmla="val 1338"/>
            </a:avLst>
          </a:prstGeom>
          <a:solidFill>
            <a:srgbClr val="00667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9" name="Rounded Rectangle 8">
            <a:extLst>
              <a:ext uri="{FF2B5EF4-FFF2-40B4-BE49-F238E27FC236}">
                <a16:creationId xmlns:a16="http://schemas.microsoft.com/office/drawing/2014/main" id="{B3CD7242-1710-1A92-E379-9A328DFCAF0C}"/>
              </a:ext>
            </a:extLst>
          </p:cNvPr>
          <p:cNvSpPr/>
          <p:nvPr/>
        </p:nvSpPr>
        <p:spPr>
          <a:xfrm>
            <a:off x="1371868" y="4762500"/>
            <a:ext cx="6961390" cy="7277100"/>
          </a:xfrm>
          <a:prstGeom prst="roundRect">
            <a:avLst>
              <a:gd name="adj" fmla="val 1338"/>
            </a:avLst>
          </a:prstGeom>
          <a:solidFill>
            <a:srgbClr val="005A6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10" name="Rounded Rectangle 9">
            <a:extLst>
              <a:ext uri="{FF2B5EF4-FFF2-40B4-BE49-F238E27FC236}">
                <a16:creationId xmlns:a16="http://schemas.microsoft.com/office/drawing/2014/main" id="{A9F2EF0A-6D15-D137-6AAE-5BBE579D09ED}"/>
              </a:ext>
            </a:extLst>
          </p:cNvPr>
          <p:cNvSpPr/>
          <p:nvPr/>
        </p:nvSpPr>
        <p:spPr>
          <a:xfrm>
            <a:off x="15788753" y="4762500"/>
            <a:ext cx="6961390" cy="7277100"/>
          </a:xfrm>
          <a:prstGeom prst="roundRect">
            <a:avLst>
              <a:gd name="adj" fmla="val 1338"/>
            </a:avLst>
          </a:prstGeom>
          <a:solidFill>
            <a:srgbClr val="005A6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11" name="Rounded Rectangle 10">
            <a:extLst>
              <a:ext uri="{FF2B5EF4-FFF2-40B4-BE49-F238E27FC236}">
                <a16:creationId xmlns:a16="http://schemas.microsoft.com/office/drawing/2014/main" id="{9FDA72BA-3133-B28D-476A-E5B600B7B309}"/>
              </a:ext>
            </a:extLst>
          </p:cNvPr>
          <p:cNvSpPr/>
          <p:nvPr/>
        </p:nvSpPr>
        <p:spPr>
          <a:xfrm>
            <a:off x="8580310" y="4762500"/>
            <a:ext cx="6961390" cy="7277100"/>
          </a:xfrm>
          <a:prstGeom prst="roundRect">
            <a:avLst>
              <a:gd name="adj" fmla="val 1338"/>
            </a:avLst>
          </a:prstGeom>
          <a:solidFill>
            <a:srgbClr val="005A6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13" name="Picture Placeholder 12">
            <a:extLst>
              <a:ext uri="{FF2B5EF4-FFF2-40B4-BE49-F238E27FC236}">
                <a16:creationId xmlns:a16="http://schemas.microsoft.com/office/drawing/2014/main" id="{A06ED437-0126-0C43-5482-E82F36F2AEDB}"/>
              </a:ext>
            </a:extLst>
          </p:cNvPr>
          <p:cNvSpPr>
            <a:spLocks noGrp="1"/>
          </p:cNvSpPr>
          <p:nvPr>
            <p:ph type="pic" sz="quarter" idx="12" hasCustomPrompt="1"/>
          </p:nvPr>
        </p:nvSpPr>
        <p:spPr>
          <a:xfrm>
            <a:off x="6645063" y="5092293"/>
            <a:ext cx="1338446" cy="1349375"/>
          </a:xfrm>
          <a:prstGeom prst="rect">
            <a:avLst/>
          </a:prstGeom>
        </p:spPr>
        <p:txBody>
          <a:bodyPr anchor="ctr"/>
          <a:lstStyle>
            <a:lvl1pPr marL="0" indent="0" algn="ctr">
              <a:buNone/>
              <a:defRPr>
                <a:solidFill>
                  <a:srgbClr val="8EE1F0"/>
                </a:solidFill>
              </a:defRPr>
            </a:lvl1pPr>
          </a:lstStyle>
          <a:p>
            <a:r>
              <a:rPr lang="en-US" dirty="0"/>
              <a:t>Icon</a:t>
            </a:r>
          </a:p>
        </p:txBody>
      </p:sp>
      <p:sp>
        <p:nvSpPr>
          <p:cNvPr id="14" name="Picture Placeholder 12">
            <a:extLst>
              <a:ext uri="{FF2B5EF4-FFF2-40B4-BE49-F238E27FC236}">
                <a16:creationId xmlns:a16="http://schemas.microsoft.com/office/drawing/2014/main" id="{A5A8CD74-49F8-117F-A9B9-EB3939642D0E}"/>
              </a:ext>
            </a:extLst>
          </p:cNvPr>
          <p:cNvSpPr>
            <a:spLocks noGrp="1"/>
          </p:cNvSpPr>
          <p:nvPr>
            <p:ph type="pic" sz="quarter" idx="13" hasCustomPrompt="1"/>
          </p:nvPr>
        </p:nvSpPr>
        <p:spPr>
          <a:xfrm>
            <a:off x="13807673" y="5092293"/>
            <a:ext cx="1338446" cy="1349375"/>
          </a:xfrm>
          <a:prstGeom prst="rect">
            <a:avLst/>
          </a:prstGeom>
        </p:spPr>
        <p:txBody>
          <a:bodyPr anchor="ctr"/>
          <a:lstStyle>
            <a:lvl1pPr marL="0" indent="0" algn="ctr">
              <a:buNone/>
              <a:defRPr>
                <a:solidFill>
                  <a:srgbClr val="8EE1F0"/>
                </a:solidFill>
              </a:defRPr>
            </a:lvl1pPr>
          </a:lstStyle>
          <a:p>
            <a:r>
              <a:rPr lang="en-US" dirty="0"/>
              <a:t>Icon</a:t>
            </a:r>
          </a:p>
        </p:txBody>
      </p:sp>
      <p:sp>
        <p:nvSpPr>
          <p:cNvPr id="15" name="Picture Placeholder 12">
            <a:extLst>
              <a:ext uri="{FF2B5EF4-FFF2-40B4-BE49-F238E27FC236}">
                <a16:creationId xmlns:a16="http://schemas.microsoft.com/office/drawing/2014/main" id="{DFB3F337-4EEC-59CB-B894-4439FB02FF14}"/>
              </a:ext>
            </a:extLst>
          </p:cNvPr>
          <p:cNvSpPr>
            <a:spLocks noGrp="1"/>
          </p:cNvSpPr>
          <p:nvPr>
            <p:ph type="pic" sz="quarter" idx="14" hasCustomPrompt="1"/>
          </p:nvPr>
        </p:nvSpPr>
        <p:spPr>
          <a:xfrm>
            <a:off x="21021859" y="5092293"/>
            <a:ext cx="1338446" cy="1349375"/>
          </a:xfrm>
          <a:prstGeom prst="rect">
            <a:avLst/>
          </a:prstGeom>
        </p:spPr>
        <p:txBody>
          <a:bodyPr anchor="ctr"/>
          <a:lstStyle>
            <a:lvl1pPr marL="0" indent="0" algn="ctr">
              <a:buNone/>
              <a:defRPr>
                <a:solidFill>
                  <a:srgbClr val="8EE1F0"/>
                </a:solidFill>
              </a:defRPr>
            </a:lvl1pPr>
          </a:lstStyle>
          <a:p>
            <a:r>
              <a:rPr lang="en-US" dirty="0"/>
              <a:t>Icon</a:t>
            </a:r>
          </a:p>
        </p:txBody>
      </p:sp>
      <p:sp>
        <p:nvSpPr>
          <p:cNvPr id="17" name="Text Placeholder 16">
            <a:extLst>
              <a:ext uri="{FF2B5EF4-FFF2-40B4-BE49-F238E27FC236}">
                <a16:creationId xmlns:a16="http://schemas.microsoft.com/office/drawing/2014/main" id="{16EDB360-E1D9-86B1-AEFA-E7D8911FB167}"/>
              </a:ext>
            </a:extLst>
          </p:cNvPr>
          <p:cNvSpPr>
            <a:spLocks noGrp="1"/>
          </p:cNvSpPr>
          <p:nvPr>
            <p:ph type="body" sz="quarter" idx="15" hasCustomPrompt="1"/>
          </p:nvPr>
        </p:nvSpPr>
        <p:spPr>
          <a:xfrm>
            <a:off x="1813279" y="7449147"/>
            <a:ext cx="6170230" cy="3780829"/>
          </a:xfrm>
          <a:prstGeom prst="rect">
            <a:avLst/>
          </a:prstGeom>
        </p:spPr>
        <p:txBody>
          <a:bodyPr/>
          <a:lstStyle>
            <a:lvl1pPr marL="0" indent="0">
              <a:lnSpc>
                <a:spcPct val="110000"/>
              </a:lnSpc>
              <a:spcBef>
                <a:spcPts val="0"/>
              </a:spcBef>
              <a:buNone/>
              <a:defRPr sz="4000" b="0" i="0">
                <a:solidFill>
                  <a:schemeClr val="bg1"/>
                </a:solidFill>
                <a:latin typeface="Oracle Sans Light" panose="020B0403020204020204" pitchFamily="34" charset="0"/>
                <a:cs typeface="Oracle Sans Light" panose="020B0403020204020204" pitchFamily="34" charset="0"/>
              </a:defRPr>
            </a:lvl1pPr>
            <a:lvl2pPr marL="635000" indent="-341313">
              <a:lnSpc>
                <a:spcPct val="110000"/>
              </a:lnSpc>
              <a:spcBef>
                <a:spcPts val="0"/>
              </a:spcBef>
              <a:tabLst/>
              <a:defRPr sz="3200" b="0" i="0">
                <a:solidFill>
                  <a:schemeClr val="bg1"/>
                </a:solidFill>
                <a:latin typeface="Oracle Sans Light" panose="020B0403020204020204" pitchFamily="34" charset="0"/>
                <a:cs typeface="Oracle Sans Light" panose="020B0403020204020204" pitchFamily="34" charset="0"/>
              </a:defRPr>
            </a:lvl2pPr>
          </a:lstStyle>
          <a:p>
            <a:pPr lvl="0"/>
            <a:r>
              <a:rPr lang="en-US" dirty="0"/>
              <a:t>Insert copy here</a:t>
            </a:r>
          </a:p>
          <a:p>
            <a:pPr lvl="1"/>
            <a:r>
              <a:rPr lang="en-US" dirty="0"/>
              <a:t>Bullet point</a:t>
            </a:r>
          </a:p>
        </p:txBody>
      </p:sp>
      <p:sp>
        <p:nvSpPr>
          <p:cNvPr id="18" name="Text Placeholder 16">
            <a:extLst>
              <a:ext uri="{FF2B5EF4-FFF2-40B4-BE49-F238E27FC236}">
                <a16:creationId xmlns:a16="http://schemas.microsoft.com/office/drawing/2014/main" id="{4FF6AE8F-2B7D-AFD6-82AC-86428163055D}"/>
              </a:ext>
            </a:extLst>
          </p:cNvPr>
          <p:cNvSpPr>
            <a:spLocks noGrp="1"/>
          </p:cNvSpPr>
          <p:nvPr>
            <p:ph type="body" sz="quarter" idx="16" hasCustomPrompt="1"/>
          </p:nvPr>
        </p:nvSpPr>
        <p:spPr>
          <a:xfrm>
            <a:off x="8975889" y="7449147"/>
            <a:ext cx="6170230" cy="3780829"/>
          </a:xfrm>
          <a:prstGeom prst="rect">
            <a:avLst/>
          </a:prstGeom>
        </p:spPr>
        <p:txBody>
          <a:bodyPr/>
          <a:lstStyle>
            <a:lvl1pPr marL="0" indent="0">
              <a:lnSpc>
                <a:spcPct val="110000"/>
              </a:lnSpc>
              <a:spcBef>
                <a:spcPts val="0"/>
              </a:spcBef>
              <a:buNone/>
              <a:defRPr sz="4000" b="0" i="0">
                <a:solidFill>
                  <a:schemeClr val="bg1"/>
                </a:solidFill>
                <a:latin typeface="Oracle Sans Light" panose="020B0403020204020204" pitchFamily="34" charset="0"/>
                <a:cs typeface="Oracle Sans Light" panose="020B0403020204020204" pitchFamily="34" charset="0"/>
              </a:defRPr>
            </a:lvl1pPr>
            <a:lvl2pPr marL="635000" indent="-341313">
              <a:lnSpc>
                <a:spcPct val="110000"/>
              </a:lnSpc>
              <a:spcBef>
                <a:spcPts val="0"/>
              </a:spcBef>
              <a:tabLst/>
              <a:defRPr sz="3200" b="0" i="0">
                <a:solidFill>
                  <a:schemeClr val="bg1"/>
                </a:solidFill>
                <a:latin typeface="Oracle Sans Light" panose="020B0403020204020204" pitchFamily="34" charset="0"/>
                <a:cs typeface="Oracle Sans Light" panose="020B0403020204020204" pitchFamily="34" charset="0"/>
              </a:defRPr>
            </a:lvl2pPr>
          </a:lstStyle>
          <a:p>
            <a:pPr lvl="0"/>
            <a:r>
              <a:rPr lang="en-US" dirty="0"/>
              <a:t>Insert copy here</a:t>
            </a:r>
          </a:p>
          <a:p>
            <a:pPr lvl="1"/>
            <a:r>
              <a:rPr lang="en-US" dirty="0"/>
              <a:t>Bullet point</a:t>
            </a:r>
          </a:p>
        </p:txBody>
      </p:sp>
      <p:sp>
        <p:nvSpPr>
          <p:cNvPr id="19" name="Text Placeholder 16">
            <a:extLst>
              <a:ext uri="{FF2B5EF4-FFF2-40B4-BE49-F238E27FC236}">
                <a16:creationId xmlns:a16="http://schemas.microsoft.com/office/drawing/2014/main" id="{132626A5-D66F-F35D-04EA-F8BA4C7CE8B4}"/>
              </a:ext>
            </a:extLst>
          </p:cNvPr>
          <p:cNvSpPr>
            <a:spLocks noGrp="1"/>
          </p:cNvSpPr>
          <p:nvPr>
            <p:ph type="body" sz="quarter" idx="17" hasCustomPrompt="1"/>
          </p:nvPr>
        </p:nvSpPr>
        <p:spPr>
          <a:xfrm>
            <a:off x="16184332" y="7449147"/>
            <a:ext cx="6170230" cy="3780829"/>
          </a:xfrm>
          <a:prstGeom prst="rect">
            <a:avLst/>
          </a:prstGeom>
        </p:spPr>
        <p:txBody>
          <a:bodyPr/>
          <a:lstStyle>
            <a:lvl1pPr marL="0" indent="0">
              <a:lnSpc>
                <a:spcPct val="110000"/>
              </a:lnSpc>
              <a:spcBef>
                <a:spcPts val="0"/>
              </a:spcBef>
              <a:buNone/>
              <a:defRPr sz="4000" b="0" i="0">
                <a:solidFill>
                  <a:schemeClr val="bg1"/>
                </a:solidFill>
                <a:latin typeface="Oracle Sans Light" panose="020B0403020204020204" pitchFamily="34" charset="0"/>
                <a:cs typeface="Oracle Sans Light" panose="020B0403020204020204" pitchFamily="34" charset="0"/>
              </a:defRPr>
            </a:lvl1pPr>
            <a:lvl2pPr marL="635000" indent="-341313">
              <a:lnSpc>
                <a:spcPct val="110000"/>
              </a:lnSpc>
              <a:spcBef>
                <a:spcPts val="0"/>
              </a:spcBef>
              <a:tabLst/>
              <a:defRPr sz="3200" b="0" i="0">
                <a:solidFill>
                  <a:schemeClr val="bg1"/>
                </a:solidFill>
                <a:latin typeface="Oracle Sans Light" panose="020B0403020204020204" pitchFamily="34" charset="0"/>
                <a:cs typeface="Oracle Sans Light" panose="020B0403020204020204" pitchFamily="34" charset="0"/>
              </a:defRPr>
            </a:lvl2pPr>
          </a:lstStyle>
          <a:p>
            <a:pPr lvl="0"/>
            <a:r>
              <a:rPr lang="en-US" dirty="0"/>
              <a:t>Insert copy here</a:t>
            </a:r>
          </a:p>
          <a:p>
            <a:pPr lvl="1"/>
            <a:r>
              <a:rPr lang="en-US" dirty="0"/>
              <a:t>Bullet point</a:t>
            </a:r>
          </a:p>
        </p:txBody>
      </p:sp>
      <p:sp>
        <p:nvSpPr>
          <p:cNvPr id="3" name="Text Placeholder 5">
            <a:extLst>
              <a:ext uri="{FF2B5EF4-FFF2-40B4-BE49-F238E27FC236}">
                <a16:creationId xmlns:a16="http://schemas.microsoft.com/office/drawing/2014/main" id="{6328F4D8-FAAA-3540-0104-2BFEB611C247}"/>
              </a:ext>
            </a:extLst>
          </p:cNvPr>
          <p:cNvSpPr>
            <a:spLocks noGrp="1"/>
          </p:cNvSpPr>
          <p:nvPr>
            <p:ph type="body" sz="quarter" idx="18" hasCustomPrompt="1"/>
          </p:nvPr>
        </p:nvSpPr>
        <p:spPr>
          <a:xfrm>
            <a:off x="1386009" y="3533776"/>
            <a:ext cx="22189040" cy="917201"/>
          </a:xfrm>
          <a:prstGeom prst="rect">
            <a:avLst/>
          </a:prstGeom>
        </p:spPr>
        <p:txBody>
          <a:bodyPr>
            <a:normAutofit/>
          </a:bodyPr>
          <a:lstStyle>
            <a:lvl1pPr marL="0" indent="0">
              <a:lnSpc>
                <a:spcPct val="110000"/>
              </a:lnSpc>
              <a:spcBef>
                <a:spcPts val="300"/>
              </a:spcBef>
              <a:spcAft>
                <a:spcPts val="300"/>
              </a:spcAft>
              <a:buFont typeface="Arial" panose="020B0604020202020204" pitchFamily="34" charset="0"/>
              <a:buNone/>
              <a:defRPr sz="4800" b="0" i="0">
                <a:solidFill>
                  <a:srgbClr val="8EE1F0"/>
                </a:solidFill>
                <a:latin typeface="Oracle Sans" panose="020B0503020204020204" pitchFamily="34" charset="0"/>
                <a:cs typeface="Oracle Sans" panose="020B0503020204020204" pitchFamily="34" charset="0"/>
              </a:defRPr>
            </a:lvl1pPr>
            <a:lvl2pPr marL="17462" indent="0">
              <a:lnSpc>
                <a:spcPct val="110000"/>
              </a:lnSpc>
              <a:spcBef>
                <a:spcPts val="300"/>
              </a:spcBef>
              <a:spcAft>
                <a:spcPts val="300"/>
              </a:spcAft>
              <a:buNone/>
              <a:tabLst/>
              <a:defRPr sz="4400">
                <a:solidFill>
                  <a:schemeClr val="bg1"/>
                </a:solidFill>
              </a:defRPr>
            </a:lvl2pPr>
          </a:lstStyle>
          <a:p>
            <a:pPr lvl="0"/>
            <a:r>
              <a:rPr lang="en-US" dirty="0"/>
              <a:t>Intro lead in copy goes here</a:t>
            </a:r>
          </a:p>
        </p:txBody>
      </p:sp>
      <p:sp>
        <p:nvSpPr>
          <p:cNvPr id="4" name="Title 1">
            <a:extLst>
              <a:ext uri="{FF2B5EF4-FFF2-40B4-BE49-F238E27FC236}">
                <a16:creationId xmlns:a16="http://schemas.microsoft.com/office/drawing/2014/main" id="{A6643510-736E-4C93-1812-89126D0B5CE5}"/>
              </a:ext>
            </a:extLst>
          </p:cNvPr>
          <p:cNvSpPr>
            <a:spLocks noGrp="1"/>
          </p:cNvSpPr>
          <p:nvPr>
            <p:ph type="title"/>
          </p:nvPr>
        </p:nvSpPr>
        <p:spPr>
          <a:xfrm>
            <a:off x="1386010" y="672354"/>
            <a:ext cx="22189047" cy="1880607"/>
          </a:xfrm>
          <a:prstGeom prst="rect">
            <a:avLst/>
          </a:prstGeom>
        </p:spPr>
        <p:txBody>
          <a:bodyPr anchor="b">
            <a:noAutofit/>
          </a:bodyPr>
          <a:lstStyle>
            <a:lvl1pPr>
              <a:lnSpc>
                <a:spcPct val="100000"/>
              </a:lnSpc>
              <a:defRPr sz="6600"/>
            </a:lvl1pPr>
          </a:lstStyle>
          <a:p>
            <a:r>
              <a:rPr lang="en-GB"/>
              <a:t>Click to edit Master title style</a:t>
            </a:r>
            <a:endParaRPr lang="en-US" dirty="0"/>
          </a:p>
        </p:txBody>
      </p:sp>
      <p:sp>
        <p:nvSpPr>
          <p:cNvPr id="5" name="Footer Placeholder 3">
            <a:extLst>
              <a:ext uri="{FF2B5EF4-FFF2-40B4-BE49-F238E27FC236}">
                <a16:creationId xmlns:a16="http://schemas.microsoft.com/office/drawing/2014/main" id="{F7258544-C3C7-56C7-41EE-9D889997ABF3}"/>
              </a:ext>
            </a:extLst>
          </p:cNvPr>
          <p:cNvSpPr>
            <a:spLocks noGrp="1"/>
          </p:cNvSpPr>
          <p:nvPr>
            <p:ph type="ftr" sz="quarter" idx="3"/>
          </p:nvPr>
        </p:nvSpPr>
        <p:spPr>
          <a:xfrm>
            <a:off x="1411345" y="12985749"/>
            <a:ext cx="10052413" cy="730250"/>
          </a:xfrm>
          <a:prstGeom prst="rect">
            <a:avLst/>
          </a:prstGeom>
        </p:spPr>
        <p:txBody>
          <a:bodyPr vert="horz" lIns="91440" tIns="45720" rIns="91440" bIns="45720" rtlCol="0" anchor="ctr"/>
          <a:lstStyle>
            <a:lvl1pPr algn="l">
              <a:defRPr sz="1400" b="0" i="0">
                <a:solidFill>
                  <a:schemeClr val="bg2"/>
                </a:solidFill>
                <a:latin typeface="Oracle Sans Light" panose="020B0403020204020204" pitchFamily="34" charset="0"/>
                <a:cs typeface="Oracle Sans Light" panose="020B0403020204020204" pitchFamily="34" charset="0"/>
              </a:defRPr>
            </a:lvl1p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CA" sz="1400" b="0" i="0" u="none" strike="noStrike" kern="1200" cap="none" spc="0" normalizeH="0" baseline="0" noProof="0" dirty="0">
                <a:ln>
                  <a:noFill/>
                </a:ln>
                <a:solidFill>
                  <a:schemeClr val="bg2"/>
                </a:solidFill>
                <a:effectLst/>
                <a:uLnTx/>
                <a:uFillTx/>
                <a:latin typeface="Oracle Sans Light" panose="020B0403020204020204" pitchFamily="34" charset="0"/>
                <a:ea typeface="+mn-ea"/>
                <a:cs typeface="Oracle Sans Light" panose="020B0403020204020204" pitchFamily="34" charset="0"/>
              </a:rPr>
              <a:t>Java Day Copyright © 2024, Oracle and/or its affiliates</a:t>
            </a:r>
          </a:p>
        </p:txBody>
      </p:sp>
      <p:sp>
        <p:nvSpPr>
          <p:cNvPr id="6" name="Slide Number Placeholder 5">
            <a:extLst>
              <a:ext uri="{FF2B5EF4-FFF2-40B4-BE49-F238E27FC236}">
                <a16:creationId xmlns:a16="http://schemas.microsoft.com/office/drawing/2014/main" id="{8F760282-81A1-5607-CD50-C78AA93C4973}"/>
              </a:ext>
            </a:extLst>
          </p:cNvPr>
          <p:cNvSpPr>
            <a:spLocks noGrp="1"/>
          </p:cNvSpPr>
          <p:nvPr>
            <p:ph type="sldNum" sz="quarter" idx="4"/>
          </p:nvPr>
        </p:nvSpPr>
        <p:spPr>
          <a:xfrm>
            <a:off x="449152" y="12985749"/>
            <a:ext cx="871646" cy="730250"/>
          </a:xfrm>
          <a:prstGeom prst="rect">
            <a:avLst/>
          </a:prstGeom>
        </p:spPr>
        <p:txBody>
          <a:bodyPr vert="horz" lIns="91440" tIns="45720" rIns="91440" bIns="45720" rtlCol="0" anchor="ctr"/>
          <a:lstStyle>
            <a:lvl1pPr algn="l">
              <a:defRPr sz="1600">
                <a:solidFill>
                  <a:schemeClr val="bg2"/>
                </a:solidFill>
                <a:latin typeface="Oracle Sans" panose="020B0503020204020204" pitchFamily="34" charset="0"/>
                <a:cs typeface="Oracle Sans" panose="020B0503020204020204" pitchFamily="34" charset="0"/>
              </a:defRPr>
            </a:lvl1pPr>
          </a:lstStyle>
          <a:p>
            <a:fld id="{CFF4B978-1D82-7745-80C5-DBABA6B131D3}" type="slidenum">
              <a:rPr lang="en-US" smtClean="0"/>
              <a:pPr/>
              <a:t>‹#›</a:t>
            </a:fld>
            <a:endParaRPr lang="en-US"/>
          </a:p>
        </p:txBody>
      </p:sp>
      <p:pic>
        <p:nvPicPr>
          <p:cNvPr id="7" name="Picture 6">
            <a:extLst>
              <a:ext uri="{FF2B5EF4-FFF2-40B4-BE49-F238E27FC236}">
                <a16:creationId xmlns:a16="http://schemas.microsoft.com/office/drawing/2014/main" id="{01DCCF7F-2EF7-A5E4-B6F6-71310ADCE851}"/>
              </a:ext>
            </a:extLst>
          </p:cNvPr>
          <p:cNvPicPr>
            <a:picLocks noChangeAspect="1"/>
          </p:cNvPicPr>
          <p:nvPr userDrawn="1"/>
        </p:nvPicPr>
        <p:blipFill>
          <a:blip r:embed="rId3">
            <a:alphaModFix/>
          </a:blip>
          <a:stretch>
            <a:fillRect/>
          </a:stretch>
        </p:blipFill>
        <p:spPr>
          <a:xfrm>
            <a:off x="22762011" y="12898102"/>
            <a:ext cx="817080" cy="827423"/>
          </a:xfrm>
          <a:prstGeom prst="rect">
            <a:avLst/>
          </a:prstGeom>
        </p:spPr>
      </p:pic>
    </p:spTree>
    <p:extLst>
      <p:ext uri="{BB962C8B-B14F-4D97-AF65-F5344CB8AC3E}">
        <p14:creationId xmlns:p14="http://schemas.microsoft.com/office/powerpoint/2010/main" val="3907450894"/>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p:cSld name="13_Custom Layout">
    <p:bg>
      <p:bgPr>
        <a:solidFill>
          <a:srgbClr val="00758F"/>
        </a:solidFill>
        <a:effectLst/>
      </p:bgPr>
    </p:bg>
    <p:spTree>
      <p:nvGrpSpPr>
        <p:cNvPr id="1" name=""/>
        <p:cNvGrpSpPr/>
        <p:nvPr/>
      </p:nvGrpSpPr>
      <p:grpSpPr>
        <a:xfrm>
          <a:off x="0" y="0"/>
          <a:ext cx="0" cy="0"/>
          <a:chOff x="0" y="0"/>
          <a:chExt cx="0" cy="0"/>
        </a:xfrm>
      </p:grpSpPr>
      <p:pic>
        <p:nvPicPr>
          <p:cNvPr id="19" name="Picture 18" descr="Background pattern&#10;&#10;Description automatically generated">
            <a:extLst>
              <a:ext uri="{FF2B5EF4-FFF2-40B4-BE49-F238E27FC236}">
                <a16:creationId xmlns:a16="http://schemas.microsoft.com/office/drawing/2014/main" id="{0FB509D5-17E9-05AA-98B0-1217EAAA0474}"/>
              </a:ext>
            </a:extLst>
          </p:cNvPr>
          <p:cNvPicPr>
            <a:picLocks noChangeAspect="1"/>
          </p:cNvPicPr>
          <p:nvPr userDrawn="1"/>
        </p:nvPicPr>
        <p:blipFill>
          <a:blip r:embed="rId2"/>
          <a:stretch>
            <a:fillRect/>
          </a:stretch>
        </p:blipFill>
        <p:spPr>
          <a:xfrm>
            <a:off x="0" y="0"/>
            <a:ext cx="24384000" cy="13716000"/>
          </a:xfrm>
          <a:prstGeom prst="rect">
            <a:avLst/>
          </a:prstGeom>
        </p:spPr>
      </p:pic>
      <p:sp>
        <p:nvSpPr>
          <p:cNvPr id="13" name="Rounded Rectangle 2">
            <a:extLst>
              <a:ext uri="{FF2B5EF4-FFF2-40B4-BE49-F238E27FC236}">
                <a16:creationId xmlns:a16="http://schemas.microsoft.com/office/drawing/2014/main" id="{F7BC413D-9760-A938-21A0-D41D258D444C}"/>
              </a:ext>
            </a:extLst>
          </p:cNvPr>
          <p:cNvSpPr/>
          <p:nvPr/>
        </p:nvSpPr>
        <p:spPr>
          <a:xfrm>
            <a:off x="1386009" y="4762500"/>
            <a:ext cx="5619234" cy="7277100"/>
          </a:xfrm>
          <a:prstGeom prst="roundRect">
            <a:avLst>
              <a:gd name="adj" fmla="val 1338"/>
            </a:avLst>
          </a:prstGeom>
          <a:solidFill>
            <a:srgbClr val="3099B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14" name="Rounded Rectangle 3">
            <a:extLst>
              <a:ext uri="{FF2B5EF4-FFF2-40B4-BE49-F238E27FC236}">
                <a16:creationId xmlns:a16="http://schemas.microsoft.com/office/drawing/2014/main" id="{436EFEA0-216F-EB24-F4A4-5C65E89C4F55}"/>
              </a:ext>
            </a:extLst>
          </p:cNvPr>
          <p:cNvSpPr/>
          <p:nvPr/>
        </p:nvSpPr>
        <p:spPr>
          <a:xfrm>
            <a:off x="9265530" y="4762500"/>
            <a:ext cx="5619234" cy="7277100"/>
          </a:xfrm>
          <a:prstGeom prst="roundRect">
            <a:avLst>
              <a:gd name="adj" fmla="val 1338"/>
            </a:avLst>
          </a:prstGeom>
          <a:solidFill>
            <a:srgbClr val="005A6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15" name="Rounded Rectangle 4">
            <a:extLst>
              <a:ext uri="{FF2B5EF4-FFF2-40B4-BE49-F238E27FC236}">
                <a16:creationId xmlns:a16="http://schemas.microsoft.com/office/drawing/2014/main" id="{83D98BC7-1986-3318-B189-5E6B1C4113A0}"/>
              </a:ext>
            </a:extLst>
          </p:cNvPr>
          <p:cNvSpPr/>
          <p:nvPr/>
        </p:nvSpPr>
        <p:spPr>
          <a:xfrm>
            <a:off x="17145050" y="4762500"/>
            <a:ext cx="5619234" cy="7277100"/>
          </a:xfrm>
          <a:prstGeom prst="roundRect">
            <a:avLst>
              <a:gd name="adj" fmla="val 1338"/>
            </a:avLst>
          </a:prstGeom>
          <a:solidFill>
            <a:srgbClr val="004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3" name="Rounded Rectangle 2">
            <a:extLst>
              <a:ext uri="{FF2B5EF4-FFF2-40B4-BE49-F238E27FC236}">
                <a16:creationId xmlns:a16="http://schemas.microsoft.com/office/drawing/2014/main" id="{FFB5A682-1EAE-75CF-AF54-ED6418DA72C5}"/>
              </a:ext>
            </a:extLst>
          </p:cNvPr>
          <p:cNvSpPr/>
          <p:nvPr/>
        </p:nvSpPr>
        <p:spPr>
          <a:xfrm>
            <a:off x="1386009" y="4762500"/>
            <a:ext cx="5619234" cy="7277100"/>
          </a:xfrm>
          <a:prstGeom prst="roundRect">
            <a:avLst>
              <a:gd name="adj" fmla="val 1338"/>
            </a:avLst>
          </a:prstGeom>
          <a:solidFill>
            <a:srgbClr val="3099B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4" name="Rounded Rectangle 3">
            <a:extLst>
              <a:ext uri="{FF2B5EF4-FFF2-40B4-BE49-F238E27FC236}">
                <a16:creationId xmlns:a16="http://schemas.microsoft.com/office/drawing/2014/main" id="{F589E047-9D80-1FCD-1B2A-254D44A40AE4}"/>
              </a:ext>
            </a:extLst>
          </p:cNvPr>
          <p:cNvSpPr/>
          <p:nvPr/>
        </p:nvSpPr>
        <p:spPr>
          <a:xfrm>
            <a:off x="9265530" y="4762500"/>
            <a:ext cx="5619234" cy="7277100"/>
          </a:xfrm>
          <a:prstGeom prst="roundRect">
            <a:avLst>
              <a:gd name="adj" fmla="val 1338"/>
            </a:avLst>
          </a:prstGeom>
          <a:solidFill>
            <a:srgbClr val="005A6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5" name="Rounded Rectangle 4">
            <a:extLst>
              <a:ext uri="{FF2B5EF4-FFF2-40B4-BE49-F238E27FC236}">
                <a16:creationId xmlns:a16="http://schemas.microsoft.com/office/drawing/2014/main" id="{0B2642FE-1957-4C32-BFEB-4E93217E0B55}"/>
              </a:ext>
            </a:extLst>
          </p:cNvPr>
          <p:cNvSpPr/>
          <p:nvPr/>
        </p:nvSpPr>
        <p:spPr>
          <a:xfrm>
            <a:off x="17145050" y="4762500"/>
            <a:ext cx="5619234" cy="7277100"/>
          </a:xfrm>
          <a:prstGeom prst="roundRect">
            <a:avLst>
              <a:gd name="adj" fmla="val 1338"/>
            </a:avLst>
          </a:prstGeom>
          <a:solidFill>
            <a:srgbClr val="004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6" name="Text Placeholder 16">
            <a:extLst>
              <a:ext uri="{FF2B5EF4-FFF2-40B4-BE49-F238E27FC236}">
                <a16:creationId xmlns:a16="http://schemas.microsoft.com/office/drawing/2014/main" id="{9F8DFB6B-251F-8996-68DA-628CF0B2F247}"/>
              </a:ext>
            </a:extLst>
          </p:cNvPr>
          <p:cNvSpPr>
            <a:spLocks noGrp="1"/>
          </p:cNvSpPr>
          <p:nvPr>
            <p:ph type="body" sz="quarter" idx="15" hasCustomPrompt="1"/>
          </p:nvPr>
        </p:nvSpPr>
        <p:spPr>
          <a:xfrm>
            <a:off x="1827422" y="6858000"/>
            <a:ext cx="5005018" cy="4371975"/>
          </a:xfrm>
          <a:prstGeom prst="rect">
            <a:avLst/>
          </a:prstGeom>
        </p:spPr>
        <p:txBody>
          <a:bodyPr/>
          <a:lstStyle>
            <a:lvl1pPr marL="0" indent="0">
              <a:lnSpc>
                <a:spcPct val="110000"/>
              </a:lnSpc>
              <a:spcBef>
                <a:spcPts val="0"/>
              </a:spcBef>
              <a:buNone/>
              <a:defRPr sz="4800" b="0" i="0">
                <a:solidFill>
                  <a:schemeClr val="bg1"/>
                </a:solidFill>
                <a:latin typeface="Oracle Sans Light" panose="020B0403020204020204" pitchFamily="34" charset="0"/>
                <a:cs typeface="Oracle Sans Light" panose="020B0403020204020204" pitchFamily="34" charset="0"/>
              </a:defRPr>
            </a:lvl1pPr>
            <a:lvl2pPr marL="635000" indent="-341313">
              <a:lnSpc>
                <a:spcPct val="110000"/>
              </a:lnSpc>
              <a:spcBef>
                <a:spcPts val="0"/>
              </a:spcBef>
              <a:tabLst/>
              <a:defRPr sz="4000" b="0" i="0">
                <a:solidFill>
                  <a:schemeClr val="bg1"/>
                </a:solidFill>
                <a:latin typeface="Oracle Sans Light" panose="020B0403020204020204" pitchFamily="34" charset="0"/>
                <a:cs typeface="Oracle Sans Light" panose="020B0403020204020204" pitchFamily="34" charset="0"/>
              </a:defRPr>
            </a:lvl2pPr>
          </a:lstStyle>
          <a:p>
            <a:pPr lvl="0"/>
            <a:r>
              <a:rPr lang="en-US" dirty="0"/>
              <a:t>Insert copy here</a:t>
            </a:r>
          </a:p>
          <a:p>
            <a:pPr lvl="1"/>
            <a:r>
              <a:rPr lang="en-US" dirty="0"/>
              <a:t>Bullet point</a:t>
            </a:r>
          </a:p>
        </p:txBody>
      </p:sp>
      <p:sp>
        <p:nvSpPr>
          <p:cNvPr id="7" name="Text Placeholder 16">
            <a:extLst>
              <a:ext uri="{FF2B5EF4-FFF2-40B4-BE49-F238E27FC236}">
                <a16:creationId xmlns:a16="http://schemas.microsoft.com/office/drawing/2014/main" id="{DFD6B329-C729-4FB9-1A60-E1D6F98F3894}"/>
              </a:ext>
            </a:extLst>
          </p:cNvPr>
          <p:cNvSpPr>
            <a:spLocks noGrp="1"/>
          </p:cNvSpPr>
          <p:nvPr>
            <p:ph type="body" sz="quarter" idx="16" hasCustomPrompt="1"/>
          </p:nvPr>
        </p:nvSpPr>
        <p:spPr>
          <a:xfrm>
            <a:off x="9703254" y="6858000"/>
            <a:ext cx="5005018" cy="4371975"/>
          </a:xfrm>
          <a:prstGeom prst="rect">
            <a:avLst/>
          </a:prstGeom>
        </p:spPr>
        <p:txBody>
          <a:bodyPr/>
          <a:lstStyle>
            <a:lvl1pPr marL="0" indent="0">
              <a:lnSpc>
                <a:spcPct val="110000"/>
              </a:lnSpc>
              <a:spcBef>
                <a:spcPts val="0"/>
              </a:spcBef>
              <a:buNone/>
              <a:defRPr sz="4800" b="0" i="0">
                <a:solidFill>
                  <a:schemeClr val="bg1"/>
                </a:solidFill>
                <a:latin typeface="Oracle Sans Light" panose="020B0403020204020204" pitchFamily="34" charset="0"/>
                <a:cs typeface="Oracle Sans Light" panose="020B0403020204020204" pitchFamily="34" charset="0"/>
              </a:defRPr>
            </a:lvl1pPr>
            <a:lvl2pPr marL="635000" indent="-341313">
              <a:lnSpc>
                <a:spcPct val="110000"/>
              </a:lnSpc>
              <a:spcBef>
                <a:spcPts val="0"/>
              </a:spcBef>
              <a:tabLst/>
              <a:defRPr sz="4000" b="0" i="0">
                <a:solidFill>
                  <a:schemeClr val="bg1"/>
                </a:solidFill>
                <a:latin typeface="Oracle Sans Light" panose="020B0403020204020204" pitchFamily="34" charset="0"/>
                <a:cs typeface="Oracle Sans Light" panose="020B0403020204020204" pitchFamily="34" charset="0"/>
              </a:defRPr>
            </a:lvl2pPr>
          </a:lstStyle>
          <a:p>
            <a:pPr lvl="0"/>
            <a:r>
              <a:rPr lang="en-US" dirty="0"/>
              <a:t>Insert copy here</a:t>
            </a:r>
          </a:p>
          <a:p>
            <a:pPr lvl="1"/>
            <a:r>
              <a:rPr lang="en-US" dirty="0"/>
              <a:t>Bullet point</a:t>
            </a:r>
          </a:p>
        </p:txBody>
      </p:sp>
      <p:sp>
        <p:nvSpPr>
          <p:cNvPr id="8" name="Text Placeholder 16">
            <a:extLst>
              <a:ext uri="{FF2B5EF4-FFF2-40B4-BE49-F238E27FC236}">
                <a16:creationId xmlns:a16="http://schemas.microsoft.com/office/drawing/2014/main" id="{2B7FB5AE-B2C4-4362-3ABF-F58EC057CE48}"/>
              </a:ext>
            </a:extLst>
          </p:cNvPr>
          <p:cNvSpPr>
            <a:spLocks noGrp="1"/>
          </p:cNvSpPr>
          <p:nvPr>
            <p:ph type="body" sz="quarter" idx="17" hasCustomPrompt="1"/>
          </p:nvPr>
        </p:nvSpPr>
        <p:spPr>
          <a:xfrm>
            <a:off x="17582775" y="6858000"/>
            <a:ext cx="5005018" cy="4371975"/>
          </a:xfrm>
          <a:prstGeom prst="rect">
            <a:avLst/>
          </a:prstGeom>
        </p:spPr>
        <p:txBody>
          <a:bodyPr/>
          <a:lstStyle>
            <a:lvl1pPr marL="0" indent="0">
              <a:lnSpc>
                <a:spcPct val="110000"/>
              </a:lnSpc>
              <a:spcBef>
                <a:spcPts val="0"/>
              </a:spcBef>
              <a:buNone/>
              <a:defRPr sz="4800" b="0" i="0">
                <a:solidFill>
                  <a:schemeClr val="bg1"/>
                </a:solidFill>
                <a:latin typeface="Oracle Sans Light" panose="020B0403020204020204" pitchFamily="34" charset="0"/>
                <a:cs typeface="Oracle Sans Light" panose="020B0403020204020204" pitchFamily="34" charset="0"/>
              </a:defRPr>
            </a:lvl1pPr>
            <a:lvl2pPr marL="635000" indent="-341313">
              <a:lnSpc>
                <a:spcPct val="110000"/>
              </a:lnSpc>
              <a:spcBef>
                <a:spcPts val="0"/>
              </a:spcBef>
              <a:tabLst/>
              <a:defRPr sz="4000" b="0" i="0">
                <a:solidFill>
                  <a:schemeClr val="bg1"/>
                </a:solidFill>
                <a:latin typeface="Oracle Sans Light" panose="020B0403020204020204" pitchFamily="34" charset="0"/>
                <a:cs typeface="Oracle Sans Light" panose="020B0403020204020204" pitchFamily="34" charset="0"/>
              </a:defRPr>
            </a:lvl2pPr>
          </a:lstStyle>
          <a:p>
            <a:pPr lvl="0"/>
            <a:r>
              <a:rPr lang="en-US" dirty="0"/>
              <a:t>Insert copy here</a:t>
            </a:r>
          </a:p>
          <a:p>
            <a:pPr lvl="1"/>
            <a:r>
              <a:rPr lang="en-US" dirty="0"/>
              <a:t>Bullet point</a:t>
            </a:r>
          </a:p>
        </p:txBody>
      </p:sp>
      <p:cxnSp>
        <p:nvCxnSpPr>
          <p:cNvPr id="10" name="Straight Arrow Connector 9">
            <a:extLst>
              <a:ext uri="{FF2B5EF4-FFF2-40B4-BE49-F238E27FC236}">
                <a16:creationId xmlns:a16="http://schemas.microsoft.com/office/drawing/2014/main" id="{78D730C7-8569-131F-4CD5-35F37B1243D0}"/>
              </a:ext>
            </a:extLst>
          </p:cNvPr>
          <p:cNvCxnSpPr>
            <a:cxnSpLocks/>
          </p:cNvCxnSpPr>
          <p:nvPr/>
        </p:nvCxnSpPr>
        <p:spPr>
          <a:xfrm>
            <a:off x="7439280" y="8401050"/>
            <a:ext cx="1441625" cy="0"/>
          </a:xfrm>
          <a:prstGeom prst="straightConnector1">
            <a:avLst/>
          </a:prstGeom>
          <a:ln w="82550">
            <a:solidFill>
              <a:schemeClr val="bg1"/>
            </a:solidFill>
            <a:tailEnd type="triangle"/>
          </a:ln>
        </p:spPr>
        <p:style>
          <a:lnRef idx="1">
            <a:schemeClr val="accent1"/>
          </a:lnRef>
          <a:fillRef idx="0">
            <a:schemeClr val="accent1"/>
          </a:fillRef>
          <a:effectRef idx="0">
            <a:schemeClr val="accent1"/>
          </a:effectRef>
          <a:fontRef idx="minor">
            <a:schemeClr val="tx1"/>
          </a:fontRef>
        </p:style>
      </p:cxnSp>
      <p:cxnSp>
        <p:nvCxnSpPr>
          <p:cNvPr id="11" name="Straight Arrow Connector 10">
            <a:extLst>
              <a:ext uri="{FF2B5EF4-FFF2-40B4-BE49-F238E27FC236}">
                <a16:creationId xmlns:a16="http://schemas.microsoft.com/office/drawing/2014/main" id="{B36D6957-F977-8F93-1E75-E7E460392F20}"/>
              </a:ext>
            </a:extLst>
          </p:cNvPr>
          <p:cNvCxnSpPr>
            <a:cxnSpLocks/>
          </p:cNvCxnSpPr>
          <p:nvPr/>
        </p:nvCxnSpPr>
        <p:spPr>
          <a:xfrm>
            <a:off x="15251951" y="8401050"/>
            <a:ext cx="1441625" cy="0"/>
          </a:xfrm>
          <a:prstGeom prst="straightConnector1">
            <a:avLst/>
          </a:prstGeom>
          <a:ln w="82550">
            <a:solidFill>
              <a:schemeClr val="bg1"/>
            </a:solidFill>
            <a:tailEnd type="triangle"/>
          </a:ln>
        </p:spPr>
        <p:style>
          <a:lnRef idx="1">
            <a:schemeClr val="accent1"/>
          </a:lnRef>
          <a:fillRef idx="0">
            <a:schemeClr val="accent1"/>
          </a:fillRef>
          <a:effectRef idx="0">
            <a:schemeClr val="accent1"/>
          </a:effectRef>
          <a:fontRef idx="minor">
            <a:schemeClr val="tx1"/>
          </a:fontRef>
        </p:style>
      </p:cxnSp>
      <p:sp>
        <p:nvSpPr>
          <p:cNvPr id="9" name="Text Placeholder 5">
            <a:extLst>
              <a:ext uri="{FF2B5EF4-FFF2-40B4-BE49-F238E27FC236}">
                <a16:creationId xmlns:a16="http://schemas.microsoft.com/office/drawing/2014/main" id="{E79D2BA8-39B1-033D-FD05-0D9226ADF880}"/>
              </a:ext>
            </a:extLst>
          </p:cNvPr>
          <p:cNvSpPr>
            <a:spLocks noGrp="1"/>
          </p:cNvSpPr>
          <p:nvPr>
            <p:ph type="body" sz="quarter" idx="24" hasCustomPrompt="1"/>
          </p:nvPr>
        </p:nvSpPr>
        <p:spPr>
          <a:xfrm>
            <a:off x="1386009" y="3533776"/>
            <a:ext cx="22189040" cy="917201"/>
          </a:xfrm>
          <a:prstGeom prst="rect">
            <a:avLst/>
          </a:prstGeom>
        </p:spPr>
        <p:txBody>
          <a:bodyPr>
            <a:normAutofit/>
          </a:bodyPr>
          <a:lstStyle>
            <a:lvl1pPr marL="0" indent="0">
              <a:lnSpc>
                <a:spcPct val="110000"/>
              </a:lnSpc>
              <a:spcBef>
                <a:spcPts val="300"/>
              </a:spcBef>
              <a:spcAft>
                <a:spcPts val="300"/>
              </a:spcAft>
              <a:buFont typeface="Arial" panose="020B0604020202020204" pitchFamily="34" charset="0"/>
              <a:buNone/>
              <a:defRPr sz="4800" b="0" i="0">
                <a:solidFill>
                  <a:srgbClr val="8EE1F0"/>
                </a:solidFill>
                <a:latin typeface="Oracle Sans" panose="020B0503020204020204" pitchFamily="34" charset="0"/>
                <a:cs typeface="Oracle Sans" panose="020B0503020204020204" pitchFamily="34" charset="0"/>
              </a:defRPr>
            </a:lvl1pPr>
            <a:lvl2pPr marL="17462" indent="0">
              <a:lnSpc>
                <a:spcPct val="110000"/>
              </a:lnSpc>
              <a:spcBef>
                <a:spcPts val="300"/>
              </a:spcBef>
              <a:spcAft>
                <a:spcPts val="300"/>
              </a:spcAft>
              <a:buNone/>
              <a:tabLst/>
              <a:defRPr sz="4400">
                <a:solidFill>
                  <a:schemeClr val="bg1"/>
                </a:solidFill>
              </a:defRPr>
            </a:lvl2pPr>
          </a:lstStyle>
          <a:p>
            <a:pPr lvl="0"/>
            <a:r>
              <a:rPr lang="en-US" dirty="0"/>
              <a:t>Intro lead in copy goes here</a:t>
            </a:r>
          </a:p>
        </p:txBody>
      </p:sp>
      <p:sp>
        <p:nvSpPr>
          <p:cNvPr id="12" name="Title 1">
            <a:extLst>
              <a:ext uri="{FF2B5EF4-FFF2-40B4-BE49-F238E27FC236}">
                <a16:creationId xmlns:a16="http://schemas.microsoft.com/office/drawing/2014/main" id="{533DAC0A-6441-56FA-F7F4-8F23E3F80717}"/>
              </a:ext>
            </a:extLst>
          </p:cNvPr>
          <p:cNvSpPr>
            <a:spLocks noGrp="1"/>
          </p:cNvSpPr>
          <p:nvPr>
            <p:ph type="title"/>
          </p:nvPr>
        </p:nvSpPr>
        <p:spPr>
          <a:xfrm>
            <a:off x="1386010" y="672354"/>
            <a:ext cx="22189047" cy="1880607"/>
          </a:xfrm>
          <a:prstGeom prst="rect">
            <a:avLst/>
          </a:prstGeom>
        </p:spPr>
        <p:txBody>
          <a:bodyPr anchor="b">
            <a:noAutofit/>
          </a:bodyPr>
          <a:lstStyle>
            <a:lvl1pPr>
              <a:lnSpc>
                <a:spcPct val="100000"/>
              </a:lnSpc>
              <a:defRPr sz="6600"/>
            </a:lvl1pPr>
          </a:lstStyle>
          <a:p>
            <a:r>
              <a:rPr lang="en-GB"/>
              <a:t>Click to edit Master title style</a:t>
            </a:r>
            <a:endParaRPr lang="en-US" dirty="0"/>
          </a:p>
        </p:txBody>
      </p:sp>
      <p:cxnSp>
        <p:nvCxnSpPr>
          <p:cNvPr id="16" name="Straight Arrow Connector 15">
            <a:extLst>
              <a:ext uri="{FF2B5EF4-FFF2-40B4-BE49-F238E27FC236}">
                <a16:creationId xmlns:a16="http://schemas.microsoft.com/office/drawing/2014/main" id="{F41B7D29-F9DF-DA78-17CE-FF900478E50E}"/>
              </a:ext>
            </a:extLst>
          </p:cNvPr>
          <p:cNvCxnSpPr>
            <a:cxnSpLocks/>
          </p:cNvCxnSpPr>
          <p:nvPr/>
        </p:nvCxnSpPr>
        <p:spPr>
          <a:xfrm>
            <a:off x="7439280" y="8401050"/>
            <a:ext cx="1441625" cy="0"/>
          </a:xfrm>
          <a:prstGeom prst="straightConnector1">
            <a:avLst/>
          </a:prstGeom>
          <a:ln w="82550">
            <a:solidFill>
              <a:schemeClr val="bg1"/>
            </a:solidFill>
            <a:tailEnd type="triangle"/>
          </a:ln>
        </p:spPr>
        <p:style>
          <a:lnRef idx="1">
            <a:schemeClr val="accent1"/>
          </a:lnRef>
          <a:fillRef idx="0">
            <a:schemeClr val="accent1"/>
          </a:fillRef>
          <a:effectRef idx="0">
            <a:schemeClr val="accent1"/>
          </a:effectRef>
          <a:fontRef idx="minor">
            <a:schemeClr val="tx1"/>
          </a:fontRef>
        </p:style>
      </p:cxnSp>
      <p:cxnSp>
        <p:nvCxnSpPr>
          <p:cNvPr id="17" name="Straight Arrow Connector 16">
            <a:extLst>
              <a:ext uri="{FF2B5EF4-FFF2-40B4-BE49-F238E27FC236}">
                <a16:creationId xmlns:a16="http://schemas.microsoft.com/office/drawing/2014/main" id="{8A372E41-1DC1-025D-4B35-B443E3C01D50}"/>
              </a:ext>
            </a:extLst>
          </p:cNvPr>
          <p:cNvCxnSpPr>
            <a:cxnSpLocks/>
          </p:cNvCxnSpPr>
          <p:nvPr/>
        </p:nvCxnSpPr>
        <p:spPr>
          <a:xfrm>
            <a:off x="15251951" y="8401050"/>
            <a:ext cx="1441625" cy="0"/>
          </a:xfrm>
          <a:prstGeom prst="straightConnector1">
            <a:avLst/>
          </a:prstGeom>
          <a:ln w="82550">
            <a:solidFill>
              <a:schemeClr val="bg1"/>
            </a:solidFill>
            <a:tailEnd type="triangle"/>
          </a:ln>
        </p:spPr>
        <p:style>
          <a:lnRef idx="1">
            <a:schemeClr val="accent1"/>
          </a:lnRef>
          <a:fillRef idx="0">
            <a:schemeClr val="accent1"/>
          </a:fillRef>
          <a:effectRef idx="0">
            <a:schemeClr val="accent1"/>
          </a:effectRef>
          <a:fontRef idx="minor">
            <a:schemeClr val="tx1"/>
          </a:fontRef>
        </p:style>
      </p:cxnSp>
      <p:sp>
        <p:nvSpPr>
          <p:cNvPr id="20" name="Footer Placeholder 3">
            <a:extLst>
              <a:ext uri="{FF2B5EF4-FFF2-40B4-BE49-F238E27FC236}">
                <a16:creationId xmlns:a16="http://schemas.microsoft.com/office/drawing/2014/main" id="{30DF2A0A-5C73-F357-6401-1B8DED922366}"/>
              </a:ext>
            </a:extLst>
          </p:cNvPr>
          <p:cNvSpPr>
            <a:spLocks noGrp="1"/>
          </p:cNvSpPr>
          <p:nvPr>
            <p:ph type="ftr" sz="quarter" idx="3"/>
          </p:nvPr>
        </p:nvSpPr>
        <p:spPr>
          <a:xfrm>
            <a:off x="1411345" y="12985749"/>
            <a:ext cx="10052413" cy="730250"/>
          </a:xfrm>
          <a:prstGeom prst="rect">
            <a:avLst/>
          </a:prstGeom>
        </p:spPr>
        <p:txBody>
          <a:bodyPr vert="horz" lIns="91440" tIns="45720" rIns="91440" bIns="45720" rtlCol="0" anchor="ctr"/>
          <a:lstStyle>
            <a:lvl1pPr algn="l">
              <a:defRPr sz="1400" b="0" i="0">
                <a:solidFill>
                  <a:schemeClr val="bg2"/>
                </a:solidFill>
                <a:latin typeface="Oracle Sans Light" panose="020B0403020204020204" pitchFamily="34" charset="0"/>
                <a:cs typeface="Oracle Sans Light" panose="020B0403020204020204" pitchFamily="34" charset="0"/>
              </a:defRPr>
            </a:lvl1p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CA" sz="1400" b="0" i="0" u="none" strike="noStrike" kern="1200" cap="none" spc="0" normalizeH="0" baseline="0" noProof="0" dirty="0">
                <a:ln>
                  <a:noFill/>
                </a:ln>
                <a:solidFill>
                  <a:schemeClr val="bg2"/>
                </a:solidFill>
                <a:effectLst/>
                <a:uLnTx/>
                <a:uFillTx/>
                <a:latin typeface="Oracle Sans Light" panose="020B0403020204020204" pitchFamily="34" charset="0"/>
                <a:ea typeface="+mn-ea"/>
                <a:cs typeface="Oracle Sans Light" panose="020B0403020204020204" pitchFamily="34" charset="0"/>
              </a:rPr>
              <a:t>Java Day Copyright © 2024, Oracle and/or its affiliates</a:t>
            </a:r>
          </a:p>
        </p:txBody>
      </p:sp>
      <p:sp>
        <p:nvSpPr>
          <p:cNvPr id="21" name="Slide Number Placeholder 5">
            <a:extLst>
              <a:ext uri="{FF2B5EF4-FFF2-40B4-BE49-F238E27FC236}">
                <a16:creationId xmlns:a16="http://schemas.microsoft.com/office/drawing/2014/main" id="{1E0DB968-BB12-54FC-400A-024C2006BFEA}"/>
              </a:ext>
            </a:extLst>
          </p:cNvPr>
          <p:cNvSpPr>
            <a:spLocks noGrp="1"/>
          </p:cNvSpPr>
          <p:nvPr>
            <p:ph type="sldNum" sz="quarter" idx="4"/>
          </p:nvPr>
        </p:nvSpPr>
        <p:spPr>
          <a:xfrm>
            <a:off x="449152" y="12985749"/>
            <a:ext cx="871646" cy="730250"/>
          </a:xfrm>
          <a:prstGeom prst="rect">
            <a:avLst/>
          </a:prstGeom>
        </p:spPr>
        <p:txBody>
          <a:bodyPr vert="horz" lIns="91440" tIns="45720" rIns="91440" bIns="45720" rtlCol="0" anchor="ctr"/>
          <a:lstStyle>
            <a:lvl1pPr algn="l">
              <a:defRPr sz="1600">
                <a:solidFill>
                  <a:schemeClr val="bg2"/>
                </a:solidFill>
                <a:latin typeface="Oracle Sans" panose="020B0503020204020204" pitchFamily="34" charset="0"/>
                <a:cs typeface="Oracle Sans" panose="020B0503020204020204" pitchFamily="34" charset="0"/>
              </a:defRPr>
            </a:lvl1pPr>
          </a:lstStyle>
          <a:p>
            <a:fld id="{CFF4B978-1D82-7745-80C5-DBABA6B131D3}" type="slidenum">
              <a:rPr lang="en-US" smtClean="0"/>
              <a:pPr/>
              <a:t>‹#›</a:t>
            </a:fld>
            <a:endParaRPr lang="en-US"/>
          </a:p>
        </p:txBody>
      </p:sp>
      <p:pic>
        <p:nvPicPr>
          <p:cNvPr id="22" name="Picture 21">
            <a:extLst>
              <a:ext uri="{FF2B5EF4-FFF2-40B4-BE49-F238E27FC236}">
                <a16:creationId xmlns:a16="http://schemas.microsoft.com/office/drawing/2014/main" id="{666E1E55-FC12-E88D-CC0B-60C8C3D558EF}"/>
              </a:ext>
            </a:extLst>
          </p:cNvPr>
          <p:cNvPicPr>
            <a:picLocks noChangeAspect="1"/>
          </p:cNvPicPr>
          <p:nvPr userDrawn="1"/>
        </p:nvPicPr>
        <p:blipFill>
          <a:blip r:embed="rId3">
            <a:alphaModFix/>
          </a:blip>
          <a:stretch>
            <a:fillRect/>
          </a:stretch>
        </p:blipFill>
        <p:spPr>
          <a:xfrm>
            <a:off x="22762011" y="12898102"/>
            <a:ext cx="817080" cy="827423"/>
          </a:xfrm>
          <a:prstGeom prst="rect">
            <a:avLst/>
          </a:prstGeom>
        </p:spPr>
      </p:pic>
    </p:spTree>
    <p:extLst>
      <p:ext uri="{BB962C8B-B14F-4D97-AF65-F5344CB8AC3E}">
        <p14:creationId xmlns:p14="http://schemas.microsoft.com/office/powerpoint/2010/main" val="828292977"/>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p:cSld name="15_Custom Layout">
    <p:bg>
      <p:bgPr>
        <a:solidFill>
          <a:srgbClr val="00758F"/>
        </a:solidFill>
        <a:effectLst/>
      </p:bgPr>
    </p:bg>
    <p:spTree>
      <p:nvGrpSpPr>
        <p:cNvPr id="1" name=""/>
        <p:cNvGrpSpPr/>
        <p:nvPr/>
      </p:nvGrpSpPr>
      <p:grpSpPr>
        <a:xfrm>
          <a:off x="0" y="0"/>
          <a:ext cx="0" cy="0"/>
          <a:chOff x="0" y="0"/>
          <a:chExt cx="0" cy="0"/>
        </a:xfrm>
      </p:grpSpPr>
      <p:pic>
        <p:nvPicPr>
          <p:cNvPr id="2" name="Picture 1" descr="Background pattern&#10;&#10;Description automatically generated">
            <a:extLst>
              <a:ext uri="{FF2B5EF4-FFF2-40B4-BE49-F238E27FC236}">
                <a16:creationId xmlns:a16="http://schemas.microsoft.com/office/drawing/2014/main" id="{49B1AA9B-090B-953B-B2C8-E64AF206B506}"/>
              </a:ext>
            </a:extLst>
          </p:cNvPr>
          <p:cNvPicPr>
            <a:picLocks noChangeAspect="1"/>
          </p:cNvPicPr>
          <p:nvPr userDrawn="1"/>
        </p:nvPicPr>
        <p:blipFill>
          <a:blip r:embed="rId2"/>
          <a:stretch>
            <a:fillRect/>
          </a:stretch>
        </p:blipFill>
        <p:spPr>
          <a:xfrm>
            <a:off x="0" y="0"/>
            <a:ext cx="24384000" cy="13716000"/>
          </a:xfrm>
          <a:prstGeom prst="rect">
            <a:avLst/>
          </a:prstGeom>
        </p:spPr>
      </p:pic>
      <p:sp>
        <p:nvSpPr>
          <p:cNvPr id="20" name="Rounded Rectangle 28">
            <a:extLst>
              <a:ext uri="{FF2B5EF4-FFF2-40B4-BE49-F238E27FC236}">
                <a16:creationId xmlns:a16="http://schemas.microsoft.com/office/drawing/2014/main" id="{C9ECE419-D260-7312-2D4B-AC4D5CC97319}"/>
              </a:ext>
            </a:extLst>
          </p:cNvPr>
          <p:cNvSpPr/>
          <p:nvPr/>
        </p:nvSpPr>
        <p:spPr>
          <a:xfrm>
            <a:off x="1399457" y="5444849"/>
            <a:ext cx="21341149" cy="1779424"/>
          </a:xfrm>
          <a:prstGeom prst="roundRect">
            <a:avLst>
              <a:gd name="adj" fmla="val 4125"/>
            </a:avLst>
          </a:prstGeom>
          <a:solidFill>
            <a:srgbClr val="5FBDD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21" name="Rounded Rectangle 26">
            <a:extLst>
              <a:ext uri="{FF2B5EF4-FFF2-40B4-BE49-F238E27FC236}">
                <a16:creationId xmlns:a16="http://schemas.microsoft.com/office/drawing/2014/main" id="{5F52082D-C076-6274-D12A-E04D978DA866}"/>
              </a:ext>
            </a:extLst>
          </p:cNvPr>
          <p:cNvSpPr/>
          <p:nvPr/>
        </p:nvSpPr>
        <p:spPr>
          <a:xfrm>
            <a:off x="15763718" y="7502249"/>
            <a:ext cx="6976889" cy="1779424"/>
          </a:xfrm>
          <a:prstGeom prst="roundRect">
            <a:avLst>
              <a:gd name="adj" fmla="val 4125"/>
            </a:avLst>
          </a:prstGeom>
          <a:solidFill>
            <a:srgbClr val="004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23" name="Rounded Rectangle 27">
            <a:extLst>
              <a:ext uri="{FF2B5EF4-FFF2-40B4-BE49-F238E27FC236}">
                <a16:creationId xmlns:a16="http://schemas.microsoft.com/office/drawing/2014/main" id="{2E20E926-A34B-77EE-E260-CB830D76A883}"/>
              </a:ext>
            </a:extLst>
          </p:cNvPr>
          <p:cNvSpPr/>
          <p:nvPr/>
        </p:nvSpPr>
        <p:spPr>
          <a:xfrm>
            <a:off x="15763718" y="9573096"/>
            <a:ext cx="6976889" cy="1779424"/>
          </a:xfrm>
          <a:prstGeom prst="roundRect">
            <a:avLst>
              <a:gd name="adj" fmla="val 4125"/>
            </a:avLst>
          </a:prstGeom>
          <a:solidFill>
            <a:srgbClr val="004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30" name="Rounded Rectangle 24">
            <a:extLst>
              <a:ext uri="{FF2B5EF4-FFF2-40B4-BE49-F238E27FC236}">
                <a16:creationId xmlns:a16="http://schemas.microsoft.com/office/drawing/2014/main" id="{1F5C710A-806F-C431-DFAD-83A2ED45171C}"/>
              </a:ext>
            </a:extLst>
          </p:cNvPr>
          <p:cNvSpPr/>
          <p:nvPr/>
        </p:nvSpPr>
        <p:spPr>
          <a:xfrm>
            <a:off x="8581587" y="7502249"/>
            <a:ext cx="6976889" cy="1779424"/>
          </a:xfrm>
          <a:prstGeom prst="roundRect">
            <a:avLst>
              <a:gd name="adj" fmla="val 4125"/>
            </a:avLst>
          </a:prstGeom>
          <a:solidFill>
            <a:srgbClr val="005A6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31" name="Rounded Rectangle 25">
            <a:extLst>
              <a:ext uri="{FF2B5EF4-FFF2-40B4-BE49-F238E27FC236}">
                <a16:creationId xmlns:a16="http://schemas.microsoft.com/office/drawing/2014/main" id="{B1B1600E-2D8D-0A79-C2E8-E85B9A682502}"/>
              </a:ext>
            </a:extLst>
          </p:cNvPr>
          <p:cNvSpPr/>
          <p:nvPr/>
        </p:nvSpPr>
        <p:spPr>
          <a:xfrm>
            <a:off x="8581587" y="9573096"/>
            <a:ext cx="6976889" cy="1779424"/>
          </a:xfrm>
          <a:prstGeom prst="roundRect">
            <a:avLst>
              <a:gd name="adj" fmla="val 4125"/>
            </a:avLst>
          </a:prstGeom>
          <a:solidFill>
            <a:srgbClr val="005A6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32" name="Rounded Rectangle 21">
            <a:extLst>
              <a:ext uri="{FF2B5EF4-FFF2-40B4-BE49-F238E27FC236}">
                <a16:creationId xmlns:a16="http://schemas.microsoft.com/office/drawing/2014/main" id="{02880524-67EA-C1EA-2625-DF9F3756EE9E}"/>
              </a:ext>
            </a:extLst>
          </p:cNvPr>
          <p:cNvSpPr/>
          <p:nvPr/>
        </p:nvSpPr>
        <p:spPr>
          <a:xfrm>
            <a:off x="1399458" y="7502249"/>
            <a:ext cx="6976889" cy="1779424"/>
          </a:xfrm>
          <a:prstGeom prst="roundRect">
            <a:avLst>
              <a:gd name="adj" fmla="val 4125"/>
            </a:avLst>
          </a:prstGeom>
          <a:solidFill>
            <a:srgbClr val="3099B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33" name="Rounded Rectangle 23">
            <a:extLst>
              <a:ext uri="{FF2B5EF4-FFF2-40B4-BE49-F238E27FC236}">
                <a16:creationId xmlns:a16="http://schemas.microsoft.com/office/drawing/2014/main" id="{9E03575B-A0F3-92D5-8FB6-CEB5FD790378}"/>
              </a:ext>
            </a:extLst>
          </p:cNvPr>
          <p:cNvSpPr/>
          <p:nvPr/>
        </p:nvSpPr>
        <p:spPr>
          <a:xfrm>
            <a:off x="1399458" y="9573096"/>
            <a:ext cx="6976889" cy="1779424"/>
          </a:xfrm>
          <a:prstGeom prst="roundRect">
            <a:avLst>
              <a:gd name="adj" fmla="val 4125"/>
            </a:avLst>
          </a:prstGeom>
          <a:solidFill>
            <a:srgbClr val="3099B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27" name="Rounded Rectangle 26">
            <a:extLst>
              <a:ext uri="{FF2B5EF4-FFF2-40B4-BE49-F238E27FC236}">
                <a16:creationId xmlns:a16="http://schemas.microsoft.com/office/drawing/2014/main" id="{2F170B86-B2D5-E360-0045-FBA3C2845938}"/>
              </a:ext>
            </a:extLst>
          </p:cNvPr>
          <p:cNvSpPr/>
          <p:nvPr/>
        </p:nvSpPr>
        <p:spPr>
          <a:xfrm>
            <a:off x="15763718" y="7502249"/>
            <a:ext cx="6976889" cy="1779424"/>
          </a:xfrm>
          <a:prstGeom prst="roundRect">
            <a:avLst>
              <a:gd name="adj" fmla="val 4125"/>
            </a:avLst>
          </a:prstGeom>
          <a:solidFill>
            <a:srgbClr val="004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28" name="Rounded Rectangle 27">
            <a:extLst>
              <a:ext uri="{FF2B5EF4-FFF2-40B4-BE49-F238E27FC236}">
                <a16:creationId xmlns:a16="http://schemas.microsoft.com/office/drawing/2014/main" id="{F176DC1F-D0B7-F49F-436B-498A8EA7A015}"/>
              </a:ext>
            </a:extLst>
          </p:cNvPr>
          <p:cNvSpPr/>
          <p:nvPr/>
        </p:nvSpPr>
        <p:spPr>
          <a:xfrm>
            <a:off x="15763718" y="9573096"/>
            <a:ext cx="6976889" cy="1779424"/>
          </a:xfrm>
          <a:prstGeom prst="roundRect">
            <a:avLst>
              <a:gd name="adj" fmla="val 4125"/>
            </a:avLst>
          </a:prstGeom>
          <a:solidFill>
            <a:srgbClr val="004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25" name="Rounded Rectangle 24">
            <a:extLst>
              <a:ext uri="{FF2B5EF4-FFF2-40B4-BE49-F238E27FC236}">
                <a16:creationId xmlns:a16="http://schemas.microsoft.com/office/drawing/2014/main" id="{7E360280-B971-EAB9-D9CA-00EAC5836ACE}"/>
              </a:ext>
            </a:extLst>
          </p:cNvPr>
          <p:cNvSpPr/>
          <p:nvPr/>
        </p:nvSpPr>
        <p:spPr>
          <a:xfrm>
            <a:off x="8581587" y="7502249"/>
            <a:ext cx="6976889" cy="1779424"/>
          </a:xfrm>
          <a:prstGeom prst="roundRect">
            <a:avLst>
              <a:gd name="adj" fmla="val 4125"/>
            </a:avLst>
          </a:prstGeom>
          <a:solidFill>
            <a:srgbClr val="005A6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26" name="Rounded Rectangle 25">
            <a:extLst>
              <a:ext uri="{FF2B5EF4-FFF2-40B4-BE49-F238E27FC236}">
                <a16:creationId xmlns:a16="http://schemas.microsoft.com/office/drawing/2014/main" id="{F8A345CE-C034-61D1-5E2F-D2EEDCF20830}"/>
              </a:ext>
            </a:extLst>
          </p:cNvPr>
          <p:cNvSpPr/>
          <p:nvPr/>
        </p:nvSpPr>
        <p:spPr>
          <a:xfrm>
            <a:off x="8581587" y="9573096"/>
            <a:ext cx="6976889" cy="1779424"/>
          </a:xfrm>
          <a:prstGeom prst="roundRect">
            <a:avLst>
              <a:gd name="adj" fmla="val 4125"/>
            </a:avLst>
          </a:prstGeom>
          <a:solidFill>
            <a:srgbClr val="005A6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22" name="Rounded Rectangle 21">
            <a:extLst>
              <a:ext uri="{FF2B5EF4-FFF2-40B4-BE49-F238E27FC236}">
                <a16:creationId xmlns:a16="http://schemas.microsoft.com/office/drawing/2014/main" id="{15B5D52E-72E6-26D4-7422-106DFD3131B0}"/>
              </a:ext>
            </a:extLst>
          </p:cNvPr>
          <p:cNvSpPr/>
          <p:nvPr/>
        </p:nvSpPr>
        <p:spPr>
          <a:xfrm>
            <a:off x="1399458" y="7502249"/>
            <a:ext cx="6976889" cy="1779424"/>
          </a:xfrm>
          <a:prstGeom prst="roundRect">
            <a:avLst>
              <a:gd name="adj" fmla="val 4125"/>
            </a:avLst>
          </a:prstGeom>
          <a:solidFill>
            <a:srgbClr val="3099B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24" name="Rounded Rectangle 23">
            <a:extLst>
              <a:ext uri="{FF2B5EF4-FFF2-40B4-BE49-F238E27FC236}">
                <a16:creationId xmlns:a16="http://schemas.microsoft.com/office/drawing/2014/main" id="{FEE7B8C4-0A38-50B0-EEFA-AFDDCAFDAB3E}"/>
              </a:ext>
            </a:extLst>
          </p:cNvPr>
          <p:cNvSpPr/>
          <p:nvPr/>
        </p:nvSpPr>
        <p:spPr>
          <a:xfrm>
            <a:off x="1399458" y="9573096"/>
            <a:ext cx="6976889" cy="1779424"/>
          </a:xfrm>
          <a:prstGeom prst="roundRect">
            <a:avLst>
              <a:gd name="adj" fmla="val 4125"/>
            </a:avLst>
          </a:prstGeom>
          <a:solidFill>
            <a:srgbClr val="3099B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11" name="Text Placeholder 16">
            <a:extLst>
              <a:ext uri="{FF2B5EF4-FFF2-40B4-BE49-F238E27FC236}">
                <a16:creationId xmlns:a16="http://schemas.microsoft.com/office/drawing/2014/main" id="{60B336EA-3438-AE7A-41F8-7E3391296002}"/>
              </a:ext>
            </a:extLst>
          </p:cNvPr>
          <p:cNvSpPr>
            <a:spLocks noGrp="1"/>
          </p:cNvSpPr>
          <p:nvPr>
            <p:ph type="body" sz="quarter" idx="15" hasCustomPrompt="1"/>
          </p:nvPr>
        </p:nvSpPr>
        <p:spPr>
          <a:xfrm>
            <a:off x="1399458" y="5431789"/>
            <a:ext cx="21350686" cy="1780332"/>
          </a:xfrm>
          <a:prstGeom prst="rect">
            <a:avLst/>
          </a:prstGeom>
        </p:spPr>
        <p:txBody>
          <a:bodyPr anchor="ctr"/>
          <a:lstStyle>
            <a:lvl1pPr marL="0" indent="0" algn="ctr">
              <a:lnSpc>
                <a:spcPct val="110000"/>
              </a:lnSpc>
              <a:spcBef>
                <a:spcPts val="0"/>
              </a:spcBef>
              <a:buNone/>
              <a:defRPr sz="4800" b="0" i="0">
                <a:solidFill>
                  <a:schemeClr val="bg1"/>
                </a:solidFill>
                <a:latin typeface="Oracle Sans Light" panose="020B0403020204020204" pitchFamily="34" charset="0"/>
                <a:cs typeface="Oracle Sans Light" panose="020B0403020204020204" pitchFamily="34" charset="0"/>
              </a:defRPr>
            </a:lvl1pPr>
            <a:lvl2pPr marL="635000" indent="-341313">
              <a:tabLst/>
              <a:defRPr sz="4000" b="0" i="0">
                <a:solidFill>
                  <a:schemeClr val="bg1"/>
                </a:solidFill>
                <a:latin typeface="Oracle Sans" panose="020B0503020204020204" pitchFamily="34" charset="0"/>
                <a:cs typeface="Oracle Sans" panose="020B0503020204020204" pitchFamily="34" charset="0"/>
              </a:defRPr>
            </a:lvl2pPr>
          </a:lstStyle>
          <a:p>
            <a:pPr lvl="0"/>
            <a:r>
              <a:rPr lang="en-US" dirty="0"/>
              <a:t>Insert copy here</a:t>
            </a:r>
          </a:p>
        </p:txBody>
      </p:sp>
      <p:sp>
        <p:nvSpPr>
          <p:cNvPr id="12" name="Text Placeholder 16">
            <a:extLst>
              <a:ext uri="{FF2B5EF4-FFF2-40B4-BE49-F238E27FC236}">
                <a16:creationId xmlns:a16="http://schemas.microsoft.com/office/drawing/2014/main" id="{B4EEE44A-527B-A0ED-4AD9-2A5CEC3EF1F0}"/>
              </a:ext>
            </a:extLst>
          </p:cNvPr>
          <p:cNvSpPr>
            <a:spLocks noGrp="1"/>
          </p:cNvSpPr>
          <p:nvPr>
            <p:ph type="body" sz="quarter" idx="16" hasCustomPrompt="1"/>
          </p:nvPr>
        </p:nvSpPr>
        <p:spPr>
          <a:xfrm>
            <a:off x="1399459" y="7501797"/>
            <a:ext cx="6976890" cy="1780332"/>
          </a:xfrm>
          <a:prstGeom prst="rect">
            <a:avLst/>
          </a:prstGeom>
        </p:spPr>
        <p:txBody>
          <a:bodyPr anchor="ctr"/>
          <a:lstStyle>
            <a:lvl1pPr marL="0" indent="0" algn="ctr">
              <a:lnSpc>
                <a:spcPct val="110000"/>
              </a:lnSpc>
              <a:spcBef>
                <a:spcPts val="0"/>
              </a:spcBef>
              <a:buNone/>
              <a:defRPr sz="4000" b="0" i="0">
                <a:solidFill>
                  <a:schemeClr val="bg1"/>
                </a:solidFill>
                <a:latin typeface="Oracle Sans Light" panose="020B0403020204020204" pitchFamily="34" charset="0"/>
                <a:cs typeface="Oracle Sans Light" panose="020B0403020204020204" pitchFamily="34" charset="0"/>
              </a:defRPr>
            </a:lvl1pPr>
            <a:lvl2pPr marL="635000" indent="-341313">
              <a:tabLst/>
              <a:defRPr sz="4000" b="0" i="0">
                <a:solidFill>
                  <a:schemeClr val="bg1"/>
                </a:solidFill>
                <a:latin typeface="Oracle Sans" panose="020B0503020204020204" pitchFamily="34" charset="0"/>
                <a:cs typeface="Oracle Sans" panose="020B0503020204020204" pitchFamily="34" charset="0"/>
              </a:defRPr>
            </a:lvl2pPr>
          </a:lstStyle>
          <a:p>
            <a:pPr lvl="0"/>
            <a:r>
              <a:rPr lang="en-US" dirty="0"/>
              <a:t>Insert copy here</a:t>
            </a:r>
          </a:p>
        </p:txBody>
      </p:sp>
      <p:sp>
        <p:nvSpPr>
          <p:cNvPr id="13" name="Text Placeholder 16">
            <a:extLst>
              <a:ext uri="{FF2B5EF4-FFF2-40B4-BE49-F238E27FC236}">
                <a16:creationId xmlns:a16="http://schemas.microsoft.com/office/drawing/2014/main" id="{8F94792F-4D00-E9C5-08C1-90B7AC9C564F}"/>
              </a:ext>
            </a:extLst>
          </p:cNvPr>
          <p:cNvSpPr>
            <a:spLocks noGrp="1"/>
          </p:cNvSpPr>
          <p:nvPr>
            <p:ph type="body" sz="quarter" idx="17" hasCustomPrompt="1"/>
          </p:nvPr>
        </p:nvSpPr>
        <p:spPr>
          <a:xfrm>
            <a:off x="1399459" y="9571800"/>
            <a:ext cx="6976890" cy="1780332"/>
          </a:xfrm>
          <a:prstGeom prst="rect">
            <a:avLst/>
          </a:prstGeom>
        </p:spPr>
        <p:txBody>
          <a:bodyPr anchor="ctr"/>
          <a:lstStyle>
            <a:lvl1pPr marL="0" indent="0" algn="ctr">
              <a:lnSpc>
                <a:spcPct val="110000"/>
              </a:lnSpc>
              <a:spcBef>
                <a:spcPts val="0"/>
              </a:spcBef>
              <a:buNone/>
              <a:defRPr sz="4000" b="0" i="0">
                <a:solidFill>
                  <a:schemeClr val="bg1"/>
                </a:solidFill>
                <a:latin typeface="Oracle Sans Light" panose="020B0403020204020204" pitchFamily="34" charset="0"/>
                <a:cs typeface="Oracle Sans Light" panose="020B0403020204020204" pitchFamily="34" charset="0"/>
              </a:defRPr>
            </a:lvl1pPr>
            <a:lvl2pPr marL="635000" indent="-341313">
              <a:tabLst/>
              <a:defRPr sz="4000" b="0" i="0">
                <a:solidFill>
                  <a:schemeClr val="bg1"/>
                </a:solidFill>
                <a:latin typeface="Oracle Sans" panose="020B0503020204020204" pitchFamily="34" charset="0"/>
                <a:cs typeface="Oracle Sans" panose="020B0503020204020204" pitchFamily="34" charset="0"/>
              </a:defRPr>
            </a:lvl2pPr>
          </a:lstStyle>
          <a:p>
            <a:pPr lvl="0"/>
            <a:r>
              <a:rPr lang="en-US" dirty="0"/>
              <a:t>Insert copy here</a:t>
            </a:r>
          </a:p>
        </p:txBody>
      </p:sp>
      <p:sp>
        <p:nvSpPr>
          <p:cNvPr id="14" name="Text Placeholder 16">
            <a:extLst>
              <a:ext uri="{FF2B5EF4-FFF2-40B4-BE49-F238E27FC236}">
                <a16:creationId xmlns:a16="http://schemas.microsoft.com/office/drawing/2014/main" id="{B60EA7CF-9E96-9CFB-A33B-02B3EA4CC88F}"/>
              </a:ext>
            </a:extLst>
          </p:cNvPr>
          <p:cNvSpPr>
            <a:spLocks noGrp="1"/>
          </p:cNvSpPr>
          <p:nvPr>
            <p:ph type="body" sz="quarter" idx="18" hasCustomPrompt="1"/>
          </p:nvPr>
        </p:nvSpPr>
        <p:spPr>
          <a:xfrm>
            <a:off x="8586355" y="7501797"/>
            <a:ext cx="6976890" cy="1780332"/>
          </a:xfrm>
          <a:prstGeom prst="rect">
            <a:avLst/>
          </a:prstGeom>
        </p:spPr>
        <p:txBody>
          <a:bodyPr anchor="ctr"/>
          <a:lstStyle>
            <a:lvl1pPr marL="0" indent="0" algn="ctr">
              <a:lnSpc>
                <a:spcPct val="110000"/>
              </a:lnSpc>
              <a:spcBef>
                <a:spcPts val="0"/>
              </a:spcBef>
              <a:buNone/>
              <a:defRPr sz="4000" b="0" i="0">
                <a:solidFill>
                  <a:schemeClr val="bg1"/>
                </a:solidFill>
                <a:latin typeface="Oracle Sans Light" panose="020B0403020204020204" pitchFamily="34" charset="0"/>
                <a:cs typeface="Oracle Sans Light" panose="020B0403020204020204" pitchFamily="34" charset="0"/>
              </a:defRPr>
            </a:lvl1pPr>
            <a:lvl2pPr marL="635000" indent="-341313">
              <a:tabLst/>
              <a:defRPr sz="4000" b="0" i="0">
                <a:solidFill>
                  <a:schemeClr val="bg1"/>
                </a:solidFill>
                <a:latin typeface="Oracle Sans" panose="020B0503020204020204" pitchFamily="34" charset="0"/>
                <a:cs typeface="Oracle Sans" panose="020B0503020204020204" pitchFamily="34" charset="0"/>
              </a:defRPr>
            </a:lvl2pPr>
          </a:lstStyle>
          <a:p>
            <a:pPr lvl="0"/>
            <a:r>
              <a:rPr lang="en-US" dirty="0"/>
              <a:t>Insert copy here</a:t>
            </a:r>
          </a:p>
        </p:txBody>
      </p:sp>
      <p:sp>
        <p:nvSpPr>
          <p:cNvPr id="15" name="Text Placeholder 16">
            <a:extLst>
              <a:ext uri="{FF2B5EF4-FFF2-40B4-BE49-F238E27FC236}">
                <a16:creationId xmlns:a16="http://schemas.microsoft.com/office/drawing/2014/main" id="{B82ABEE9-437C-80D9-AD45-7E0B5CEC6501}"/>
              </a:ext>
            </a:extLst>
          </p:cNvPr>
          <p:cNvSpPr>
            <a:spLocks noGrp="1"/>
          </p:cNvSpPr>
          <p:nvPr>
            <p:ph type="body" sz="quarter" idx="19" hasCustomPrompt="1"/>
          </p:nvPr>
        </p:nvSpPr>
        <p:spPr>
          <a:xfrm>
            <a:off x="8586355" y="9571800"/>
            <a:ext cx="6976890" cy="1780332"/>
          </a:xfrm>
          <a:prstGeom prst="rect">
            <a:avLst/>
          </a:prstGeom>
          <a:solidFill>
            <a:srgbClr val="005A6E"/>
          </a:solidFill>
        </p:spPr>
        <p:txBody>
          <a:bodyPr anchor="ctr"/>
          <a:lstStyle>
            <a:lvl1pPr marL="0" indent="0" algn="ctr">
              <a:lnSpc>
                <a:spcPct val="110000"/>
              </a:lnSpc>
              <a:spcBef>
                <a:spcPts val="0"/>
              </a:spcBef>
              <a:buNone/>
              <a:defRPr sz="4000" b="0" i="0">
                <a:solidFill>
                  <a:schemeClr val="bg1"/>
                </a:solidFill>
                <a:latin typeface="Oracle Sans Light" panose="020B0403020204020204" pitchFamily="34" charset="0"/>
                <a:cs typeface="Oracle Sans Light" panose="020B0403020204020204" pitchFamily="34" charset="0"/>
              </a:defRPr>
            </a:lvl1pPr>
            <a:lvl2pPr marL="635000" indent="-341313">
              <a:tabLst/>
              <a:defRPr sz="4000" b="0" i="0">
                <a:solidFill>
                  <a:schemeClr val="bg1"/>
                </a:solidFill>
                <a:latin typeface="Oracle Sans" panose="020B0503020204020204" pitchFamily="34" charset="0"/>
                <a:cs typeface="Oracle Sans" panose="020B0503020204020204" pitchFamily="34" charset="0"/>
              </a:defRPr>
            </a:lvl2pPr>
          </a:lstStyle>
          <a:p>
            <a:pPr lvl="0"/>
            <a:r>
              <a:rPr lang="en-US" dirty="0"/>
              <a:t>Insert copy here</a:t>
            </a:r>
          </a:p>
        </p:txBody>
      </p:sp>
      <p:sp>
        <p:nvSpPr>
          <p:cNvPr id="16" name="Text Placeholder 16">
            <a:extLst>
              <a:ext uri="{FF2B5EF4-FFF2-40B4-BE49-F238E27FC236}">
                <a16:creationId xmlns:a16="http://schemas.microsoft.com/office/drawing/2014/main" id="{7D087B56-F58B-472F-6A40-BC7114559C90}"/>
              </a:ext>
            </a:extLst>
          </p:cNvPr>
          <p:cNvSpPr>
            <a:spLocks noGrp="1"/>
          </p:cNvSpPr>
          <p:nvPr>
            <p:ph type="body" sz="quarter" idx="20" hasCustomPrompt="1"/>
          </p:nvPr>
        </p:nvSpPr>
        <p:spPr>
          <a:xfrm>
            <a:off x="15773253" y="7501797"/>
            <a:ext cx="6976890" cy="1780332"/>
          </a:xfrm>
          <a:prstGeom prst="rect">
            <a:avLst/>
          </a:prstGeom>
        </p:spPr>
        <p:txBody>
          <a:bodyPr anchor="ctr"/>
          <a:lstStyle>
            <a:lvl1pPr marL="0" indent="0" algn="ctr">
              <a:lnSpc>
                <a:spcPct val="110000"/>
              </a:lnSpc>
              <a:spcBef>
                <a:spcPts val="0"/>
              </a:spcBef>
              <a:buNone/>
              <a:defRPr sz="4000" b="0" i="0">
                <a:solidFill>
                  <a:schemeClr val="bg1"/>
                </a:solidFill>
                <a:latin typeface="Oracle Sans Light" panose="020B0403020204020204" pitchFamily="34" charset="0"/>
                <a:cs typeface="Oracle Sans Light" panose="020B0403020204020204" pitchFamily="34" charset="0"/>
              </a:defRPr>
            </a:lvl1pPr>
            <a:lvl2pPr marL="635000" indent="-341313">
              <a:tabLst/>
              <a:defRPr sz="4000" b="0" i="0">
                <a:solidFill>
                  <a:schemeClr val="bg1"/>
                </a:solidFill>
                <a:latin typeface="Oracle Sans" panose="020B0503020204020204" pitchFamily="34" charset="0"/>
                <a:cs typeface="Oracle Sans" panose="020B0503020204020204" pitchFamily="34" charset="0"/>
              </a:defRPr>
            </a:lvl2pPr>
          </a:lstStyle>
          <a:p>
            <a:pPr lvl="0"/>
            <a:r>
              <a:rPr lang="en-US" dirty="0"/>
              <a:t>Insert copy here</a:t>
            </a:r>
          </a:p>
        </p:txBody>
      </p:sp>
      <p:sp>
        <p:nvSpPr>
          <p:cNvPr id="17" name="Text Placeholder 16">
            <a:extLst>
              <a:ext uri="{FF2B5EF4-FFF2-40B4-BE49-F238E27FC236}">
                <a16:creationId xmlns:a16="http://schemas.microsoft.com/office/drawing/2014/main" id="{1CE87E77-B69E-C209-BA68-3919C92D5F4D}"/>
              </a:ext>
            </a:extLst>
          </p:cNvPr>
          <p:cNvSpPr>
            <a:spLocks noGrp="1"/>
          </p:cNvSpPr>
          <p:nvPr>
            <p:ph type="body" sz="quarter" idx="21" hasCustomPrompt="1"/>
          </p:nvPr>
        </p:nvSpPr>
        <p:spPr>
          <a:xfrm>
            <a:off x="15773253" y="9571800"/>
            <a:ext cx="6976890" cy="1780332"/>
          </a:xfrm>
          <a:prstGeom prst="rect">
            <a:avLst/>
          </a:prstGeom>
        </p:spPr>
        <p:txBody>
          <a:bodyPr anchor="ctr"/>
          <a:lstStyle>
            <a:lvl1pPr marL="0" indent="0" algn="ctr">
              <a:lnSpc>
                <a:spcPct val="110000"/>
              </a:lnSpc>
              <a:spcBef>
                <a:spcPts val="0"/>
              </a:spcBef>
              <a:buNone/>
              <a:defRPr sz="4000" b="0" i="0">
                <a:solidFill>
                  <a:schemeClr val="bg1"/>
                </a:solidFill>
                <a:latin typeface="Oracle Sans Light" panose="020B0403020204020204" pitchFamily="34" charset="0"/>
                <a:cs typeface="Oracle Sans Light" panose="020B0403020204020204" pitchFamily="34" charset="0"/>
              </a:defRPr>
            </a:lvl1pPr>
            <a:lvl2pPr marL="635000" indent="-341313">
              <a:tabLst/>
              <a:defRPr sz="4000" b="0" i="0">
                <a:solidFill>
                  <a:schemeClr val="bg1"/>
                </a:solidFill>
                <a:latin typeface="Oracle Sans" panose="020B0503020204020204" pitchFamily="34" charset="0"/>
                <a:cs typeface="Oracle Sans" panose="020B0503020204020204" pitchFamily="34" charset="0"/>
              </a:defRPr>
            </a:lvl2pPr>
          </a:lstStyle>
          <a:p>
            <a:pPr lvl="0"/>
            <a:r>
              <a:rPr lang="en-US" dirty="0"/>
              <a:t>Insert copy here</a:t>
            </a:r>
          </a:p>
        </p:txBody>
      </p:sp>
      <p:sp>
        <p:nvSpPr>
          <p:cNvPr id="18" name="Text Placeholder 5">
            <a:extLst>
              <a:ext uri="{FF2B5EF4-FFF2-40B4-BE49-F238E27FC236}">
                <a16:creationId xmlns:a16="http://schemas.microsoft.com/office/drawing/2014/main" id="{CB6ACD6D-4AF7-E7E2-69D9-046A4CA3F9CD}"/>
              </a:ext>
            </a:extLst>
          </p:cNvPr>
          <p:cNvSpPr>
            <a:spLocks noGrp="1"/>
          </p:cNvSpPr>
          <p:nvPr>
            <p:ph type="body" sz="quarter" idx="24" hasCustomPrompt="1"/>
          </p:nvPr>
        </p:nvSpPr>
        <p:spPr>
          <a:xfrm>
            <a:off x="1386009" y="3533776"/>
            <a:ext cx="22189040" cy="917201"/>
          </a:xfrm>
          <a:prstGeom prst="rect">
            <a:avLst/>
          </a:prstGeom>
        </p:spPr>
        <p:txBody>
          <a:bodyPr>
            <a:normAutofit/>
          </a:bodyPr>
          <a:lstStyle>
            <a:lvl1pPr marL="0" indent="0">
              <a:lnSpc>
                <a:spcPct val="110000"/>
              </a:lnSpc>
              <a:spcBef>
                <a:spcPts val="300"/>
              </a:spcBef>
              <a:spcAft>
                <a:spcPts val="300"/>
              </a:spcAft>
              <a:buFont typeface="Arial" panose="020B0604020202020204" pitchFamily="34" charset="0"/>
              <a:buNone/>
              <a:defRPr sz="4800" b="0" i="0">
                <a:solidFill>
                  <a:srgbClr val="8EE1F0"/>
                </a:solidFill>
                <a:latin typeface="Oracle Sans" panose="020B0503020204020204" pitchFamily="34" charset="0"/>
                <a:cs typeface="Oracle Sans" panose="020B0503020204020204" pitchFamily="34" charset="0"/>
              </a:defRPr>
            </a:lvl1pPr>
            <a:lvl2pPr marL="17462" indent="0">
              <a:lnSpc>
                <a:spcPct val="110000"/>
              </a:lnSpc>
              <a:spcBef>
                <a:spcPts val="300"/>
              </a:spcBef>
              <a:spcAft>
                <a:spcPts val="300"/>
              </a:spcAft>
              <a:buNone/>
              <a:tabLst/>
              <a:defRPr sz="4400">
                <a:solidFill>
                  <a:schemeClr val="bg1"/>
                </a:solidFill>
              </a:defRPr>
            </a:lvl2pPr>
          </a:lstStyle>
          <a:p>
            <a:pPr lvl="0"/>
            <a:r>
              <a:rPr lang="en-US" dirty="0"/>
              <a:t>Intro lead in copy goes here</a:t>
            </a:r>
          </a:p>
        </p:txBody>
      </p:sp>
      <p:sp>
        <p:nvSpPr>
          <p:cNvPr id="19" name="Title 1">
            <a:extLst>
              <a:ext uri="{FF2B5EF4-FFF2-40B4-BE49-F238E27FC236}">
                <a16:creationId xmlns:a16="http://schemas.microsoft.com/office/drawing/2014/main" id="{4A3C7A09-934C-DDE7-A030-731BBDDAB4B3}"/>
              </a:ext>
            </a:extLst>
          </p:cNvPr>
          <p:cNvSpPr>
            <a:spLocks noGrp="1"/>
          </p:cNvSpPr>
          <p:nvPr>
            <p:ph type="title"/>
          </p:nvPr>
        </p:nvSpPr>
        <p:spPr>
          <a:xfrm>
            <a:off x="1386010" y="672354"/>
            <a:ext cx="22189047" cy="1880607"/>
          </a:xfrm>
          <a:prstGeom prst="rect">
            <a:avLst/>
          </a:prstGeom>
        </p:spPr>
        <p:txBody>
          <a:bodyPr anchor="b">
            <a:noAutofit/>
          </a:bodyPr>
          <a:lstStyle>
            <a:lvl1pPr>
              <a:lnSpc>
                <a:spcPct val="100000"/>
              </a:lnSpc>
              <a:defRPr sz="6600"/>
            </a:lvl1pPr>
          </a:lstStyle>
          <a:p>
            <a:r>
              <a:rPr lang="en-GB"/>
              <a:t>Click to edit Master title style</a:t>
            </a:r>
            <a:endParaRPr lang="en-US" dirty="0"/>
          </a:p>
        </p:txBody>
      </p:sp>
      <p:sp>
        <p:nvSpPr>
          <p:cNvPr id="3" name="Footer Placeholder 3">
            <a:extLst>
              <a:ext uri="{FF2B5EF4-FFF2-40B4-BE49-F238E27FC236}">
                <a16:creationId xmlns:a16="http://schemas.microsoft.com/office/drawing/2014/main" id="{E639E3A1-ADDF-640D-830B-A96A6113A061}"/>
              </a:ext>
            </a:extLst>
          </p:cNvPr>
          <p:cNvSpPr>
            <a:spLocks noGrp="1"/>
          </p:cNvSpPr>
          <p:nvPr>
            <p:ph type="ftr" sz="quarter" idx="3"/>
          </p:nvPr>
        </p:nvSpPr>
        <p:spPr>
          <a:xfrm>
            <a:off x="1411345" y="12985749"/>
            <a:ext cx="10052413" cy="730250"/>
          </a:xfrm>
          <a:prstGeom prst="rect">
            <a:avLst/>
          </a:prstGeom>
        </p:spPr>
        <p:txBody>
          <a:bodyPr vert="horz" lIns="91440" tIns="45720" rIns="91440" bIns="45720" rtlCol="0" anchor="ctr"/>
          <a:lstStyle>
            <a:lvl1pPr algn="l">
              <a:defRPr sz="1400" b="0" i="0">
                <a:solidFill>
                  <a:schemeClr val="bg2"/>
                </a:solidFill>
                <a:latin typeface="Oracle Sans Light" panose="020B0403020204020204" pitchFamily="34" charset="0"/>
                <a:cs typeface="Oracle Sans Light" panose="020B0403020204020204" pitchFamily="34" charset="0"/>
              </a:defRPr>
            </a:lvl1p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CA" sz="1400" b="0" i="0" u="none" strike="noStrike" kern="1200" cap="none" spc="0" normalizeH="0" baseline="0" noProof="0" dirty="0">
                <a:ln>
                  <a:noFill/>
                </a:ln>
                <a:solidFill>
                  <a:schemeClr val="bg2"/>
                </a:solidFill>
                <a:effectLst/>
                <a:uLnTx/>
                <a:uFillTx/>
                <a:latin typeface="Oracle Sans Light" panose="020B0403020204020204" pitchFamily="34" charset="0"/>
                <a:ea typeface="+mn-ea"/>
                <a:cs typeface="Oracle Sans Light" panose="020B0403020204020204" pitchFamily="34" charset="0"/>
              </a:rPr>
              <a:t>Java Day Copyright © 2024, Oracle and/or its affiliates</a:t>
            </a:r>
          </a:p>
        </p:txBody>
      </p:sp>
      <p:sp>
        <p:nvSpPr>
          <p:cNvPr id="4" name="Slide Number Placeholder 5">
            <a:extLst>
              <a:ext uri="{FF2B5EF4-FFF2-40B4-BE49-F238E27FC236}">
                <a16:creationId xmlns:a16="http://schemas.microsoft.com/office/drawing/2014/main" id="{7C52E62B-0108-2F2E-3FDC-840F3A096DCC}"/>
              </a:ext>
            </a:extLst>
          </p:cNvPr>
          <p:cNvSpPr>
            <a:spLocks noGrp="1"/>
          </p:cNvSpPr>
          <p:nvPr>
            <p:ph type="sldNum" sz="quarter" idx="4"/>
          </p:nvPr>
        </p:nvSpPr>
        <p:spPr>
          <a:xfrm>
            <a:off x="449152" y="12985749"/>
            <a:ext cx="871646" cy="730250"/>
          </a:xfrm>
          <a:prstGeom prst="rect">
            <a:avLst/>
          </a:prstGeom>
        </p:spPr>
        <p:txBody>
          <a:bodyPr vert="horz" lIns="91440" tIns="45720" rIns="91440" bIns="45720" rtlCol="0" anchor="ctr"/>
          <a:lstStyle>
            <a:lvl1pPr algn="l">
              <a:defRPr sz="1600">
                <a:solidFill>
                  <a:schemeClr val="bg2"/>
                </a:solidFill>
                <a:latin typeface="Oracle Sans" panose="020B0503020204020204" pitchFamily="34" charset="0"/>
                <a:cs typeface="Oracle Sans" panose="020B0503020204020204" pitchFamily="34" charset="0"/>
              </a:defRPr>
            </a:lvl1pPr>
          </a:lstStyle>
          <a:p>
            <a:fld id="{CFF4B978-1D82-7745-80C5-DBABA6B131D3}" type="slidenum">
              <a:rPr lang="en-US" smtClean="0"/>
              <a:pPr/>
              <a:t>‹#›</a:t>
            </a:fld>
            <a:endParaRPr lang="en-US"/>
          </a:p>
        </p:txBody>
      </p:sp>
      <p:pic>
        <p:nvPicPr>
          <p:cNvPr id="5" name="Picture 4">
            <a:extLst>
              <a:ext uri="{FF2B5EF4-FFF2-40B4-BE49-F238E27FC236}">
                <a16:creationId xmlns:a16="http://schemas.microsoft.com/office/drawing/2014/main" id="{AE66F5C2-3120-1091-229D-F4242FC1E3DC}"/>
              </a:ext>
            </a:extLst>
          </p:cNvPr>
          <p:cNvPicPr>
            <a:picLocks noChangeAspect="1"/>
          </p:cNvPicPr>
          <p:nvPr userDrawn="1"/>
        </p:nvPicPr>
        <p:blipFill>
          <a:blip r:embed="rId3">
            <a:alphaModFix/>
          </a:blip>
          <a:stretch>
            <a:fillRect/>
          </a:stretch>
        </p:blipFill>
        <p:spPr>
          <a:xfrm>
            <a:off x="22762011" y="12898102"/>
            <a:ext cx="817080" cy="827423"/>
          </a:xfrm>
          <a:prstGeom prst="rect">
            <a:avLst/>
          </a:prstGeom>
        </p:spPr>
      </p:pic>
    </p:spTree>
    <p:extLst>
      <p:ext uri="{BB962C8B-B14F-4D97-AF65-F5344CB8AC3E}">
        <p14:creationId xmlns:p14="http://schemas.microsoft.com/office/powerpoint/2010/main" val="586898601"/>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p:cSld name="5_Custom Layout">
    <p:bg>
      <p:bgPr>
        <a:solidFill>
          <a:srgbClr val="00758F"/>
        </a:solidFill>
        <a:effectLst/>
      </p:bgPr>
    </p:bg>
    <p:spTree>
      <p:nvGrpSpPr>
        <p:cNvPr id="1" name=""/>
        <p:cNvGrpSpPr/>
        <p:nvPr/>
      </p:nvGrpSpPr>
      <p:grpSpPr>
        <a:xfrm>
          <a:off x="0" y="0"/>
          <a:ext cx="0" cy="0"/>
          <a:chOff x="0" y="0"/>
          <a:chExt cx="0" cy="0"/>
        </a:xfrm>
      </p:grpSpPr>
      <p:pic>
        <p:nvPicPr>
          <p:cNvPr id="2" name="Picture 1" descr="Background pattern&#10;&#10;Description automatically generated">
            <a:extLst>
              <a:ext uri="{FF2B5EF4-FFF2-40B4-BE49-F238E27FC236}">
                <a16:creationId xmlns:a16="http://schemas.microsoft.com/office/drawing/2014/main" id="{27B14C67-9844-5670-CA95-D3BA5235BCF7}"/>
              </a:ext>
            </a:extLst>
          </p:cNvPr>
          <p:cNvPicPr>
            <a:picLocks noChangeAspect="1"/>
          </p:cNvPicPr>
          <p:nvPr userDrawn="1"/>
        </p:nvPicPr>
        <p:blipFill>
          <a:blip r:embed="rId2"/>
          <a:stretch>
            <a:fillRect/>
          </a:stretch>
        </p:blipFill>
        <p:spPr>
          <a:xfrm>
            <a:off x="0" y="0"/>
            <a:ext cx="24384000" cy="13716000"/>
          </a:xfrm>
          <a:prstGeom prst="rect">
            <a:avLst/>
          </a:prstGeom>
        </p:spPr>
      </p:pic>
      <p:sp>
        <p:nvSpPr>
          <p:cNvPr id="6" name="Text Placeholder 5">
            <a:extLst>
              <a:ext uri="{FF2B5EF4-FFF2-40B4-BE49-F238E27FC236}">
                <a16:creationId xmlns:a16="http://schemas.microsoft.com/office/drawing/2014/main" id="{A6D8FCE1-18E3-E6C3-3635-506CCFEE2FF2}"/>
              </a:ext>
            </a:extLst>
          </p:cNvPr>
          <p:cNvSpPr>
            <a:spLocks noGrp="1"/>
          </p:cNvSpPr>
          <p:nvPr>
            <p:ph type="body" sz="quarter" idx="12" hasCustomPrompt="1"/>
          </p:nvPr>
        </p:nvSpPr>
        <p:spPr>
          <a:xfrm>
            <a:off x="1398113" y="4123841"/>
            <a:ext cx="20040685" cy="4782594"/>
          </a:xfrm>
          <a:prstGeom prst="rect">
            <a:avLst/>
          </a:prstGeom>
        </p:spPr>
        <p:txBody>
          <a:bodyPr anchor="ctr">
            <a:noAutofit/>
          </a:bodyPr>
          <a:lstStyle>
            <a:lvl1pPr marL="0" indent="0">
              <a:buNone/>
              <a:defRPr sz="9600" b="0" i="0">
                <a:solidFill>
                  <a:schemeClr val="bg1"/>
                </a:solidFill>
                <a:latin typeface="Oracle Sans Ultra Light" panose="020B0303020204020204" pitchFamily="34" charset="0"/>
                <a:cs typeface="Oracle Sans Ultra Light" panose="020B0303020204020204" pitchFamily="34" charset="0"/>
              </a:defRPr>
            </a:lvl1pPr>
          </a:lstStyle>
          <a:p>
            <a:pPr lvl="0"/>
            <a:r>
              <a:rPr lang="en-US" dirty="0"/>
              <a:t>Impact statement</a:t>
            </a:r>
          </a:p>
        </p:txBody>
      </p:sp>
      <p:sp>
        <p:nvSpPr>
          <p:cNvPr id="3" name="Footer Placeholder 3">
            <a:extLst>
              <a:ext uri="{FF2B5EF4-FFF2-40B4-BE49-F238E27FC236}">
                <a16:creationId xmlns:a16="http://schemas.microsoft.com/office/drawing/2014/main" id="{18E62DD8-6EBD-9DE6-64DF-A5379A7246DA}"/>
              </a:ext>
            </a:extLst>
          </p:cNvPr>
          <p:cNvSpPr>
            <a:spLocks noGrp="1"/>
          </p:cNvSpPr>
          <p:nvPr>
            <p:ph type="ftr" sz="quarter" idx="3"/>
          </p:nvPr>
        </p:nvSpPr>
        <p:spPr>
          <a:xfrm>
            <a:off x="1411345" y="12985749"/>
            <a:ext cx="10052413" cy="730250"/>
          </a:xfrm>
          <a:prstGeom prst="rect">
            <a:avLst/>
          </a:prstGeom>
        </p:spPr>
        <p:txBody>
          <a:bodyPr vert="horz" lIns="91440" tIns="45720" rIns="91440" bIns="45720" rtlCol="0" anchor="ctr"/>
          <a:lstStyle>
            <a:lvl1pPr algn="l">
              <a:defRPr sz="1400" b="0" i="0">
                <a:solidFill>
                  <a:schemeClr val="bg2"/>
                </a:solidFill>
                <a:latin typeface="Oracle Sans Light" panose="020B0403020204020204" pitchFamily="34" charset="0"/>
                <a:cs typeface="Oracle Sans Light" panose="020B0403020204020204" pitchFamily="34" charset="0"/>
              </a:defRPr>
            </a:lvl1p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CA" sz="1400" b="0" i="0" u="none" strike="noStrike" kern="1200" cap="none" spc="0" normalizeH="0" baseline="0" noProof="0" dirty="0">
                <a:ln>
                  <a:noFill/>
                </a:ln>
                <a:solidFill>
                  <a:schemeClr val="bg2"/>
                </a:solidFill>
                <a:effectLst/>
                <a:uLnTx/>
                <a:uFillTx/>
                <a:latin typeface="Oracle Sans Light" panose="020B0403020204020204" pitchFamily="34" charset="0"/>
                <a:ea typeface="+mn-ea"/>
                <a:cs typeface="Oracle Sans Light" panose="020B0403020204020204" pitchFamily="34" charset="0"/>
              </a:rPr>
              <a:t>Java Day Copyright © 2024, Oracle and/or its affiliates</a:t>
            </a:r>
          </a:p>
        </p:txBody>
      </p:sp>
      <p:sp>
        <p:nvSpPr>
          <p:cNvPr id="4" name="Slide Number Placeholder 5">
            <a:extLst>
              <a:ext uri="{FF2B5EF4-FFF2-40B4-BE49-F238E27FC236}">
                <a16:creationId xmlns:a16="http://schemas.microsoft.com/office/drawing/2014/main" id="{1A9FD071-25DB-17D6-9996-412631F8CCFE}"/>
              </a:ext>
            </a:extLst>
          </p:cNvPr>
          <p:cNvSpPr>
            <a:spLocks noGrp="1"/>
          </p:cNvSpPr>
          <p:nvPr>
            <p:ph type="sldNum" sz="quarter" idx="4"/>
          </p:nvPr>
        </p:nvSpPr>
        <p:spPr>
          <a:xfrm>
            <a:off x="449152" y="12985749"/>
            <a:ext cx="871646" cy="730250"/>
          </a:xfrm>
          <a:prstGeom prst="rect">
            <a:avLst/>
          </a:prstGeom>
        </p:spPr>
        <p:txBody>
          <a:bodyPr vert="horz" lIns="91440" tIns="45720" rIns="91440" bIns="45720" rtlCol="0" anchor="ctr"/>
          <a:lstStyle>
            <a:lvl1pPr algn="l">
              <a:defRPr sz="1600">
                <a:solidFill>
                  <a:schemeClr val="bg2"/>
                </a:solidFill>
                <a:latin typeface="Oracle Sans" panose="020B0503020204020204" pitchFamily="34" charset="0"/>
                <a:cs typeface="Oracle Sans" panose="020B0503020204020204" pitchFamily="34" charset="0"/>
              </a:defRPr>
            </a:lvl1pPr>
          </a:lstStyle>
          <a:p>
            <a:fld id="{CFF4B978-1D82-7745-80C5-DBABA6B131D3}" type="slidenum">
              <a:rPr lang="en-US" smtClean="0"/>
              <a:pPr/>
              <a:t>‹#›</a:t>
            </a:fld>
            <a:endParaRPr lang="en-US"/>
          </a:p>
        </p:txBody>
      </p:sp>
      <p:pic>
        <p:nvPicPr>
          <p:cNvPr id="5" name="Picture 4">
            <a:extLst>
              <a:ext uri="{FF2B5EF4-FFF2-40B4-BE49-F238E27FC236}">
                <a16:creationId xmlns:a16="http://schemas.microsoft.com/office/drawing/2014/main" id="{142DDA70-AAE7-0B4D-BEDC-F659632F0304}"/>
              </a:ext>
            </a:extLst>
          </p:cNvPr>
          <p:cNvPicPr>
            <a:picLocks noChangeAspect="1"/>
          </p:cNvPicPr>
          <p:nvPr userDrawn="1"/>
        </p:nvPicPr>
        <p:blipFill>
          <a:blip r:embed="rId3">
            <a:alphaModFix/>
          </a:blip>
          <a:stretch>
            <a:fillRect/>
          </a:stretch>
        </p:blipFill>
        <p:spPr>
          <a:xfrm>
            <a:off x="22762011" y="12898102"/>
            <a:ext cx="817080" cy="827423"/>
          </a:xfrm>
          <a:prstGeom prst="rect">
            <a:avLst/>
          </a:prstGeom>
        </p:spPr>
      </p:pic>
    </p:spTree>
    <p:extLst>
      <p:ext uri="{BB962C8B-B14F-4D97-AF65-F5344CB8AC3E}">
        <p14:creationId xmlns:p14="http://schemas.microsoft.com/office/powerpoint/2010/main" val="3048908615"/>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p:cSld name="6_Custom Layout">
    <p:bg>
      <p:bgPr>
        <a:solidFill>
          <a:srgbClr val="00758F"/>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94DC978F-BDE8-5C14-B722-721651C8FB70}"/>
              </a:ext>
            </a:extLst>
          </p:cNvPr>
          <p:cNvPicPr>
            <a:picLocks noChangeAspect="1"/>
          </p:cNvPicPr>
          <p:nvPr userDrawn="1"/>
        </p:nvPicPr>
        <p:blipFill>
          <a:blip r:embed="rId2"/>
          <a:stretch>
            <a:fillRect/>
          </a:stretch>
        </p:blipFill>
        <p:spPr>
          <a:xfrm>
            <a:off x="1587" y="0"/>
            <a:ext cx="24384000" cy="13716000"/>
          </a:xfrm>
          <a:prstGeom prst="rect">
            <a:avLst/>
          </a:prstGeom>
        </p:spPr>
      </p:pic>
      <p:sp>
        <p:nvSpPr>
          <p:cNvPr id="6" name="Text Placeholder 5">
            <a:extLst>
              <a:ext uri="{FF2B5EF4-FFF2-40B4-BE49-F238E27FC236}">
                <a16:creationId xmlns:a16="http://schemas.microsoft.com/office/drawing/2014/main" id="{A6D8FCE1-18E3-E6C3-3635-506CCFEE2FF2}"/>
              </a:ext>
            </a:extLst>
          </p:cNvPr>
          <p:cNvSpPr>
            <a:spLocks noGrp="1"/>
          </p:cNvSpPr>
          <p:nvPr>
            <p:ph type="body" sz="quarter" idx="12" hasCustomPrompt="1"/>
          </p:nvPr>
        </p:nvSpPr>
        <p:spPr>
          <a:xfrm>
            <a:off x="1398113" y="4123841"/>
            <a:ext cx="20040685" cy="4782594"/>
          </a:xfrm>
          <a:prstGeom prst="rect">
            <a:avLst/>
          </a:prstGeom>
        </p:spPr>
        <p:txBody>
          <a:bodyPr anchor="ctr">
            <a:noAutofit/>
          </a:bodyPr>
          <a:lstStyle>
            <a:lvl1pPr marL="0" indent="0">
              <a:buNone/>
              <a:defRPr sz="9600" b="0" i="0">
                <a:solidFill>
                  <a:schemeClr val="bg1"/>
                </a:solidFill>
                <a:latin typeface="Oracle Sans Ultra Light" panose="020B0303020204020204" pitchFamily="34" charset="0"/>
                <a:cs typeface="Oracle Sans Ultra Light" panose="020B0303020204020204" pitchFamily="34" charset="0"/>
              </a:defRPr>
            </a:lvl1pPr>
          </a:lstStyle>
          <a:p>
            <a:pPr lvl="0"/>
            <a:r>
              <a:rPr lang="en-US" dirty="0"/>
              <a:t>Impact statement</a:t>
            </a:r>
          </a:p>
        </p:txBody>
      </p:sp>
      <p:sp>
        <p:nvSpPr>
          <p:cNvPr id="3" name="Footer Placeholder 3">
            <a:extLst>
              <a:ext uri="{FF2B5EF4-FFF2-40B4-BE49-F238E27FC236}">
                <a16:creationId xmlns:a16="http://schemas.microsoft.com/office/drawing/2014/main" id="{322C80B2-A184-276A-4F5E-029C8E66578E}"/>
              </a:ext>
            </a:extLst>
          </p:cNvPr>
          <p:cNvSpPr>
            <a:spLocks noGrp="1"/>
          </p:cNvSpPr>
          <p:nvPr>
            <p:ph type="ftr" sz="quarter" idx="3"/>
          </p:nvPr>
        </p:nvSpPr>
        <p:spPr>
          <a:xfrm>
            <a:off x="1411345" y="12985749"/>
            <a:ext cx="10052413" cy="730250"/>
          </a:xfrm>
          <a:prstGeom prst="rect">
            <a:avLst/>
          </a:prstGeom>
        </p:spPr>
        <p:txBody>
          <a:bodyPr vert="horz" lIns="91440" tIns="45720" rIns="91440" bIns="45720" rtlCol="0" anchor="ctr"/>
          <a:lstStyle>
            <a:lvl1pPr algn="l">
              <a:defRPr sz="1400" b="0" i="0">
                <a:solidFill>
                  <a:schemeClr val="bg2"/>
                </a:solidFill>
                <a:latin typeface="Oracle Sans Light" panose="020B0403020204020204" pitchFamily="34" charset="0"/>
                <a:cs typeface="Oracle Sans Light" panose="020B0403020204020204" pitchFamily="34" charset="0"/>
              </a:defRPr>
            </a:lvl1p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CA" sz="1400" b="0" i="0" u="none" strike="noStrike" kern="1200" cap="none" spc="0" normalizeH="0" baseline="0" noProof="0" dirty="0">
                <a:ln>
                  <a:noFill/>
                </a:ln>
                <a:solidFill>
                  <a:schemeClr val="bg2"/>
                </a:solidFill>
                <a:effectLst/>
                <a:uLnTx/>
                <a:uFillTx/>
                <a:latin typeface="Oracle Sans Light" panose="020B0403020204020204" pitchFamily="34" charset="0"/>
                <a:ea typeface="+mn-ea"/>
                <a:cs typeface="Oracle Sans Light" panose="020B0403020204020204" pitchFamily="34" charset="0"/>
              </a:rPr>
              <a:t>Java Day Copyright © 2024, Oracle and/or its affiliates</a:t>
            </a:r>
          </a:p>
        </p:txBody>
      </p:sp>
      <p:sp>
        <p:nvSpPr>
          <p:cNvPr id="4" name="Slide Number Placeholder 5">
            <a:extLst>
              <a:ext uri="{FF2B5EF4-FFF2-40B4-BE49-F238E27FC236}">
                <a16:creationId xmlns:a16="http://schemas.microsoft.com/office/drawing/2014/main" id="{CBFBF5DB-1B18-2D2E-1628-1486274745F4}"/>
              </a:ext>
            </a:extLst>
          </p:cNvPr>
          <p:cNvSpPr>
            <a:spLocks noGrp="1"/>
          </p:cNvSpPr>
          <p:nvPr>
            <p:ph type="sldNum" sz="quarter" idx="4"/>
          </p:nvPr>
        </p:nvSpPr>
        <p:spPr>
          <a:xfrm>
            <a:off x="449152" y="12985749"/>
            <a:ext cx="871646" cy="730250"/>
          </a:xfrm>
          <a:prstGeom prst="rect">
            <a:avLst/>
          </a:prstGeom>
        </p:spPr>
        <p:txBody>
          <a:bodyPr vert="horz" lIns="91440" tIns="45720" rIns="91440" bIns="45720" rtlCol="0" anchor="ctr"/>
          <a:lstStyle>
            <a:lvl1pPr algn="l">
              <a:defRPr sz="1600">
                <a:solidFill>
                  <a:schemeClr val="bg2"/>
                </a:solidFill>
                <a:latin typeface="Oracle Sans" panose="020B0503020204020204" pitchFamily="34" charset="0"/>
                <a:cs typeface="Oracle Sans" panose="020B0503020204020204" pitchFamily="34" charset="0"/>
              </a:defRPr>
            </a:lvl1pPr>
          </a:lstStyle>
          <a:p>
            <a:fld id="{CFF4B978-1D82-7745-80C5-DBABA6B131D3}" type="slidenum">
              <a:rPr lang="en-US" smtClean="0"/>
              <a:pPr/>
              <a:t>‹#›</a:t>
            </a:fld>
            <a:endParaRPr lang="en-US"/>
          </a:p>
        </p:txBody>
      </p:sp>
      <p:pic>
        <p:nvPicPr>
          <p:cNvPr id="5" name="Picture 4">
            <a:extLst>
              <a:ext uri="{FF2B5EF4-FFF2-40B4-BE49-F238E27FC236}">
                <a16:creationId xmlns:a16="http://schemas.microsoft.com/office/drawing/2014/main" id="{320B2226-FB8C-9166-4AD0-BF9EDF59AF45}"/>
              </a:ext>
            </a:extLst>
          </p:cNvPr>
          <p:cNvPicPr>
            <a:picLocks noChangeAspect="1"/>
          </p:cNvPicPr>
          <p:nvPr userDrawn="1"/>
        </p:nvPicPr>
        <p:blipFill>
          <a:blip r:embed="rId3">
            <a:alphaModFix/>
          </a:blip>
          <a:stretch>
            <a:fillRect/>
          </a:stretch>
        </p:blipFill>
        <p:spPr>
          <a:xfrm>
            <a:off x="22762011" y="12898102"/>
            <a:ext cx="817080" cy="827423"/>
          </a:xfrm>
          <a:prstGeom prst="rect">
            <a:avLst/>
          </a:prstGeom>
        </p:spPr>
      </p:pic>
    </p:spTree>
    <p:extLst>
      <p:ext uri="{BB962C8B-B14F-4D97-AF65-F5344CB8AC3E}">
        <p14:creationId xmlns:p14="http://schemas.microsoft.com/office/powerpoint/2010/main" val="3965216051"/>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p:cSld name="9_Custom Layout">
    <p:bg>
      <p:bgPr>
        <a:solidFill>
          <a:srgbClr val="00758F"/>
        </a:solidFill>
        <a:effectLst/>
      </p:bgPr>
    </p:bg>
    <p:spTree>
      <p:nvGrpSpPr>
        <p:cNvPr id="1" name=""/>
        <p:cNvGrpSpPr/>
        <p:nvPr/>
      </p:nvGrpSpPr>
      <p:grpSpPr>
        <a:xfrm>
          <a:off x="0" y="0"/>
          <a:ext cx="0" cy="0"/>
          <a:chOff x="0" y="0"/>
          <a:chExt cx="0" cy="0"/>
        </a:xfrm>
      </p:grpSpPr>
      <p:pic>
        <p:nvPicPr>
          <p:cNvPr id="3" name="Picture 2" descr="Background pattern&#10;&#10;Description automatically generated">
            <a:extLst>
              <a:ext uri="{FF2B5EF4-FFF2-40B4-BE49-F238E27FC236}">
                <a16:creationId xmlns:a16="http://schemas.microsoft.com/office/drawing/2014/main" id="{468F6E80-2498-1B4E-E7B7-0270BC044DD7}"/>
              </a:ext>
            </a:extLst>
          </p:cNvPr>
          <p:cNvPicPr>
            <a:picLocks noChangeAspect="1"/>
          </p:cNvPicPr>
          <p:nvPr userDrawn="1"/>
        </p:nvPicPr>
        <p:blipFill>
          <a:blip r:embed="rId2"/>
          <a:stretch>
            <a:fillRect/>
          </a:stretch>
        </p:blipFill>
        <p:spPr>
          <a:xfrm>
            <a:off x="0" y="0"/>
            <a:ext cx="24384000" cy="13716000"/>
          </a:xfrm>
          <a:prstGeom prst="rect">
            <a:avLst/>
          </a:prstGeom>
        </p:spPr>
      </p:pic>
      <p:sp>
        <p:nvSpPr>
          <p:cNvPr id="6" name="Text Placeholder 5">
            <a:extLst>
              <a:ext uri="{FF2B5EF4-FFF2-40B4-BE49-F238E27FC236}">
                <a16:creationId xmlns:a16="http://schemas.microsoft.com/office/drawing/2014/main" id="{A6D8FCE1-18E3-E6C3-3635-506CCFEE2FF2}"/>
              </a:ext>
            </a:extLst>
          </p:cNvPr>
          <p:cNvSpPr>
            <a:spLocks noGrp="1"/>
          </p:cNvSpPr>
          <p:nvPr>
            <p:ph type="body" sz="quarter" idx="12" hasCustomPrompt="1"/>
          </p:nvPr>
        </p:nvSpPr>
        <p:spPr>
          <a:xfrm>
            <a:off x="1398113" y="4123841"/>
            <a:ext cx="20040685" cy="4782594"/>
          </a:xfrm>
          <a:prstGeom prst="rect">
            <a:avLst/>
          </a:prstGeom>
        </p:spPr>
        <p:txBody>
          <a:bodyPr anchor="ctr">
            <a:noAutofit/>
          </a:bodyPr>
          <a:lstStyle>
            <a:lvl1pPr marL="0" indent="0">
              <a:buNone/>
              <a:defRPr sz="9600" b="0" i="0">
                <a:solidFill>
                  <a:schemeClr val="bg1"/>
                </a:solidFill>
                <a:latin typeface="Oracle Sans Ultra Light" panose="020B0303020204020204" pitchFamily="34" charset="0"/>
                <a:cs typeface="Oracle Sans Ultra Light" panose="020B0303020204020204" pitchFamily="34" charset="0"/>
              </a:defRPr>
            </a:lvl1pPr>
          </a:lstStyle>
          <a:p>
            <a:pPr lvl="0"/>
            <a:r>
              <a:rPr lang="en-US" dirty="0"/>
              <a:t>Impact statement</a:t>
            </a:r>
          </a:p>
        </p:txBody>
      </p:sp>
      <p:sp>
        <p:nvSpPr>
          <p:cNvPr id="2" name="Footer Placeholder 3">
            <a:extLst>
              <a:ext uri="{FF2B5EF4-FFF2-40B4-BE49-F238E27FC236}">
                <a16:creationId xmlns:a16="http://schemas.microsoft.com/office/drawing/2014/main" id="{DF021A7C-DC89-7C65-0953-14F26D72DEDB}"/>
              </a:ext>
            </a:extLst>
          </p:cNvPr>
          <p:cNvSpPr>
            <a:spLocks noGrp="1"/>
          </p:cNvSpPr>
          <p:nvPr>
            <p:ph type="ftr" sz="quarter" idx="3"/>
          </p:nvPr>
        </p:nvSpPr>
        <p:spPr>
          <a:xfrm>
            <a:off x="1411345" y="12985749"/>
            <a:ext cx="10052413" cy="730250"/>
          </a:xfrm>
          <a:prstGeom prst="rect">
            <a:avLst/>
          </a:prstGeom>
        </p:spPr>
        <p:txBody>
          <a:bodyPr vert="horz" lIns="91440" tIns="45720" rIns="91440" bIns="45720" rtlCol="0" anchor="ctr"/>
          <a:lstStyle>
            <a:lvl1pPr algn="l">
              <a:defRPr sz="1400" b="0" i="0">
                <a:solidFill>
                  <a:schemeClr val="bg2"/>
                </a:solidFill>
                <a:latin typeface="Oracle Sans Light" panose="020B0403020204020204" pitchFamily="34" charset="0"/>
                <a:cs typeface="Oracle Sans Light" panose="020B0403020204020204" pitchFamily="34" charset="0"/>
              </a:defRPr>
            </a:lvl1p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CA" sz="1400" b="0" i="0" u="none" strike="noStrike" kern="1200" cap="none" spc="0" normalizeH="0" baseline="0" noProof="0" dirty="0">
                <a:ln>
                  <a:noFill/>
                </a:ln>
                <a:solidFill>
                  <a:schemeClr val="bg2"/>
                </a:solidFill>
                <a:effectLst/>
                <a:uLnTx/>
                <a:uFillTx/>
                <a:latin typeface="Oracle Sans Light" panose="020B0403020204020204" pitchFamily="34" charset="0"/>
                <a:ea typeface="+mn-ea"/>
                <a:cs typeface="Oracle Sans Light" panose="020B0403020204020204" pitchFamily="34" charset="0"/>
              </a:rPr>
              <a:t>Java Day Copyright © 2024, Oracle and/or its affiliates</a:t>
            </a:r>
          </a:p>
        </p:txBody>
      </p:sp>
      <p:sp>
        <p:nvSpPr>
          <p:cNvPr id="4" name="Slide Number Placeholder 5">
            <a:extLst>
              <a:ext uri="{FF2B5EF4-FFF2-40B4-BE49-F238E27FC236}">
                <a16:creationId xmlns:a16="http://schemas.microsoft.com/office/drawing/2014/main" id="{6B305F48-CDC6-6511-B809-3E78B3083FFF}"/>
              </a:ext>
            </a:extLst>
          </p:cNvPr>
          <p:cNvSpPr>
            <a:spLocks noGrp="1"/>
          </p:cNvSpPr>
          <p:nvPr>
            <p:ph type="sldNum" sz="quarter" idx="4"/>
          </p:nvPr>
        </p:nvSpPr>
        <p:spPr>
          <a:xfrm>
            <a:off x="449152" y="12985749"/>
            <a:ext cx="871646" cy="730250"/>
          </a:xfrm>
          <a:prstGeom prst="rect">
            <a:avLst/>
          </a:prstGeom>
        </p:spPr>
        <p:txBody>
          <a:bodyPr vert="horz" lIns="91440" tIns="45720" rIns="91440" bIns="45720" rtlCol="0" anchor="ctr"/>
          <a:lstStyle>
            <a:lvl1pPr algn="l">
              <a:defRPr sz="1600">
                <a:solidFill>
                  <a:schemeClr val="bg2"/>
                </a:solidFill>
                <a:latin typeface="Oracle Sans" panose="020B0503020204020204" pitchFamily="34" charset="0"/>
                <a:cs typeface="Oracle Sans" panose="020B0503020204020204" pitchFamily="34" charset="0"/>
              </a:defRPr>
            </a:lvl1pPr>
          </a:lstStyle>
          <a:p>
            <a:fld id="{CFF4B978-1D82-7745-80C5-DBABA6B131D3}" type="slidenum">
              <a:rPr lang="en-US" smtClean="0"/>
              <a:pPr/>
              <a:t>‹#›</a:t>
            </a:fld>
            <a:endParaRPr lang="en-US"/>
          </a:p>
        </p:txBody>
      </p:sp>
      <p:pic>
        <p:nvPicPr>
          <p:cNvPr id="5" name="Picture 4">
            <a:extLst>
              <a:ext uri="{FF2B5EF4-FFF2-40B4-BE49-F238E27FC236}">
                <a16:creationId xmlns:a16="http://schemas.microsoft.com/office/drawing/2014/main" id="{B2F076F0-A77A-6D77-7AB0-31B80794736E}"/>
              </a:ext>
            </a:extLst>
          </p:cNvPr>
          <p:cNvPicPr>
            <a:picLocks noChangeAspect="1"/>
          </p:cNvPicPr>
          <p:nvPr userDrawn="1"/>
        </p:nvPicPr>
        <p:blipFill>
          <a:blip r:embed="rId3">
            <a:alphaModFix/>
          </a:blip>
          <a:stretch>
            <a:fillRect/>
          </a:stretch>
        </p:blipFill>
        <p:spPr>
          <a:xfrm>
            <a:off x="22762011" y="12898102"/>
            <a:ext cx="817080" cy="827423"/>
          </a:xfrm>
          <a:prstGeom prst="rect">
            <a:avLst/>
          </a:prstGeom>
        </p:spPr>
      </p:pic>
    </p:spTree>
    <p:extLst>
      <p:ext uri="{BB962C8B-B14F-4D97-AF65-F5344CB8AC3E}">
        <p14:creationId xmlns:p14="http://schemas.microsoft.com/office/powerpoint/2010/main" val="3482722019"/>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p:cSld name="25_Custom Layout">
    <p:bg>
      <p:bgPr>
        <a:solidFill>
          <a:srgbClr val="00758F"/>
        </a:solidFill>
        <a:effectLst/>
      </p:bgPr>
    </p:bg>
    <p:spTree>
      <p:nvGrpSpPr>
        <p:cNvPr id="1" name=""/>
        <p:cNvGrpSpPr/>
        <p:nvPr/>
      </p:nvGrpSpPr>
      <p:grpSpPr>
        <a:xfrm>
          <a:off x="0" y="0"/>
          <a:ext cx="0" cy="0"/>
          <a:chOff x="0" y="0"/>
          <a:chExt cx="0" cy="0"/>
        </a:xfrm>
      </p:grpSpPr>
      <p:pic>
        <p:nvPicPr>
          <p:cNvPr id="2" name="Picture 1" descr="Background pattern&#10;&#10;Description automatically generated with medium confidence">
            <a:extLst>
              <a:ext uri="{FF2B5EF4-FFF2-40B4-BE49-F238E27FC236}">
                <a16:creationId xmlns:a16="http://schemas.microsoft.com/office/drawing/2014/main" id="{6E585790-2111-000A-8FFF-376300E13DB8}"/>
              </a:ext>
            </a:extLst>
          </p:cNvPr>
          <p:cNvPicPr>
            <a:picLocks noChangeAspect="1"/>
          </p:cNvPicPr>
          <p:nvPr userDrawn="1"/>
        </p:nvPicPr>
        <p:blipFill>
          <a:blip r:embed="rId2"/>
          <a:stretch>
            <a:fillRect/>
          </a:stretch>
        </p:blipFill>
        <p:spPr>
          <a:xfrm>
            <a:off x="1587" y="0"/>
            <a:ext cx="24384000" cy="13716000"/>
          </a:xfrm>
          <a:prstGeom prst="rect">
            <a:avLst/>
          </a:prstGeom>
        </p:spPr>
      </p:pic>
      <p:sp>
        <p:nvSpPr>
          <p:cNvPr id="6" name="Text Placeholder 5">
            <a:extLst>
              <a:ext uri="{FF2B5EF4-FFF2-40B4-BE49-F238E27FC236}">
                <a16:creationId xmlns:a16="http://schemas.microsoft.com/office/drawing/2014/main" id="{A6D8FCE1-18E3-E6C3-3635-506CCFEE2FF2}"/>
              </a:ext>
            </a:extLst>
          </p:cNvPr>
          <p:cNvSpPr>
            <a:spLocks noGrp="1"/>
          </p:cNvSpPr>
          <p:nvPr>
            <p:ph type="body" sz="quarter" idx="12" hasCustomPrompt="1"/>
          </p:nvPr>
        </p:nvSpPr>
        <p:spPr>
          <a:xfrm>
            <a:off x="1398113" y="4123841"/>
            <a:ext cx="20040685" cy="4782594"/>
          </a:xfrm>
          <a:prstGeom prst="rect">
            <a:avLst/>
          </a:prstGeom>
        </p:spPr>
        <p:txBody>
          <a:bodyPr anchor="ctr">
            <a:noAutofit/>
          </a:bodyPr>
          <a:lstStyle>
            <a:lvl1pPr marL="0" indent="0">
              <a:buNone/>
              <a:defRPr sz="9600" b="0" i="0">
                <a:solidFill>
                  <a:schemeClr val="bg1"/>
                </a:solidFill>
                <a:latin typeface="Oracle Sans Ultra Light" panose="020B0303020204020204" pitchFamily="34" charset="0"/>
                <a:cs typeface="Oracle Sans Ultra Light" panose="020B0303020204020204" pitchFamily="34" charset="0"/>
              </a:defRPr>
            </a:lvl1pPr>
          </a:lstStyle>
          <a:p>
            <a:pPr lvl="0"/>
            <a:r>
              <a:rPr lang="en-US" dirty="0"/>
              <a:t>Impact statement</a:t>
            </a:r>
          </a:p>
        </p:txBody>
      </p:sp>
      <p:sp>
        <p:nvSpPr>
          <p:cNvPr id="3" name="Footer Placeholder 3">
            <a:extLst>
              <a:ext uri="{FF2B5EF4-FFF2-40B4-BE49-F238E27FC236}">
                <a16:creationId xmlns:a16="http://schemas.microsoft.com/office/drawing/2014/main" id="{6F042404-C963-52E1-25FD-F2764FED7B3A}"/>
              </a:ext>
            </a:extLst>
          </p:cNvPr>
          <p:cNvSpPr>
            <a:spLocks noGrp="1"/>
          </p:cNvSpPr>
          <p:nvPr>
            <p:ph type="ftr" sz="quarter" idx="3"/>
          </p:nvPr>
        </p:nvSpPr>
        <p:spPr>
          <a:xfrm>
            <a:off x="1411345" y="12985749"/>
            <a:ext cx="10052413" cy="730250"/>
          </a:xfrm>
          <a:prstGeom prst="rect">
            <a:avLst/>
          </a:prstGeom>
        </p:spPr>
        <p:txBody>
          <a:bodyPr vert="horz" lIns="91440" tIns="45720" rIns="91440" bIns="45720" rtlCol="0" anchor="ctr"/>
          <a:lstStyle>
            <a:lvl1pPr algn="l">
              <a:defRPr sz="1400" b="0" i="0">
                <a:solidFill>
                  <a:schemeClr val="bg2"/>
                </a:solidFill>
                <a:latin typeface="Oracle Sans Light" panose="020B0403020204020204" pitchFamily="34" charset="0"/>
                <a:cs typeface="Oracle Sans Light" panose="020B0403020204020204" pitchFamily="34" charset="0"/>
              </a:defRPr>
            </a:lvl1p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CA" sz="1400" b="0" i="0" u="none" strike="noStrike" kern="1200" cap="none" spc="0" normalizeH="0" baseline="0" noProof="0" dirty="0">
                <a:ln>
                  <a:noFill/>
                </a:ln>
                <a:solidFill>
                  <a:schemeClr val="bg2"/>
                </a:solidFill>
                <a:effectLst/>
                <a:uLnTx/>
                <a:uFillTx/>
                <a:latin typeface="Oracle Sans Light" panose="020B0403020204020204" pitchFamily="34" charset="0"/>
                <a:ea typeface="+mn-ea"/>
                <a:cs typeface="Oracle Sans Light" panose="020B0403020204020204" pitchFamily="34" charset="0"/>
              </a:rPr>
              <a:t>Java Day Copyright © 2024, Oracle and/or its affiliates</a:t>
            </a:r>
          </a:p>
        </p:txBody>
      </p:sp>
      <p:sp>
        <p:nvSpPr>
          <p:cNvPr id="4" name="Slide Number Placeholder 5">
            <a:extLst>
              <a:ext uri="{FF2B5EF4-FFF2-40B4-BE49-F238E27FC236}">
                <a16:creationId xmlns:a16="http://schemas.microsoft.com/office/drawing/2014/main" id="{C6F340C5-D4E6-6718-FF8E-C2B1C9E2E0B2}"/>
              </a:ext>
            </a:extLst>
          </p:cNvPr>
          <p:cNvSpPr>
            <a:spLocks noGrp="1"/>
          </p:cNvSpPr>
          <p:nvPr>
            <p:ph type="sldNum" sz="quarter" idx="4"/>
          </p:nvPr>
        </p:nvSpPr>
        <p:spPr>
          <a:xfrm>
            <a:off x="449152" y="12985749"/>
            <a:ext cx="871646" cy="730250"/>
          </a:xfrm>
          <a:prstGeom prst="rect">
            <a:avLst/>
          </a:prstGeom>
        </p:spPr>
        <p:txBody>
          <a:bodyPr vert="horz" lIns="91440" tIns="45720" rIns="91440" bIns="45720" rtlCol="0" anchor="ctr"/>
          <a:lstStyle>
            <a:lvl1pPr algn="l">
              <a:defRPr sz="1600">
                <a:solidFill>
                  <a:schemeClr val="bg2"/>
                </a:solidFill>
                <a:latin typeface="Oracle Sans" panose="020B0503020204020204" pitchFamily="34" charset="0"/>
                <a:cs typeface="Oracle Sans" panose="020B0503020204020204" pitchFamily="34" charset="0"/>
              </a:defRPr>
            </a:lvl1pPr>
          </a:lstStyle>
          <a:p>
            <a:fld id="{CFF4B978-1D82-7745-80C5-DBABA6B131D3}" type="slidenum">
              <a:rPr lang="en-US" smtClean="0"/>
              <a:pPr/>
              <a:t>‹#›</a:t>
            </a:fld>
            <a:endParaRPr lang="en-US"/>
          </a:p>
        </p:txBody>
      </p:sp>
      <p:pic>
        <p:nvPicPr>
          <p:cNvPr id="5" name="Picture 4">
            <a:extLst>
              <a:ext uri="{FF2B5EF4-FFF2-40B4-BE49-F238E27FC236}">
                <a16:creationId xmlns:a16="http://schemas.microsoft.com/office/drawing/2014/main" id="{4BE182FE-8921-66CA-E249-A5699409CA61}"/>
              </a:ext>
            </a:extLst>
          </p:cNvPr>
          <p:cNvPicPr>
            <a:picLocks noChangeAspect="1"/>
          </p:cNvPicPr>
          <p:nvPr userDrawn="1"/>
        </p:nvPicPr>
        <p:blipFill>
          <a:blip r:embed="rId3">
            <a:alphaModFix/>
          </a:blip>
          <a:stretch>
            <a:fillRect/>
          </a:stretch>
        </p:blipFill>
        <p:spPr>
          <a:xfrm>
            <a:off x="22762011" y="12898102"/>
            <a:ext cx="817080" cy="827423"/>
          </a:xfrm>
          <a:prstGeom prst="rect">
            <a:avLst/>
          </a:prstGeom>
        </p:spPr>
      </p:pic>
    </p:spTree>
    <p:extLst>
      <p:ext uri="{BB962C8B-B14F-4D97-AF65-F5344CB8AC3E}">
        <p14:creationId xmlns:p14="http://schemas.microsoft.com/office/powerpoint/2010/main" val="2855058111"/>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p:cSld name="1_Bold Statement – Dark">
    <p:bg>
      <p:bgPr>
        <a:solidFill>
          <a:srgbClr val="00758F"/>
        </a:solid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3B29C294-99A0-444E-2366-2A56C0052020}"/>
              </a:ext>
            </a:extLst>
          </p:cNvPr>
          <p:cNvPicPr>
            <a:picLocks noChangeAspect="1"/>
          </p:cNvPicPr>
          <p:nvPr userDrawn="1"/>
        </p:nvPicPr>
        <p:blipFill>
          <a:blip r:embed="rId2"/>
          <a:stretch>
            <a:fillRect/>
          </a:stretch>
        </p:blipFill>
        <p:spPr>
          <a:xfrm>
            <a:off x="1587" y="9525"/>
            <a:ext cx="24384000" cy="13716000"/>
          </a:xfrm>
          <a:prstGeom prst="rect">
            <a:avLst/>
          </a:prstGeom>
        </p:spPr>
      </p:pic>
      <p:sp>
        <p:nvSpPr>
          <p:cNvPr id="2" name="Title 1">
            <a:extLst>
              <a:ext uri="{FF2B5EF4-FFF2-40B4-BE49-F238E27FC236}">
                <a16:creationId xmlns:a16="http://schemas.microsoft.com/office/drawing/2014/main" id="{BF197F54-7B8C-D2E6-E257-5D4C73C24F6F}"/>
              </a:ext>
            </a:extLst>
          </p:cNvPr>
          <p:cNvSpPr>
            <a:spLocks noGrp="1"/>
          </p:cNvSpPr>
          <p:nvPr>
            <p:ph type="title"/>
          </p:nvPr>
        </p:nvSpPr>
        <p:spPr>
          <a:xfrm>
            <a:off x="1371869" y="2743201"/>
            <a:ext cx="21378273" cy="5459505"/>
          </a:xfrm>
          <a:prstGeom prst="rect">
            <a:avLst/>
          </a:prstGeom>
        </p:spPr>
        <p:txBody>
          <a:bodyPr anchor="b">
            <a:noAutofit/>
          </a:bodyPr>
          <a:lstStyle>
            <a:lvl1pPr marL="0" indent="0">
              <a:lnSpc>
                <a:spcPct val="110000"/>
              </a:lnSpc>
              <a:spcBef>
                <a:spcPts val="0"/>
              </a:spcBef>
              <a:defRPr sz="9600" b="0" i="0">
                <a:solidFill>
                  <a:schemeClr val="bg1"/>
                </a:solidFill>
                <a:latin typeface="Oracle Sans Ultra Light" panose="020B0303020204020204" pitchFamily="34" charset="0"/>
                <a:cs typeface="Oracle Sans Ultra Light" panose="020B0303020204020204" pitchFamily="34" charset="0"/>
              </a:defRPr>
            </a:lvl1pPr>
          </a:lstStyle>
          <a:p>
            <a:r>
              <a:rPr lang="en-GB"/>
              <a:t>Click to edit Master title style</a:t>
            </a:r>
            <a:endParaRPr lang="en-US" dirty="0"/>
          </a:p>
        </p:txBody>
      </p:sp>
      <p:sp>
        <p:nvSpPr>
          <p:cNvPr id="3" name="Text Placeholder 2">
            <a:extLst>
              <a:ext uri="{FF2B5EF4-FFF2-40B4-BE49-F238E27FC236}">
                <a16:creationId xmlns:a16="http://schemas.microsoft.com/office/drawing/2014/main" id="{4AA7372B-29EB-F261-C619-9592E7C92D3C}"/>
              </a:ext>
            </a:extLst>
          </p:cNvPr>
          <p:cNvSpPr>
            <a:spLocks noGrp="1"/>
          </p:cNvSpPr>
          <p:nvPr>
            <p:ph type="body" idx="1"/>
          </p:nvPr>
        </p:nvSpPr>
        <p:spPr>
          <a:xfrm>
            <a:off x="1371869" y="8698894"/>
            <a:ext cx="21378273" cy="2058754"/>
          </a:xfrm>
          <a:prstGeom prst="rect">
            <a:avLst/>
          </a:prstGeom>
        </p:spPr>
        <p:txBody>
          <a:bodyPr>
            <a:noAutofit/>
          </a:bodyPr>
          <a:lstStyle>
            <a:lvl1pPr marL="0" indent="0">
              <a:lnSpc>
                <a:spcPct val="110000"/>
              </a:lnSpc>
              <a:spcBef>
                <a:spcPts val="0"/>
              </a:spcBef>
              <a:buNone/>
              <a:defRPr sz="3600" b="0" i="0">
                <a:solidFill>
                  <a:srgbClr val="8EE1F0"/>
                </a:solidFill>
                <a:latin typeface="Oracle Sans" panose="020B0503020204020204" pitchFamily="34" charset="0"/>
                <a:cs typeface="Oracle Sans" panose="020B0503020204020204" pitchFamily="34" charset="0"/>
              </a:defRPr>
            </a:lvl1pPr>
            <a:lvl2pPr marL="914354" indent="0">
              <a:buNone/>
              <a:defRPr sz="4000">
                <a:solidFill>
                  <a:schemeClr val="tx1">
                    <a:tint val="75000"/>
                  </a:schemeClr>
                </a:solidFill>
              </a:defRPr>
            </a:lvl2pPr>
            <a:lvl3pPr marL="1828709" indent="0">
              <a:buNone/>
              <a:defRPr sz="3600">
                <a:solidFill>
                  <a:schemeClr val="tx1">
                    <a:tint val="75000"/>
                  </a:schemeClr>
                </a:solidFill>
              </a:defRPr>
            </a:lvl3pPr>
            <a:lvl4pPr marL="2743063" indent="0">
              <a:buNone/>
              <a:defRPr sz="3200">
                <a:solidFill>
                  <a:schemeClr val="tx1">
                    <a:tint val="75000"/>
                  </a:schemeClr>
                </a:solidFill>
              </a:defRPr>
            </a:lvl4pPr>
            <a:lvl5pPr marL="3657417" indent="0">
              <a:buNone/>
              <a:defRPr sz="3200">
                <a:solidFill>
                  <a:schemeClr val="tx1">
                    <a:tint val="75000"/>
                  </a:schemeClr>
                </a:solidFill>
              </a:defRPr>
            </a:lvl5pPr>
            <a:lvl6pPr marL="4571771" indent="0">
              <a:buNone/>
              <a:defRPr sz="3200">
                <a:solidFill>
                  <a:schemeClr val="tx1">
                    <a:tint val="75000"/>
                  </a:schemeClr>
                </a:solidFill>
              </a:defRPr>
            </a:lvl6pPr>
            <a:lvl7pPr marL="5486126" indent="0">
              <a:buNone/>
              <a:defRPr sz="3200">
                <a:solidFill>
                  <a:schemeClr val="tx1">
                    <a:tint val="75000"/>
                  </a:schemeClr>
                </a:solidFill>
              </a:defRPr>
            </a:lvl7pPr>
            <a:lvl8pPr marL="6400480" indent="0">
              <a:buNone/>
              <a:defRPr sz="3200">
                <a:solidFill>
                  <a:schemeClr val="tx1">
                    <a:tint val="75000"/>
                  </a:schemeClr>
                </a:solidFill>
              </a:defRPr>
            </a:lvl8pPr>
            <a:lvl9pPr marL="7314834" indent="0">
              <a:buNone/>
              <a:defRPr sz="3200">
                <a:solidFill>
                  <a:schemeClr val="tx1">
                    <a:tint val="75000"/>
                  </a:schemeClr>
                </a:solidFill>
              </a:defRPr>
            </a:lvl9pPr>
          </a:lstStyle>
          <a:p>
            <a:pPr lvl="0"/>
            <a:r>
              <a:rPr lang="en-GB"/>
              <a:t>Click to edit Master text styles</a:t>
            </a:r>
          </a:p>
        </p:txBody>
      </p:sp>
      <p:sp>
        <p:nvSpPr>
          <p:cNvPr id="5" name="Footer Placeholder 3">
            <a:extLst>
              <a:ext uri="{FF2B5EF4-FFF2-40B4-BE49-F238E27FC236}">
                <a16:creationId xmlns:a16="http://schemas.microsoft.com/office/drawing/2014/main" id="{1A75FA8B-2100-74F0-AD16-305281FA27C6}"/>
              </a:ext>
            </a:extLst>
          </p:cNvPr>
          <p:cNvSpPr>
            <a:spLocks noGrp="1"/>
          </p:cNvSpPr>
          <p:nvPr>
            <p:ph type="ftr" sz="quarter" idx="3"/>
          </p:nvPr>
        </p:nvSpPr>
        <p:spPr>
          <a:xfrm>
            <a:off x="1411345" y="12985749"/>
            <a:ext cx="10052413" cy="730250"/>
          </a:xfrm>
          <a:prstGeom prst="rect">
            <a:avLst/>
          </a:prstGeom>
        </p:spPr>
        <p:txBody>
          <a:bodyPr vert="horz" lIns="91440" tIns="45720" rIns="91440" bIns="45720" rtlCol="0" anchor="ctr"/>
          <a:lstStyle>
            <a:lvl1pPr algn="l">
              <a:defRPr sz="1400" b="0" i="0">
                <a:solidFill>
                  <a:schemeClr val="bg2"/>
                </a:solidFill>
                <a:latin typeface="Oracle Sans Light" panose="020B0403020204020204" pitchFamily="34" charset="0"/>
                <a:cs typeface="Oracle Sans Light" panose="020B0403020204020204" pitchFamily="34" charset="0"/>
              </a:defRPr>
            </a:lvl1p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CA" sz="1400" b="0" i="0" u="none" strike="noStrike" kern="1200" cap="none" spc="0" normalizeH="0" baseline="0" noProof="0" dirty="0">
                <a:ln>
                  <a:noFill/>
                </a:ln>
                <a:solidFill>
                  <a:schemeClr val="bg2"/>
                </a:solidFill>
                <a:effectLst/>
                <a:uLnTx/>
                <a:uFillTx/>
                <a:latin typeface="Oracle Sans Light" panose="020B0403020204020204" pitchFamily="34" charset="0"/>
                <a:ea typeface="+mn-ea"/>
                <a:cs typeface="Oracle Sans Light" panose="020B0403020204020204" pitchFamily="34" charset="0"/>
              </a:rPr>
              <a:t>Java Day Copyright © 2024, Oracle and/or its affiliates</a:t>
            </a:r>
          </a:p>
        </p:txBody>
      </p:sp>
      <p:sp>
        <p:nvSpPr>
          <p:cNvPr id="6" name="Slide Number Placeholder 5">
            <a:extLst>
              <a:ext uri="{FF2B5EF4-FFF2-40B4-BE49-F238E27FC236}">
                <a16:creationId xmlns:a16="http://schemas.microsoft.com/office/drawing/2014/main" id="{D6E92135-8581-8695-543A-9F68FA077D4C}"/>
              </a:ext>
            </a:extLst>
          </p:cNvPr>
          <p:cNvSpPr>
            <a:spLocks noGrp="1"/>
          </p:cNvSpPr>
          <p:nvPr>
            <p:ph type="sldNum" sz="quarter" idx="4"/>
          </p:nvPr>
        </p:nvSpPr>
        <p:spPr>
          <a:xfrm>
            <a:off x="449152" y="12985749"/>
            <a:ext cx="871646" cy="730250"/>
          </a:xfrm>
          <a:prstGeom prst="rect">
            <a:avLst/>
          </a:prstGeom>
        </p:spPr>
        <p:txBody>
          <a:bodyPr vert="horz" lIns="91440" tIns="45720" rIns="91440" bIns="45720" rtlCol="0" anchor="ctr"/>
          <a:lstStyle>
            <a:lvl1pPr algn="l">
              <a:defRPr sz="1600">
                <a:solidFill>
                  <a:schemeClr val="bg2"/>
                </a:solidFill>
                <a:latin typeface="Oracle Sans" panose="020B0503020204020204" pitchFamily="34" charset="0"/>
                <a:cs typeface="Oracle Sans" panose="020B0503020204020204" pitchFamily="34" charset="0"/>
              </a:defRPr>
            </a:lvl1pPr>
          </a:lstStyle>
          <a:p>
            <a:fld id="{CFF4B978-1D82-7745-80C5-DBABA6B131D3}" type="slidenum">
              <a:rPr lang="en-US" smtClean="0"/>
              <a:pPr/>
              <a:t>‹#›</a:t>
            </a:fld>
            <a:endParaRPr lang="en-US"/>
          </a:p>
        </p:txBody>
      </p:sp>
      <p:pic>
        <p:nvPicPr>
          <p:cNvPr id="7" name="Picture 6">
            <a:extLst>
              <a:ext uri="{FF2B5EF4-FFF2-40B4-BE49-F238E27FC236}">
                <a16:creationId xmlns:a16="http://schemas.microsoft.com/office/drawing/2014/main" id="{A12FA6BE-FED6-7288-F135-1F177E6E1E17}"/>
              </a:ext>
            </a:extLst>
          </p:cNvPr>
          <p:cNvPicPr>
            <a:picLocks noChangeAspect="1"/>
          </p:cNvPicPr>
          <p:nvPr userDrawn="1"/>
        </p:nvPicPr>
        <p:blipFill>
          <a:blip r:embed="rId3">
            <a:alphaModFix/>
          </a:blip>
          <a:stretch>
            <a:fillRect/>
          </a:stretch>
        </p:blipFill>
        <p:spPr>
          <a:xfrm>
            <a:off x="22762011" y="12898102"/>
            <a:ext cx="817080" cy="827423"/>
          </a:xfrm>
          <a:prstGeom prst="rect">
            <a:avLst/>
          </a:prstGeom>
        </p:spPr>
      </p:pic>
    </p:spTree>
    <p:extLst>
      <p:ext uri="{BB962C8B-B14F-4D97-AF65-F5344CB8AC3E}">
        <p14:creationId xmlns:p14="http://schemas.microsoft.com/office/powerpoint/2010/main" val="3546406036"/>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p:cSld name="2_Bold Statement – Dark">
    <p:bg>
      <p:bgPr>
        <a:solidFill>
          <a:srgbClr val="00758F"/>
        </a:solidFill>
        <a:effectLst/>
      </p:bgPr>
    </p:bg>
    <p:spTree>
      <p:nvGrpSpPr>
        <p:cNvPr id="1" name=""/>
        <p:cNvGrpSpPr/>
        <p:nvPr/>
      </p:nvGrpSpPr>
      <p:grpSpPr>
        <a:xfrm>
          <a:off x="0" y="0"/>
          <a:ext cx="0" cy="0"/>
          <a:chOff x="0" y="0"/>
          <a:chExt cx="0" cy="0"/>
        </a:xfrm>
      </p:grpSpPr>
      <p:pic>
        <p:nvPicPr>
          <p:cNvPr id="5" name="Picture 4" descr="Background pattern&#10;&#10;Description automatically generated">
            <a:extLst>
              <a:ext uri="{FF2B5EF4-FFF2-40B4-BE49-F238E27FC236}">
                <a16:creationId xmlns:a16="http://schemas.microsoft.com/office/drawing/2014/main" id="{E588C0FF-463A-5BBE-2042-A1ECC0A1EDF2}"/>
              </a:ext>
            </a:extLst>
          </p:cNvPr>
          <p:cNvPicPr>
            <a:picLocks noChangeAspect="1"/>
          </p:cNvPicPr>
          <p:nvPr userDrawn="1"/>
        </p:nvPicPr>
        <p:blipFill>
          <a:blip r:embed="rId2"/>
          <a:stretch>
            <a:fillRect/>
          </a:stretch>
        </p:blipFill>
        <p:spPr>
          <a:xfrm>
            <a:off x="1587" y="0"/>
            <a:ext cx="24384000" cy="13716000"/>
          </a:xfrm>
          <a:prstGeom prst="rect">
            <a:avLst/>
          </a:prstGeom>
        </p:spPr>
      </p:pic>
      <p:sp>
        <p:nvSpPr>
          <p:cNvPr id="2" name="Title 1">
            <a:extLst>
              <a:ext uri="{FF2B5EF4-FFF2-40B4-BE49-F238E27FC236}">
                <a16:creationId xmlns:a16="http://schemas.microsoft.com/office/drawing/2014/main" id="{BF197F54-7B8C-D2E6-E257-5D4C73C24F6F}"/>
              </a:ext>
            </a:extLst>
          </p:cNvPr>
          <p:cNvSpPr>
            <a:spLocks noGrp="1"/>
          </p:cNvSpPr>
          <p:nvPr>
            <p:ph type="title"/>
          </p:nvPr>
        </p:nvSpPr>
        <p:spPr>
          <a:xfrm>
            <a:off x="1371869" y="2743201"/>
            <a:ext cx="21378273" cy="5459505"/>
          </a:xfrm>
          <a:prstGeom prst="rect">
            <a:avLst/>
          </a:prstGeom>
        </p:spPr>
        <p:txBody>
          <a:bodyPr anchor="b">
            <a:noAutofit/>
          </a:bodyPr>
          <a:lstStyle>
            <a:lvl1pPr marL="0" indent="0">
              <a:lnSpc>
                <a:spcPct val="110000"/>
              </a:lnSpc>
              <a:spcBef>
                <a:spcPts val="0"/>
              </a:spcBef>
              <a:defRPr sz="9600" b="0" i="0">
                <a:solidFill>
                  <a:schemeClr val="bg1"/>
                </a:solidFill>
                <a:latin typeface="Oracle Sans Ultra Light" panose="020B0303020204020204" pitchFamily="34" charset="0"/>
                <a:cs typeface="Oracle Sans Ultra Light" panose="020B0303020204020204" pitchFamily="34" charset="0"/>
              </a:defRPr>
            </a:lvl1pPr>
          </a:lstStyle>
          <a:p>
            <a:r>
              <a:rPr lang="en-GB"/>
              <a:t>Click to edit Master title style</a:t>
            </a:r>
            <a:endParaRPr lang="en-US" dirty="0"/>
          </a:p>
        </p:txBody>
      </p:sp>
      <p:sp>
        <p:nvSpPr>
          <p:cNvPr id="3" name="Text Placeholder 2">
            <a:extLst>
              <a:ext uri="{FF2B5EF4-FFF2-40B4-BE49-F238E27FC236}">
                <a16:creationId xmlns:a16="http://schemas.microsoft.com/office/drawing/2014/main" id="{4AA7372B-29EB-F261-C619-9592E7C92D3C}"/>
              </a:ext>
            </a:extLst>
          </p:cNvPr>
          <p:cNvSpPr>
            <a:spLocks noGrp="1"/>
          </p:cNvSpPr>
          <p:nvPr>
            <p:ph type="body" idx="1"/>
          </p:nvPr>
        </p:nvSpPr>
        <p:spPr>
          <a:xfrm>
            <a:off x="1371869" y="8698894"/>
            <a:ext cx="21378273" cy="2058754"/>
          </a:xfrm>
          <a:prstGeom prst="rect">
            <a:avLst/>
          </a:prstGeom>
        </p:spPr>
        <p:txBody>
          <a:bodyPr>
            <a:noAutofit/>
          </a:bodyPr>
          <a:lstStyle>
            <a:lvl1pPr marL="0" indent="0">
              <a:lnSpc>
                <a:spcPct val="110000"/>
              </a:lnSpc>
              <a:spcBef>
                <a:spcPts val="0"/>
              </a:spcBef>
              <a:buNone/>
              <a:defRPr sz="3600" b="0" i="0">
                <a:solidFill>
                  <a:schemeClr val="accent1"/>
                </a:solidFill>
                <a:latin typeface="Oracle Sans" panose="020B0503020204020204" pitchFamily="34" charset="0"/>
                <a:cs typeface="Oracle Sans" panose="020B0503020204020204" pitchFamily="34" charset="0"/>
              </a:defRPr>
            </a:lvl1pPr>
            <a:lvl2pPr marL="914354" indent="0">
              <a:buNone/>
              <a:defRPr sz="4000">
                <a:solidFill>
                  <a:schemeClr val="tx1">
                    <a:tint val="75000"/>
                  </a:schemeClr>
                </a:solidFill>
              </a:defRPr>
            </a:lvl2pPr>
            <a:lvl3pPr marL="1828709" indent="0">
              <a:buNone/>
              <a:defRPr sz="3600">
                <a:solidFill>
                  <a:schemeClr val="tx1">
                    <a:tint val="75000"/>
                  </a:schemeClr>
                </a:solidFill>
              </a:defRPr>
            </a:lvl3pPr>
            <a:lvl4pPr marL="2743063" indent="0">
              <a:buNone/>
              <a:defRPr sz="3200">
                <a:solidFill>
                  <a:schemeClr val="tx1">
                    <a:tint val="75000"/>
                  </a:schemeClr>
                </a:solidFill>
              </a:defRPr>
            </a:lvl4pPr>
            <a:lvl5pPr marL="3657417" indent="0">
              <a:buNone/>
              <a:defRPr sz="3200">
                <a:solidFill>
                  <a:schemeClr val="tx1">
                    <a:tint val="75000"/>
                  </a:schemeClr>
                </a:solidFill>
              </a:defRPr>
            </a:lvl5pPr>
            <a:lvl6pPr marL="4571771" indent="0">
              <a:buNone/>
              <a:defRPr sz="3200">
                <a:solidFill>
                  <a:schemeClr val="tx1">
                    <a:tint val="75000"/>
                  </a:schemeClr>
                </a:solidFill>
              </a:defRPr>
            </a:lvl6pPr>
            <a:lvl7pPr marL="5486126" indent="0">
              <a:buNone/>
              <a:defRPr sz="3200">
                <a:solidFill>
                  <a:schemeClr val="tx1">
                    <a:tint val="75000"/>
                  </a:schemeClr>
                </a:solidFill>
              </a:defRPr>
            </a:lvl7pPr>
            <a:lvl8pPr marL="6400480" indent="0">
              <a:buNone/>
              <a:defRPr sz="3200">
                <a:solidFill>
                  <a:schemeClr val="tx1">
                    <a:tint val="75000"/>
                  </a:schemeClr>
                </a:solidFill>
              </a:defRPr>
            </a:lvl8pPr>
            <a:lvl9pPr marL="7314834" indent="0">
              <a:buNone/>
              <a:defRPr sz="3200">
                <a:solidFill>
                  <a:schemeClr val="tx1">
                    <a:tint val="75000"/>
                  </a:schemeClr>
                </a:solidFill>
              </a:defRPr>
            </a:lvl9pPr>
          </a:lstStyle>
          <a:p>
            <a:pPr lvl="0"/>
            <a:r>
              <a:rPr lang="en-GB"/>
              <a:t>Click to edit Master text styles</a:t>
            </a:r>
          </a:p>
        </p:txBody>
      </p:sp>
      <p:sp>
        <p:nvSpPr>
          <p:cNvPr id="4" name="Footer Placeholder 3">
            <a:extLst>
              <a:ext uri="{FF2B5EF4-FFF2-40B4-BE49-F238E27FC236}">
                <a16:creationId xmlns:a16="http://schemas.microsoft.com/office/drawing/2014/main" id="{50E31B68-3329-247E-43C0-549901B74973}"/>
              </a:ext>
            </a:extLst>
          </p:cNvPr>
          <p:cNvSpPr>
            <a:spLocks noGrp="1"/>
          </p:cNvSpPr>
          <p:nvPr>
            <p:ph type="ftr" sz="quarter" idx="3"/>
          </p:nvPr>
        </p:nvSpPr>
        <p:spPr>
          <a:xfrm>
            <a:off x="1411345" y="12985749"/>
            <a:ext cx="10052413" cy="730250"/>
          </a:xfrm>
          <a:prstGeom prst="rect">
            <a:avLst/>
          </a:prstGeom>
        </p:spPr>
        <p:txBody>
          <a:bodyPr vert="horz" lIns="91440" tIns="45720" rIns="91440" bIns="45720" rtlCol="0" anchor="ctr"/>
          <a:lstStyle>
            <a:lvl1pPr algn="l">
              <a:defRPr sz="1400" b="0" i="0">
                <a:solidFill>
                  <a:schemeClr val="bg2"/>
                </a:solidFill>
                <a:latin typeface="Oracle Sans Light" panose="020B0403020204020204" pitchFamily="34" charset="0"/>
                <a:cs typeface="Oracle Sans Light" panose="020B0403020204020204" pitchFamily="34" charset="0"/>
              </a:defRPr>
            </a:lvl1p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CA" sz="1400" b="0" i="0" u="none" strike="noStrike" kern="1200" cap="none" spc="0" normalizeH="0" baseline="0" noProof="0" dirty="0">
                <a:ln>
                  <a:noFill/>
                </a:ln>
                <a:solidFill>
                  <a:schemeClr val="bg2"/>
                </a:solidFill>
                <a:effectLst/>
                <a:uLnTx/>
                <a:uFillTx/>
                <a:latin typeface="Oracle Sans Light" panose="020B0403020204020204" pitchFamily="34" charset="0"/>
                <a:ea typeface="+mn-ea"/>
                <a:cs typeface="Oracle Sans Light" panose="020B0403020204020204" pitchFamily="34" charset="0"/>
              </a:rPr>
              <a:t>Java Day Copyright © 2024, Oracle and/or its affiliates</a:t>
            </a:r>
          </a:p>
        </p:txBody>
      </p:sp>
      <p:sp>
        <p:nvSpPr>
          <p:cNvPr id="6" name="Slide Number Placeholder 5">
            <a:extLst>
              <a:ext uri="{FF2B5EF4-FFF2-40B4-BE49-F238E27FC236}">
                <a16:creationId xmlns:a16="http://schemas.microsoft.com/office/drawing/2014/main" id="{BC454A8A-6C9D-B33D-C1C7-779661CDA85F}"/>
              </a:ext>
            </a:extLst>
          </p:cNvPr>
          <p:cNvSpPr>
            <a:spLocks noGrp="1"/>
          </p:cNvSpPr>
          <p:nvPr>
            <p:ph type="sldNum" sz="quarter" idx="4"/>
          </p:nvPr>
        </p:nvSpPr>
        <p:spPr>
          <a:xfrm>
            <a:off x="449152" y="12985749"/>
            <a:ext cx="871646" cy="730250"/>
          </a:xfrm>
          <a:prstGeom prst="rect">
            <a:avLst/>
          </a:prstGeom>
        </p:spPr>
        <p:txBody>
          <a:bodyPr vert="horz" lIns="91440" tIns="45720" rIns="91440" bIns="45720" rtlCol="0" anchor="ctr"/>
          <a:lstStyle>
            <a:lvl1pPr algn="l">
              <a:defRPr sz="1600">
                <a:solidFill>
                  <a:schemeClr val="bg2"/>
                </a:solidFill>
                <a:latin typeface="Oracle Sans" panose="020B0503020204020204" pitchFamily="34" charset="0"/>
                <a:cs typeface="Oracle Sans" panose="020B0503020204020204" pitchFamily="34" charset="0"/>
              </a:defRPr>
            </a:lvl1pPr>
          </a:lstStyle>
          <a:p>
            <a:fld id="{CFF4B978-1D82-7745-80C5-DBABA6B131D3}" type="slidenum">
              <a:rPr lang="en-US" smtClean="0"/>
              <a:pPr/>
              <a:t>‹#›</a:t>
            </a:fld>
            <a:endParaRPr lang="en-US"/>
          </a:p>
        </p:txBody>
      </p:sp>
      <p:pic>
        <p:nvPicPr>
          <p:cNvPr id="7" name="Picture 6">
            <a:extLst>
              <a:ext uri="{FF2B5EF4-FFF2-40B4-BE49-F238E27FC236}">
                <a16:creationId xmlns:a16="http://schemas.microsoft.com/office/drawing/2014/main" id="{FF8679CC-A8A0-5BF3-D0D0-A047913A4B95}"/>
              </a:ext>
            </a:extLst>
          </p:cNvPr>
          <p:cNvPicPr>
            <a:picLocks noChangeAspect="1"/>
          </p:cNvPicPr>
          <p:nvPr userDrawn="1"/>
        </p:nvPicPr>
        <p:blipFill>
          <a:blip r:embed="rId3">
            <a:alphaModFix/>
          </a:blip>
          <a:stretch>
            <a:fillRect/>
          </a:stretch>
        </p:blipFill>
        <p:spPr>
          <a:xfrm>
            <a:off x="22762011" y="12898102"/>
            <a:ext cx="817080" cy="827423"/>
          </a:xfrm>
          <a:prstGeom prst="rect">
            <a:avLst/>
          </a:prstGeom>
        </p:spPr>
      </p:pic>
    </p:spTree>
    <p:extLst>
      <p:ext uri="{BB962C8B-B14F-4D97-AF65-F5344CB8AC3E}">
        <p14:creationId xmlns:p14="http://schemas.microsoft.com/office/powerpoint/2010/main" val="3019881587"/>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p:cSld name="3_Bold Statement – Dark">
    <p:bg>
      <p:bgPr>
        <a:solidFill>
          <a:srgbClr val="00758F"/>
        </a:solidFill>
        <a:effectLst/>
      </p:bgPr>
    </p:bg>
    <p:spTree>
      <p:nvGrpSpPr>
        <p:cNvPr id="1" name=""/>
        <p:cNvGrpSpPr/>
        <p:nvPr/>
      </p:nvGrpSpPr>
      <p:grpSpPr>
        <a:xfrm>
          <a:off x="0" y="0"/>
          <a:ext cx="0" cy="0"/>
          <a:chOff x="0" y="0"/>
          <a:chExt cx="0" cy="0"/>
        </a:xfrm>
      </p:grpSpPr>
      <p:pic>
        <p:nvPicPr>
          <p:cNvPr id="4" name="Picture 3" descr="Background pattern&#10;&#10;Description automatically generated with medium confidence">
            <a:extLst>
              <a:ext uri="{FF2B5EF4-FFF2-40B4-BE49-F238E27FC236}">
                <a16:creationId xmlns:a16="http://schemas.microsoft.com/office/drawing/2014/main" id="{7FCBD956-C645-102C-44DE-A36FD4D62D47}"/>
              </a:ext>
            </a:extLst>
          </p:cNvPr>
          <p:cNvPicPr>
            <a:picLocks noChangeAspect="1"/>
          </p:cNvPicPr>
          <p:nvPr userDrawn="1"/>
        </p:nvPicPr>
        <p:blipFill>
          <a:blip r:embed="rId2"/>
          <a:stretch>
            <a:fillRect/>
          </a:stretch>
        </p:blipFill>
        <p:spPr>
          <a:xfrm>
            <a:off x="1587" y="0"/>
            <a:ext cx="24384000" cy="13716000"/>
          </a:xfrm>
          <a:prstGeom prst="rect">
            <a:avLst/>
          </a:prstGeom>
        </p:spPr>
      </p:pic>
      <p:sp>
        <p:nvSpPr>
          <p:cNvPr id="2" name="Title 1">
            <a:extLst>
              <a:ext uri="{FF2B5EF4-FFF2-40B4-BE49-F238E27FC236}">
                <a16:creationId xmlns:a16="http://schemas.microsoft.com/office/drawing/2014/main" id="{BF197F54-7B8C-D2E6-E257-5D4C73C24F6F}"/>
              </a:ext>
            </a:extLst>
          </p:cNvPr>
          <p:cNvSpPr>
            <a:spLocks noGrp="1"/>
          </p:cNvSpPr>
          <p:nvPr>
            <p:ph type="title"/>
          </p:nvPr>
        </p:nvSpPr>
        <p:spPr>
          <a:xfrm>
            <a:off x="1371869" y="2743201"/>
            <a:ext cx="21378273" cy="5459505"/>
          </a:xfrm>
          <a:prstGeom prst="rect">
            <a:avLst/>
          </a:prstGeom>
        </p:spPr>
        <p:txBody>
          <a:bodyPr anchor="b">
            <a:noAutofit/>
          </a:bodyPr>
          <a:lstStyle>
            <a:lvl1pPr marL="0" indent="0">
              <a:lnSpc>
                <a:spcPct val="110000"/>
              </a:lnSpc>
              <a:spcBef>
                <a:spcPts val="0"/>
              </a:spcBef>
              <a:defRPr sz="9600" b="0" i="0">
                <a:solidFill>
                  <a:schemeClr val="bg1"/>
                </a:solidFill>
                <a:latin typeface="Oracle Sans Ultra Light" panose="020B0303020204020204" pitchFamily="34" charset="0"/>
                <a:cs typeface="Oracle Sans Ultra Light" panose="020B0303020204020204" pitchFamily="34" charset="0"/>
              </a:defRPr>
            </a:lvl1pPr>
          </a:lstStyle>
          <a:p>
            <a:r>
              <a:rPr lang="en-GB"/>
              <a:t>Click to edit Master title style</a:t>
            </a:r>
            <a:endParaRPr lang="en-US" dirty="0"/>
          </a:p>
        </p:txBody>
      </p:sp>
      <p:sp>
        <p:nvSpPr>
          <p:cNvPr id="3" name="Text Placeholder 2">
            <a:extLst>
              <a:ext uri="{FF2B5EF4-FFF2-40B4-BE49-F238E27FC236}">
                <a16:creationId xmlns:a16="http://schemas.microsoft.com/office/drawing/2014/main" id="{4AA7372B-29EB-F261-C619-9592E7C92D3C}"/>
              </a:ext>
            </a:extLst>
          </p:cNvPr>
          <p:cNvSpPr>
            <a:spLocks noGrp="1"/>
          </p:cNvSpPr>
          <p:nvPr>
            <p:ph type="body" idx="1"/>
          </p:nvPr>
        </p:nvSpPr>
        <p:spPr>
          <a:xfrm>
            <a:off x="1371869" y="8698894"/>
            <a:ext cx="21378273" cy="2058754"/>
          </a:xfrm>
          <a:prstGeom prst="rect">
            <a:avLst/>
          </a:prstGeom>
        </p:spPr>
        <p:txBody>
          <a:bodyPr>
            <a:noAutofit/>
          </a:bodyPr>
          <a:lstStyle>
            <a:lvl1pPr marL="0" indent="0">
              <a:lnSpc>
                <a:spcPct val="110000"/>
              </a:lnSpc>
              <a:spcBef>
                <a:spcPts val="0"/>
              </a:spcBef>
              <a:buNone/>
              <a:defRPr sz="3600" b="0" i="0">
                <a:solidFill>
                  <a:srgbClr val="2D7087"/>
                </a:solidFill>
                <a:latin typeface="Oracle Sans" panose="020B0503020204020204" pitchFamily="34" charset="0"/>
                <a:cs typeface="Oracle Sans" panose="020B0503020204020204" pitchFamily="34" charset="0"/>
              </a:defRPr>
            </a:lvl1pPr>
            <a:lvl2pPr marL="914354" indent="0">
              <a:buNone/>
              <a:defRPr sz="4000">
                <a:solidFill>
                  <a:schemeClr val="tx1">
                    <a:tint val="75000"/>
                  </a:schemeClr>
                </a:solidFill>
              </a:defRPr>
            </a:lvl2pPr>
            <a:lvl3pPr marL="1828709" indent="0">
              <a:buNone/>
              <a:defRPr sz="3600">
                <a:solidFill>
                  <a:schemeClr val="tx1">
                    <a:tint val="75000"/>
                  </a:schemeClr>
                </a:solidFill>
              </a:defRPr>
            </a:lvl3pPr>
            <a:lvl4pPr marL="2743063" indent="0">
              <a:buNone/>
              <a:defRPr sz="3200">
                <a:solidFill>
                  <a:schemeClr val="tx1">
                    <a:tint val="75000"/>
                  </a:schemeClr>
                </a:solidFill>
              </a:defRPr>
            </a:lvl4pPr>
            <a:lvl5pPr marL="3657417" indent="0">
              <a:buNone/>
              <a:defRPr sz="3200">
                <a:solidFill>
                  <a:schemeClr val="tx1">
                    <a:tint val="75000"/>
                  </a:schemeClr>
                </a:solidFill>
              </a:defRPr>
            </a:lvl5pPr>
            <a:lvl6pPr marL="4571771" indent="0">
              <a:buNone/>
              <a:defRPr sz="3200">
                <a:solidFill>
                  <a:schemeClr val="tx1">
                    <a:tint val="75000"/>
                  </a:schemeClr>
                </a:solidFill>
              </a:defRPr>
            </a:lvl6pPr>
            <a:lvl7pPr marL="5486126" indent="0">
              <a:buNone/>
              <a:defRPr sz="3200">
                <a:solidFill>
                  <a:schemeClr val="tx1">
                    <a:tint val="75000"/>
                  </a:schemeClr>
                </a:solidFill>
              </a:defRPr>
            </a:lvl7pPr>
            <a:lvl8pPr marL="6400480" indent="0">
              <a:buNone/>
              <a:defRPr sz="3200">
                <a:solidFill>
                  <a:schemeClr val="tx1">
                    <a:tint val="75000"/>
                  </a:schemeClr>
                </a:solidFill>
              </a:defRPr>
            </a:lvl8pPr>
            <a:lvl9pPr marL="7314834" indent="0">
              <a:buNone/>
              <a:defRPr sz="3200">
                <a:solidFill>
                  <a:schemeClr val="tx1">
                    <a:tint val="75000"/>
                  </a:schemeClr>
                </a:solidFill>
              </a:defRPr>
            </a:lvl9pPr>
          </a:lstStyle>
          <a:p>
            <a:pPr lvl="0"/>
            <a:r>
              <a:rPr lang="en-GB"/>
              <a:t>Click to edit Master text styles</a:t>
            </a:r>
          </a:p>
        </p:txBody>
      </p:sp>
      <p:sp>
        <p:nvSpPr>
          <p:cNvPr id="5" name="Footer Placeholder 3">
            <a:extLst>
              <a:ext uri="{FF2B5EF4-FFF2-40B4-BE49-F238E27FC236}">
                <a16:creationId xmlns:a16="http://schemas.microsoft.com/office/drawing/2014/main" id="{92A2FFDD-5414-B52A-8F58-68A60798B3A3}"/>
              </a:ext>
            </a:extLst>
          </p:cNvPr>
          <p:cNvSpPr>
            <a:spLocks noGrp="1"/>
          </p:cNvSpPr>
          <p:nvPr>
            <p:ph type="ftr" sz="quarter" idx="3"/>
          </p:nvPr>
        </p:nvSpPr>
        <p:spPr>
          <a:xfrm>
            <a:off x="1411345" y="12985749"/>
            <a:ext cx="10052413" cy="730250"/>
          </a:xfrm>
          <a:prstGeom prst="rect">
            <a:avLst/>
          </a:prstGeom>
        </p:spPr>
        <p:txBody>
          <a:bodyPr vert="horz" lIns="91440" tIns="45720" rIns="91440" bIns="45720" rtlCol="0" anchor="ctr"/>
          <a:lstStyle>
            <a:lvl1pPr algn="l">
              <a:defRPr sz="1400" b="0" i="0">
                <a:solidFill>
                  <a:schemeClr val="bg2"/>
                </a:solidFill>
                <a:latin typeface="Oracle Sans Light" panose="020B0403020204020204" pitchFamily="34" charset="0"/>
                <a:cs typeface="Oracle Sans Light" panose="020B0403020204020204" pitchFamily="34" charset="0"/>
              </a:defRPr>
            </a:lvl1p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CA" sz="1400" b="0" i="0" u="none" strike="noStrike" kern="1200" cap="none" spc="0" normalizeH="0" baseline="0" noProof="0" dirty="0">
                <a:ln>
                  <a:noFill/>
                </a:ln>
                <a:solidFill>
                  <a:schemeClr val="bg2"/>
                </a:solidFill>
                <a:effectLst/>
                <a:uLnTx/>
                <a:uFillTx/>
                <a:latin typeface="Oracle Sans Light" panose="020B0403020204020204" pitchFamily="34" charset="0"/>
                <a:ea typeface="+mn-ea"/>
                <a:cs typeface="Oracle Sans Light" panose="020B0403020204020204" pitchFamily="34" charset="0"/>
              </a:rPr>
              <a:t>Java Day Copyright © 2024, Oracle and/or its affiliates</a:t>
            </a:r>
          </a:p>
        </p:txBody>
      </p:sp>
      <p:sp>
        <p:nvSpPr>
          <p:cNvPr id="6" name="Slide Number Placeholder 5">
            <a:extLst>
              <a:ext uri="{FF2B5EF4-FFF2-40B4-BE49-F238E27FC236}">
                <a16:creationId xmlns:a16="http://schemas.microsoft.com/office/drawing/2014/main" id="{FE2ECB34-82EF-1C5A-DF26-36638DAE4091}"/>
              </a:ext>
            </a:extLst>
          </p:cNvPr>
          <p:cNvSpPr>
            <a:spLocks noGrp="1"/>
          </p:cNvSpPr>
          <p:nvPr>
            <p:ph type="sldNum" sz="quarter" idx="4"/>
          </p:nvPr>
        </p:nvSpPr>
        <p:spPr>
          <a:xfrm>
            <a:off x="449152" y="12985749"/>
            <a:ext cx="871646" cy="730250"/>
          </a:xfrm>
          <a:prstGeom prst="rect">
            <a:avLst/>
          </a:prstGeom>
        </p:spPr>
        <p:txBody>
          <a:bodyPr vert="horz" lIns="91440" tIns="45720" rIns="91440" bIns="45720" rtlCol="0" anchor="ctr"/>
          <a:lstStyle>
            <a:lvl1pPr algn="l">
              <a:defRPr sz="1600">
                <a:solidFill>
                  <a:schemeClr val="bg2"/>
                </a:solidFill>
                <a:latin typeface="Oracle Sans" panose="020B0503020204020204" pitchFamily="34" charset="0"/>
                <a:cs typeface="Oracle Sans" panose="020B0503020204020204" pitchFamily="34" charset="0"/>
              </a:defRPr>
            </a:lvl1pPr>
          </a:lstStyle>
          <a:p>
            <a:fld id="{CFF4B978-1D82-7745-80C5-DBABA6B131D3}" type="slidenum">
              <a:rPr lang="en-US" smtClean="0"/>
              <a:pPr/>
              <a:t>‹#›</a:t>
            </a:fld>
            <a:endParaRPr lang="en-US"/>
          </a:p>
        </p:txBody>
      </p:sp>
      <p:pic>
        <p:nvPicPr>
          <p:cNvPr id="7" name="Picture 6">
            <a:extLst>
              <a:ext uri="{FF2B5EF4-FFF2-40B4-BE49-F238E27FC236}">
                <a16:creationId xmlns:a16="http://schemas.microsoft.com/office/drawing/2014/main" id="{0869D80D-78C1-8199-F116-23C5D86AF6FA}"/>
              </a:ext>
            </a:extLst>
          </p:cNvPr>
          <p:cNvPicPr>
            <a:picLocks noChangeAspect="1"/>
          </p:cNvPicPr>
          <p:nvPr userDrawn="1"/>
        </p:nvPicPr>
        <p:blipFill>
          <a:blip r:embed="rId3">
            <a:alphaModFix/>
          </a:blip>
          <a:stretch>
            <a:fillRect/>
          </a:stretch>
        </p:blipFill>
        <p:spPr>
          <a:xfrm>
            <a:off x="22762011" y="12898102"/>
            <a:ext cx="817080" cy="827423"/>
          </a:xfrm>
          <a:prstGeom prst="rect">
            <a:avLst/>
          </a:prstGeom>
        </p:spPr>
      </p:pic>
    </p:spTree>
    <p:extLst>
      <p:ext uri="{BB962C8B-B14F-4D97-AF65-F5344CB8AC3E}">
        <p14:creationId xmlns:p14="http://schemas.microsoft.com/office/powerpoint/2010/main" val="1011934872"/>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p:cSld name="Quote with Image">
    <p:bg>
      <p:bgPr>
        <a:solidFill>
          <a:srgbClr val="00758F"/>
        </a:solidFill>
        <a:effectLst/>
      </p:bgPr>
    </p:bg>
    <p:spTree>
      <p:nvGrpSpPr>
        <p:cNvPr id="1" name=""/>
        <p:cNvGrpSpPr/>
        <p:nvPr/>
      </p:nvGrpSpPr>
      <p:grpSpPr>
        <a:xfrm>
          <a:off x="0" y="0"/>
          <a:ext cx="0" cy="0"/>
          <a:chOff x="0" y="0"/>
          <a:chExt cx="0" cy="0"/>
        </a:xfrm>
      </p:grpSpPr>
      <p:sp>
        <p:nvSpPr>
          <p:cNvPr id="10" name="Picture Placeholder 9">
            <a:extLst>
              <a:ext uri="{FF2B5EF4-FFF2-40B4-BE49-F238E27FC236}">
                <a16:creationId xmlns:a16="http://schemas.microsoft.com/office/drawing/2014/main" id="{06F4D32B-A1E5-975E-A4D3-E38C5521B8AE}"/>
              </a:ext>
            </a:extLst>
          </p:cNvPr>
          <p:cNvSpPr>
            <a:spLocks noGrp="1"/>
          </p:cNvSpPr>
          <p:nvPr>
            <p:ph type="pic" sz="quarter" idx="14"/>
          </p:nvPr>
        </p:nvSpPr>
        <p:spPr>
          <a:xfrm>
            <a:off x="1" y="0"/>
            <a:ext cx="24387175" cy="13716000"/>
          </a:xfrm>
          <a:prstGeom prst="rect">
            <a:avLst/>
          </a:prstGeom>
        </p:spPr>
        <p:txBody>
          <a:bodyPr/>
          <a:lstStyle/>
          <a:p>
            <a:r>
              <a:rPr lang="en-GB"/>
              <a:t>Click icon to add picture</a:t>
            </a:r>
            <a:endParaRPr lang="en-US"/>
          </a:p>
        </p:txBody>
      </p:sp>
      <p:sp>
        <p:nvSpPr>
          <p:cNvPr id="6" name="Text Placeholder 5">
            <a:extLst>
              <a:ext uri="{FF2B5EF4-FFF2-40B4-BE49-F238E27FC236}">
                <a16:creationId xmlns:a16="http://schemas.microsoft.com/office/drawing/2014/main" id="{27FF6A9C-D9E3-9EEA-2CD4-9B6CADA357F3}"/>
              </a:ext>
            </a:extLst>
          </p:cNvPr>
          <p:cNvSpPr>
            <a:spLocks noGrp="1"/>
          </p:cNvSpPr>
          <p:nvPr>
            <p:ph type="body" sz="quarter" idx="12" hasCustomPrompt="1"/>
          </p:nvPr>
        </p:nvSpPr>
        <p:spPr>
          <a:xfrm>
            <a:off x="873007" y="4762500"/>
            <a:ext cx="21877136" cy="4076700"/>
          </a:xfrm>
          <a:prstGeom prst="rect">
            <a:avLst/>
          </a:prstGeom>
        </p:spPr>
        <p:txBody>
          <a:bodyPr>
            <a:noAutofit/>
          </a:bodyPr>
          <a:lstStyle>
            <a:lvl1pPr marL="347663" indent="-347663">
              <a:lnSpc>
                <a:spcPct val="110000"/>
              </a:lnSpc>
              <a:buNone/>
              <a:tabLst/>
              <a:defRPr sz="9600" b="0" i="0">
                <a:solidFill>
                  <a:schemeClr val="bg1"/>
                </a:solidFill>
                <a:latin typeface="Oracle Sans Ultra Light" panose="020B0303020204020204" pitchFamily="34" charset="0"/>
                <a:cs typeface="Oracle Sans Ultra Light" panose="020B0303020204020204" pitchFamily="34" charset="0"/>
              </a:defRPr>
            </a:lvl1pPr>
          </a:lstStyle>
          <a:p>
            <a:pPr lvl="0"/>
            <a:r>
              <a:rPr lang="en-US" dirty="0"/>
              <a:t>“This is a quote slide. Adjust opacity as needed to make the quote stand out.”</a:t>
            </a:r>
          </a:p>
        </p:txBody>
      </p:sp>
      <p:sp>
        <p:nvSpPr>
          <p:cNvPr id="8" name="Text Placeholder 7">
            <a:extLst>
              <a:ext uri="{FF2B5EF4-FFF2-40B4-BE49-F238E27FC236}">
                <a16:creationId xmlns:a16="http://schemas.microsoft.com/office/drawing/2014/main" id="{84DC4D82-8C6A-BF67-C55D-035086A5802C}"/>
              </a:ext>
            </a:extLst>
          </p:cNvPr>
          <p:cNvSpPr>
            <a:spLocks noGrp="1"/>
          </p:cNvSpPr>
          <p:nvPr>
            <p:ph type="body" sz="quarter" idx="13" hasCustomPrompt="1"/>
          </p:nvPr>
        </p:nvSpPr>
        <p:spPr>
          <a:xfrm>
            <a:off x="1411621" y="9125511"/>
            <a:ext cx="14252183" cy="2524125"/>
          </a:xfrm>
          <a:prstGeom prst="rect">
            <a:avLst/>
          </a:prstGeom>
        </p:spPr>
        <p:txBody>
          <a:bodyPr>
            <a:normAutofit/>
          </a:bodyPr>
          <a:lstStyle>
            <a:lvl1pPr marL="0" indent="0">
              <a:lnSpc>
                <a:spcPct val="100000"/>
              </a:lnSpc>
              <a:spcBef>
                <a:spcPts val="0"/>
              </a:spcBef>
              <a:buNone/>
              <a:defRPr sz="3600" b="0" i="0">
                <a:solidFill>
                  <a:srgbClr val="8EE1F0"/>
                </a:solidFill>
                <a:latin typeface="Oracle Sans" panose="020B0503020204020204" pitchFamily="34" charset="0"/>
                <a:cs typeface="Oracle Sans" panose="020B0503020204020204" pitchFamily="34" charset="0"/>
              </a:defRPr>
            </a:lvl1pPr>
          </a:lstStyle>
          <a:p>
            <a:pPr lvl="0"/>
            <a:r>
              <a:rPr lang="en-US" dirty="0" err="1"/>
              <a:t>Firstname</a:t>
            </a:r>
            <a:r>
              <a:rPr lang="en-US" dirty="0"/>
              <a:t> </a:t>
            </a:r>
            <a:r>
              <a:rPr lang="en-US" dirty="0" err="1"/>
              <a:t>Lastname</a:t>
            </a:r>
            <a:br>
              <a:rPr lang="en-US" dirty="0"/>
            </a:br>
            <a:r>
              <a:rPr lang="en-US" dirty="0"/>
              <a:t>Title</a:t>
            </a:r>
          </a:p>
          <a:p>
            <a:pPr lvl="0"/>
            <a:r>
              <a:rPr lang="en-US" dirty="0"/>
              <a:t>Company/Organization</a:t>
            </a:r>
          </a:p>
        </p:txBody>
      </p:sp>
      <p:sp>
        <p:nvSpPr>
          <p:cNvPr id="2" name="Footer Placeholder 3">
            <a:extLst>
              <a:ext uri="{FF2B5EF4-FFF2-40B4-BE49-F238E27FC236}">
                <a16:creationId xmlns:a16="http://schemas.microsoft.com/office/drawing/2014/main" id="{98A710AE-F82F-F475-E1AC-A5DEC9E70B5F}"/>
              </a:ext>
            </a:extLst>
          </p:cNvPr>
          <p:cNvSpPr>
            <a:spLocks noGrp="1"/>
          </p:cNvSpPr>
          <p:nvPr>
            <p:ph type="ftr" sz="quarter" idx="3"/>
          </p:nvPr>
        </p:nvSpPr>
        <p:spPr>
          <a:xfrm>
            <a:off x="1411345" y="12985749"/>
            <a:ext cx="10052413" cy="730250"/>
          </a:xfrm>
          <a:prstGeom prst="rect">
            <a:avLst/>
          </a:prstGeom>
        </p:spPr>
        <p:txBody>
          <a:bodyPr vert="horz" lIns="91440" tIns="45720" rIns="91440" bIns="45720" rtlCol="0" anchor="ctr"/>
          <a:lstStyle>
            <a:lvl1pPr algn="l">
              <a:defRPr sz="1400" b="0" i="0">
                <a:solidFill>
                  <a:schemeClr val="bg2"/>
                </a:solidFill>
                <a:latin typeface="Oracle Sans Light" panose="020B0403020204020204" pitchFamily="34" charset="0"/>
                <a:cs typeface="Oracle Sans Light" panose="020B0403020204020204" pitchFamily="34" charset="0"/>
              </a:defRPr>
            </a:lvl1p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CA" sz="1400" b="0" i="0" u="none" strike="noStrike" kern="1200" cap="none" spc="0" normalizeH="0" baseline="0" noProof="0" dirty="0">
                <a:ln>
                  <a:noFill/>
                </a:ln>
                <a:solidFill>
                  <a:schemeClr val="bg2"/>
                </a:solidFill>
                <a:effectLst/>
                <a:uLnTx/>
                <a:uFillTx/>
                <a:latin typeface="Oracle Sans Light" panose="020B0403020204020204" pitchFamily="34" charset="0"/>
                <a:ea typeface="+mn-ea"/>
                <a:cs typeface="Oracle Sans Light" panose="020B0403020204020204" pitchFamily="34" charset="0"/>
              </a:rPr>
              <a:t>Java Day Copyright © 2024, Oracle and/or its affiliates</a:t>
            </a:r>
          </a:p>
        </p:txBody>
      </p:sp>
      <p:sp>
        <p:nvSpPr>
          <p:cNvPr id="3" name="Slide Number Placeholder 5">
            <a:extLst>
              <a:ext uri="{FF2B5EF4-FFF2-40B4-BE49-F238E27FC236}">
                <a16:creationId xmlns:a16="http://schemas.microsoft.com/office/drawing/2014/main" id="{5B28CC13-CA71-38FB-E90C-1503034963B4}"/>
              </a:ext>
            </a:extLst>
          </p:cNvPr>
          <p:cNvSpPr>
            <a:spLocks noGrp="1"/>
          </p:cNvSpPr>
          <p:nvPr>
            <p:ph type="sldNum" sz="quarter" idx="4"/>
          </p:nvPr>
        </p:nvSpPr>
        <p:spPr>
          <a:xfrm>
            <a:off x="449152" y="12985749"/>
            <a:ext cx="871646" cy="730250"/>
          </a:xfrm>
          <a:prstGeom prst="rect">
            <a:avLst/>
          </a:prstGeom>
        </p:spPr>
        <p:txBody>
          <a:bodyPr vert="horz" lIns="91440" tIns="45720" rIns="91440" bIns="45720" rtlCol="0" anchor="ctr"/>
          <a:lstStyle>
            <a:lvl1pPr algn="l">
              <a:defRPr sz="1600">
                <a:solidFill>
                  <a:schemeClr val="bg2"/>
                </a:solidFill>
                <a:latin typeface="Oracle Sans" panose="020B0503020204020204" pitchFamily="34" charset="0"/>
                <a:cs typeface="Oracle Sans" panose="020B0503020204020204" pitchFamily="34" charset="0"/>
              </a:defRPr>
            </a:lvl1pPr>
          </a:lstStyle>
          <a:p>
            <a:fld id="{CFF4B978-1D82-7745-80C5-DBABA6B131D3}" type="slidenum">
              <a:rPr lang="en-US" smtClean="0"/>
              <a:pPr/>
              <a:t>‹#›</a:t>
            </a:fld>
            <a:endParaRPr lang="en-US"/>
          </a:p>
        </p:txBody>
      </p:sp>
      <p:pic>
        <p:nvPicPr>
          <p:cNvPr id="4" name="Picture 3">
            <a:extLst>
              <a:ext uri="{FF2B5EF4-FFF2-40B4-BE49-F238E27FC236}">
                <a16:creationId xmlns:a16="http://schemas.microsoft.com/office/drawing/2014/main" id="{09CAC1C7-EDFB-F4CE-719D-860B73B30A67}"/>
              </a:ext>
            </a:extLst>
          </p:cNvPr>
          <p:cNvPicPr>
            <a:picLocks noChangeAspect="1"/>
          </p:cNvPicPr>
          <p:nvPr userDrawn="1"/>
        </p:nvPicPr>
        <p:blipFill>
          <a:blip r:embed="rId2">
            <a:alphaModFix/>
          </a:blip>
          <a:stretch>
            <a:fillRect/>
          </a:stretch>
        </p:blipFill>
        <p:spPr>
          <a:xfrm>
            <a:off x="22762011" y="12898102"/>
            <a:ext cx="817080" cy="827423"/>
          </a:xfrm>
          <a:prstGeom prst="rect">
            <a:avLst/>
          </a:prstGeom>
        </p:spPr>
      </p:pic>
    </p:spTree>
    <p:extLst>
      <p:ext uri="{BB962C8B-B14F-4D97-AF65-F5344CB8AC3E}">
        <p14:creationId xmlns:p14="http://schemas.microsoft.com/office/powerpoint/2010/main" val="296914877"/>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p:cSld name="Statement with Image">
    <p:bg>
      <p:bgPr>
        <a:solidFill>
          <a:srgbClr val="00758F"/>
        </a:solidFill>
        <a:effectLst/>
      </p:bgPr>
    </p:bg>
    <p:spTree>
      <p:nvGrpSpPr>
        <p:cNvPr id="1" name=""/>
        <p:cNvGrpSpPr/>
        <p:nvPr/>
      </p:nvGrpSpPr>
      <p:grpSpPr>
        <a:xfrm>
          <a:off x="0" y="0"/>
          <a:ext cx="0" cy="0"/>
          <a:chOff x="0" y="0"/>
          <a:chExt cx="0" cy="0"/>
        </a:xfrm>
      </p:grpSpPr>
      <p:sp>
        <p:nvSpPr>
          <p:cNvPr id="10" name="Picture Placeholder 9">
            <a:extLst>
              <a:ext uri="{FF2B5EF4-FFF2-40B4-BE49-F238E27FC236}">
                <a16:creationId xmlns:a16="http://schemas.microsoft.com/office/drawing/2014/main" id="{06F4D32B-A1E5-975E-A4D3-E38C5521B8AE}"/>
              </a:ext>
            </a:extLst>
          </p:cNvPr>
          <p:cNvSpPr>
            <a:spLocks noGrp="1"/>
          </p:cNvSpPr>
          <p:nvPr>
            <p:ph type="pic" sz="quarter" idx="14"/>
          </p:nvPr>
        </p:nvSpPr>
        <p:spPr>
          <a:xfrm>
            <a:off x="1" y="0"/>
            <a:ext cx="24387175" cy="13716000"/>
          </a:xfrm>
          <a:prstGeom prst="rect">
            <a:avLst/>
          </a:prstGeom>
        </p:spPr>
        <p:txBody>
          <a:bodyPr/>
          <a:lstStyle/>
          <a:p>
            <a:r>
              <a:rPr lang="en-GB"/>
              <a:t>Click icon to add picture</a:t>
            </a:r>
            <a:endParaRPr lang="en-US"/>
          </a:p>
        </p:txBody>
      </p:sp>
      <p:sp>
        <p:nvSpPr>
          <p:cNvPr id="2" name="Title 1">
            <a:extLst>
              <a:ext uri="{FF2B5EF4-FFF2-40B4-BE49-F238E27FC236}">
                <a16:creationId xmlns:a16="http://schemas.microsoft.com/office/drawing/2014/main" id="{331CA627-4C86-FF4F-DD0A-DF0D690C3170}"/>
              </a:ext>
            </a:extLst>
          </p:cNvPr>
          <p:cNvSpPr>
            <a:spLocks noGrp="1"/>
          </p:cNvSpPr>
          <p:nvPr>
            <p:ph type="title"/>
          </p:nvPr>
        </p:nvSpPr>
        <p:spPr>
          <a:xfrm>
            <a:off x="1371869" y="2743201"/>
            <a:ext cx="21378273" cy="5459505"/>
          </a:xfrm>
          <a:prstGeom prst="rect">
            <a:avLst/>
          </a:prstGeom>
        </p:spPr>
        <p:txBody>
          <a:bodyPr anchor="b">
            <a:noAutofit/>
          </a:bodyPr>
          <a:lstStyle>
            <a:lvl1pPr marL="0" indent="0">
              <a:lnSpc>
                <a:spcPct val="110000"/>
              </a:lnSpc>
              <a:spcBef>
                <a:spcPts val="0"/>
              </a:spcBef>
              <a:defRPr sz="9600" b="0" i="0">
                <a:solidFill>
                  <a:schemeClr val="bg1"/>
                </a:solidFill>
                <a:latin typeface="Oracle Sans Ultra Light" panose="020B0303020204020204" pitchFamily="34" charset="0"/>
                <a:cs typeface="Oracle Sans Ultra Light" panose="020B0303020204020204" pitchFamily="34" charset="0"/>
              </a:defRPr>
            </a:lvl1pPr>
          </a:lstStyle>
          <a:p>
            <a:r>
              <a:rPr lang="en-GB"/>
              <a:t>Click to edit Master title style</a:t>
            </a:r>
            <a:endParaRPr lang="en-US" dirty="0"/>
          </a:p>
        </p:txBody>
      </p:sp>
      <p:sp>
        <p:nvSpPr>
          <p:cNvPr id="3" name="Text Placeholder 2">
            <a:extLst>
              <a:ext uri="{FF2B5EF4-FFF2-40B4-BE49-F238E27FC236}">
                <a16:creationId xmlns:a16="http://schemas.microsoft.com/office/drawing/2014/main" id="{857DBA14-2BCF-3066-2A71-D4DF4CA42538}"/>
              </a:ext>
            </a:extLst>
          </p:cNvPr>
          <p:cNvSpPr>
            <a:spLocks noGrp="1"/>
          </p:cNvSpPr>
          <p:nvPr>
            <p:ph type="body" idx="1"/>
          </p:nvPr>
        </p:nvSpPr>
        <p:spPr>
          <a:xfrm>
            <a:off x="1371869" y="8698894"/>
            <a:ext cx="21378273" cy="2058754"/>
          </a:xfrm>
          <a:prstGeom prst="rect">
            <a:avLst/>
          </a:prstGeom>
        </p:spPr>
        <p:txBody>
          <a:bodyPr>
            <a:noAutofit/>
          </a:bodyPr>
          <a:lstStyle>
            <a:lvl1pPr marL="0" indent="0">
              <a:lnSpc>
                <a:spcPct val="110000"/>
              </a:lnSpc>
              <a:spcBef>
                <a:spcPts val="0"/>
              </a:spcBef>
              <a:buNone/>
              <a:defRPr sz="3600" b="0" i="0">
                <a:solidFill>
                  <a:srgbClr val="8EE1F0"/>
                </a:solidFill>
                <a:latin typeface="Oracle Sans" panose="020B0503020204020204" pitchFamily="34" charset="0"/>
                <a:cs typeface="Oracle Sans" panose="020B0503020204020204" pitchFamily="34" charset="0"/>
              </a:defRPr>
            </a:lvl1pPr>
            <a:lvl2pPr marL="914354" indent="0">
              <a:buNone/>
              <a:defRPr sz="4000">
                <a:solidFill>
                  <a:schemeClr val="tx1">
                    <a:tint val="75000"/>
                  </a:schemeClr>
                </a:solidFill>
              </a:defRPr>
            </a:lvl2pPr>
            <a:lvl3pPr marL="1828709" indent="0">
              <a:buNone/>
              <a:defRPr sz="3600">
                <a:solidFill>
                  <a:schemeClr val="tx1">
                    <a:tint val="75000"/>
                  </a:schemeClr>
                </a:solidFill>
              </a:defRPr>
            </a:lvl3pPr>
            <a:lvl4pPr marL="2743063" indent="0">
              <a:buNone/>
              <a:defRPr sz="3200">
                <a:solidFill>
                  <a:schemeClr val="tx1">
                    <a:tint val="75000"/>
                  </a:schemeClr>
                </a:solidFill>
              </a:defRPr>
            </a:lvl4pPr>
            <a:lvl5pPr marL="3657417" indent="0">
              <a:buNone/>
              <a:defRPr sz="3200">
                <a:solidFill>
                  <a:schemeClr val="tx1">
                    <a:tint val="75000"/>
                  </a:schemeClr>
                </a:solidFill>
              </a:defRPr>
            </a:lvl5pPr>
            <a:lvl6pPr marL="4571771" indent="0">
              <a:buNone/>
              <a:defRPr sz="3200">
                <a:solidFill>
                  <a:schemeClr val="tx1">
                    <a:tint val="75000"/>
                  </a:schemeClr>
                </a:solidFill>
              </a:defRPr>
            </a:lvl6pPr>
            <a:lvl7pPr marL="5486126" indent="0">
              <a:buNone/>
              <a:defRPr sz="3200">
                <a:solidFill>
                  <a:schemeClr val="tx1">
                    <a:tint val="75000"/>
                  </a:schemeClr>
                </a:solidFill>
              </a:defRPr>
            </a:lvl7pPr>
            <a:lvl8pPr marL="6400480" indent="0">
              <a:buNone/>
              <a:defRPr sz="3200">
                <a:solidFill>
                  <a:schemeClr val="tx1">
                    <a:tint val="75000"/>
                  </a:schemeClr>
                </a:solidFill>
              </a:defRPr>
            </a:lvl8pPr>
            <a:lvl9pPr marL="7314834" indent="0">
              <a:buNone/>
              <a:defRPr sz="3200">
                <a:solidFill>
                  <a:schemeClr val="tx1">
                    <a:tint val="75000"/>
                  </a:schemeClr>
                </a:solidFill>
              </a:defRPr>
            </a:lvl9pPr>
          </a:lstStyle>
          <a:p>
            <a:pPr lvl="0"/>
            <a:r>
              <a:rPr lang="en-GB"/>
              <a:t>Click to edit Master text styles</a:t>
            </a:r>
          </a:p>
        </p:txBody>
      </p:sp>
      <p:sp>
        <p:nvSpPr>
          <p:cNvPr id="4" name="Footer Placeholder 3">
            <a:extLst>
              <a:ext uri="{FF2B5EF4-FFF2-40B4-BE49-F238E27FC236}">
                <a16:creationId xmlns:a16="http://schemas.microsoft.com/office/drawing/2014/main" id="{D688AE62-3D4B-14A0-5314-6881FD202E6F}"/>
              </a:ext>
            </a:extLst>
          </p:cNvPr>
          <p:cNvSpPr>
            <a:spLocks noGrp="1"/>
          </p:cNvSpPr>
          <p:nvPr>
            <p:ph type="ftr" sz="quarter" idx="3"/>
          </p:nvPr>
        </p:nvSpPr>
        <p:spPr>
          <a:xfrm>
            <a:off x="1411345" y="12985749"/>
            <a:ext cx="10052413" cy="730250"/>
          </a:xfrm>
          <a:prstGeom prst="rect">
            <a:avLst/>
          </a:prstGeom>
        </p:spPr>
        <p:txBody>
          <a:bodyPr vert="horz" lIns="91440" tIns="45720" rIns="91440" bIns="45720" rtlCol="0" anchor="ctr"/>
          <a:lstStyle>
            <a:lvl1pPr algn="l">
              <a:defRPr sz="1400" b="0" i="0">
                <a:solidFill>
                  <a:schemeClr val="bg2"/>
                </a:solidFill>
                <a:latin typeface="Oracle Sans Light" panose="020B0403020204020204" pitchFamily="34" charset="0"/>
                <a:cs typeface="Oracle Sans Light" panose="020B0403020204020204" pitchFamily="34" charset="0"/>
              </a:defRPr>
            </a:lvl1p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CA" sz="1400" b="0" i="0" u="none" strike="noStrike" kern="1200" cap="none" spc="0" normalizeH="0" baseline="0" noProof="0" dirty="0">
                <a:ln>
                  <a:noFill/>
                </a:ln>
                <a:solidFill>
                  <a:schemeClr val="bg2"/>
                </a:solidFill>
                <a:effectLst/>
                <a:uLnTx/>
                <a:uFillTx/>
                <a:latin typeface="Oracle Sans Light" panose="020B0403020204020204" pitchFamily="34" charset="0"/>
                <a:ea typeface="+mn-ea"/>
                <a:cs typeface="Oracle Sans Light" panose="020B0403020204020204" pitchFamily="34" charset="0"/>
              </a:rPr>
              <a:t>Java Day Copyright © 2024, Oracle and/or its affiliates</a:t>
            </a:r>
          </a:p>
        </p:txBody>
      </p:sp>
      <p:sp>
        <p:nvSpPr>
          <p:cNvPr id="5" name="Slide Number Placeholder 5">
            <a:extLst>
              <a:ext uri="{FF2B5EF4-FFF2-40B4-BE49-F238E27FC236}">
                <a16:creationId xmlns:a16="http://schemas.microsoft.com/office/drawing/2014/main" id="{2C666913-0B85-2EC8-E250-A08F8278C3C5}"/>
              </a:ext>
            </a:extLst>
          </p:cNvPr>
          <p:cNvSpPr>
            <a:spLocks noGrp="1"/>
          </p:cNvSpPr>
          <p:nvPr>
            <p:ph type="sldNum" sz="quarter" idx="4"/>
          </p:nvPr>
        </p:nvSpPr>
        <p:spPr>
          <a:xfrm>
            <a:off x="449152" y="12985749"/>
            <a:ext cx="871646" cy="730250"/>
          </a:xfrm>
          <a:prstGeom prst="rect">
            <a:avLst/>
          </a:prstGeom>
        </p:spPr>
        <p:txBody>
          <a:bodyPr vert="horz" lIns="91440" tIns="45720" rIns="91440" bIns="45720" rtlCol="0" anchor="ctr"/>
          <a:lstStyle>
            <a:lvl1pPr algn="l">
              <a:defRPr sz="1600">
                <a:solidFill>
                  <a:schemeClr val="bg2"/>
                </a:solidFill>
                <a:latin typeface="Oracle Sans" panose="020B0503020204020204" pitchFamily="34" charset="0"/>
                <a:cs typeface="Oracle Sans" panose="020B0503020204020204" pitchFamily="34" charset="0"/>
              </a:defRPr>
            </a:lvl1pPr>
          </a:lstStyle>
          <a:p>
            <a:fld id="{CFF4B978-1D82-7745-80C5-DBABA6B131D3}" type="slidenum">
              <a:rPr lang="en-US" smtClean="0"/>
              <a:pPr/>
              <a:t>‹#›</a:t>
            </a:fld>
            <a:endParaRPr lang="en-US"/>
          </a:p>
        </p:txBody>
      </p:sp>
      <p:pic>
        <p:nvPicPr>
          <p:cNvPr id="6" name="Picture 5">
            <a:extLst>
              <a:ext uri="{FF2B5EF4-FFF2-40B4-BE49-F238E27FC236}">
                <a16:creationId xmlns:a16="http://schemas.microsoft.com/office/drawing/2014/main" id="{92369070-F3A3-7B15-A0BE-208CC7F40E24}"/>
              </a:ext>
            </a:extLst>
          </p:cNvPr>
          <p:cNvPicPr>
            <a:picLocks noChangeAspect="1"/>
          </p:cNvPicPr>
          <p:nvPr userDrawn="1"/>
        </p:nvPicPr>
        <p:blipFill>
          <a:blip r:embed="rId2">
            <a:alphaModFix/>
          </a:blip>
          <a:stretch>
            <a:fillRect/>
          </a:stretch>
        </p:blipFill>
        <p:spPr>
          <a:xfrm>
            <a:off x="22762011" y="12898102"/>
            <a:ext cx="817080" cy="827423"/>
          </a:xfrm>
          <a:prstGeom prst="rect">
            <a:avLst/>
          </a:prstGeom>
        </p:spPr>
      </p:pic>
    </p:spTree>
    <p:extLst>
      <p:ext uri="{BB962C8B-B14F-4D97-AF65-F5344CB8AC3E}">
        <p14:creationId xmlns:p14="http://schemas.microsoft.com/office/powerpoint/2010/main" val="2701875869"/>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p:cSld name="7_Custom Layout">
    <p:bg>
      <p:bgPr>
        <a:solidFill>
          <a:srgbClr val="00758F"/>
        </a:solidFill>
        <a:effectLst/>
      </p:bgPr>
    </p:bg>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F4DDFA29-5BA1-D040-7B02-9A5BF37AAF3C}"/>
              </a:ext>
            </a:extLst>
          </p:cNvPr>
          <p:cNvSpPr/>
          <p:nvPr/>
        </p:nvSpPr>
        <p:spPr>
          <a:xfrm flipH="1">
            <a:off x="0" y="448"/>
            <a:ext cx="18620208" cy="13715107"/>
          </a:xfrm>
          <a:prstGeom prst="rect">
            <a:avLst/>
          </a:prstGeom>
          <a:gradFill flip="none" rotWithShape="1">
            <a:gsLst>
              <a:gs pos="31000">
                <a:srgbClr val="00758F"/>
              </a:gs>
              <a:gs pos="72000">
                <a:srgbClr val="00758F">
                  <a:alpha val="69000"/>
                </a:srgbClr>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828709">
              <a:defRPr/>
            </a:pPr>
            <a:endParaRPr lang="en-US" sz="3600" dirty="0">
              <a:solidFill>
                <a:srgbClr val="FCFBFA"/>
              </a:solidFill>
              <a:latin typeface="Oracle Sans"/>
            </a:endParaRPr>
          </a:p>
        </p:txBody>
      </p:sp>
      <p:sp>
        <p:nvSpPr>
          <p:cNvPr id="13" name="Picture Placeholder 12">
            <a:extLst>
              <a:ext uri="{FF2B5EF4-FFF2-40B4-BE49-F238E27FC236}">
                <a16:creationId xmlns:a16="http://schemas.microsoft.com/office/drawing/2014/main" id="{6233E270-4154-5669-CAC9-A3A3EC2EDC99}"/>
              </a:ext>
            </a:extLst>
          </p:cNvPr>
          <p:cNvSpPr>
            <a:spLocks noGrp="1"/>
          </p:cNvSpPr>
          <p:nvPr>
            <p:ph type="pic" sz="quarter" idx="16"/>
          </p:nvPr>
        </p:nvSpPr>
        <p:spPr>
          <a:xfrm>
            <a:off x="1" y="0"/>
            <a:ext cx="24387175" cy="13716000"/>
          </a:xfrm>
          <a:prstGeom prst="rect">
            <a:avLst/>
          </a:prstGeom>
        </p:spPr>
        <p:txBody>
          <a:bodyPr/>
          <a:lstStyle>
            <a:lvl1pPr marL="0" indent="0" algn="r">
              <a:buNone/>
              <a:defRPr/>
            </a:lvl1pPr>
          </a:lstStyle>
          <a:p>
            <a:r>
              <a:rPr lang="en-GB"/>
              <a:t>Click icon to add picture</a:t>
            </a:r>
            <a:endParaRPr lang="en-US"/>
          </a:p>
        </p:txBody>
      </p:sp>
      <p:sp>
        <p:nvSpPr>
          <p:cNvPr id="5" name="Rectangle 4">
            <a:extLst>
              <a:ext uri="{FF2B5EF4-FFF2-40B4-BE49-F238E27FC236}">
                <a16:creationId xmlns:a16="http://schemas.microsoft.com/office/drawing/2014/main" id="{B8385226-05D6-6232-7E9C-75579F0797C1}"/>
              </a:ext>
            </a:extLst>
          </p:cNvPr>
          <p:cNvSpPr/>
          <p:nvPr/>
        </p:nvSpPr>
        <p:spPr>
          <a:xfrm flipH="1">
            <a:off x="0" y="448"/>
            <a:ext cx="18620208" cy="13715107"/>
          </a:xfrm>
          <a:prstGeom prst="rect">
            <a:avLst/>
          </a:prstGeom>
          <a:gradFill flip="none" rotWithShape="1">
            <a:gsLst>
              <a:gs pos="31000">
                <a:srgbClr val="00758F"/>
              </a:gs>
              <a:gs pos="72000">
                <a:srgbClr val="00758F">
                  <a:alpha val="69000"/>
                </a:srgbClr>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828709">
              <a:defRPr/>
            </a:pPr>
            <a:endParaRPr lang="en-US" sz="3600" dirty="0">
              <a:solidFill>
                <a:srgbClr val="FCFBFA"/>
              </a:solidFill>
              <a:latin typeface="Oracle Sans"/>
            </a:endParaRPr>
          </a:p>
        </p:txBody>
      </p:sp>
      <p:sp>
        <p:nvSpPr>
          <p:cNvPr id="7" name="Chart Placeholder 6">
            <a:extLst>
              <a:ext uri="{FF2B5EF4-FFF2-40B4-BE49-F238E27FC236}">
                <a16:creationId xmlns:a16="http://schemas.microsoft.com/office/drawing/2014/main" id="{05E77031-89FB-1771-7A73-A35AEABC15EB}"/>
              </a:ext>
            </a:extLst>
          </p:cNvPr>
          <p:cNvSpPr>
            <a:spLocks noGrp="1"/>
          </p:cNvSpPr>
          <p:nvPr>
            <p:ph type="chart" sz="quarter" idx="12"/>
          </p:nvPr>
        </p:nvSpPr>
        <p:spPr>
          <a:xfrm>
            <a:off x="1398862" y="3355384"/>
            <a:ext cx="3504651" cy="3502617"/>
          </a:xfrm>
          <a:prstGeom prst="rect">
            <a:avLst/>
          </a:prstGeom>
        </p:spPr>
        <p:txBody>
          <a:bodyPr/>
          <a:lstStyle/>
          <a:p>
            <a:r>
              <a:rPr lang="en-GB"/>
              <a:t>Click icon to add chart</a:t>
            </a:r>
            <a:endParaRPr lang="en-US" dirty="0"/>
          </a:p>
        </p:txBody>
      </p:sp>
      <p:sp>
        <p:nvSpPr>
          <p:cNvPr id="9" name="Text Placeholder 8">
            <a:extLst>
              <a:ext uri="{FF2B5EF4-FFF2-40B4-BE49-F238E27FC236}">
                <a16:creationId xmlns:a16="http://schemas.microsoft.com/office/drawing/2014/main" id="{69E99302-CAFD-A7D5-CAF2-43DC7E9CA1B2}"/>
              </a:ext>
            </a:extLst>
          </p:cNvPr>
          <p:cNvSpPr>
            <a:spLocks noGrp="1"/>
          </p:cNvSpPr>
          <p:nvPr>
            <p:ph type="body" sz="quarter" idx="13" hasCustomPrompt="1"/>
          </p:nvPr>
        </p:nvSpPr>
        <p:spPr>
          <a:xfrm>
            <a:off x="5161971" y="3355976"/>
            <a:ext cx="7030823" cy="3502025"/>
          </a:xfrm>
          <a:prstGeom prst="rect">
            <a:avLst/>
          </a:prstGeom>
        </p:spPr>
        <p:txBody>
          <a:bodyPr anchor="ctr"/>
          <a:lstStyle>
            <a:lvl1pPr marL="0" indent="0">
              <a:lnSpc>
                <a:spcPct val="110000"/>
              </a:lnSpc>
              <a:spcBef>
                <a:spcPts val="0"/>
              </a:spcBef>
              <a:buNone/>
              <a:defRPr sz="4000">
                <a:solidFill>
                  <a:schemeClr val="bg1"/>
                </a:solidFill>
              </a:defRPr>
            </a:lvl1pPr>
          </a:lstStyle>
          <a:p>
            <a:pPr lvl="0"/>
            <a:r>
              <a:rPr lang="en-US" dirty="0"/>
              <a:t>Add copy here and highlight keywords associated with stats</a:t>
            </a:r>
          </a:p>
        </p:txBody>
      </p:sp>
      <p:sp>
        <p:nvSpPr>
          <p:cNvPr id="10" name="Chart Placeholder 6">
            <a:extLst>
              <a:ext uri="{FF2B5EF4-FFF2-40B4-BE49-F238E27FC236}">
                <a16:creationId xmlns:a16="http://schemas.microsoft.com/office/drawing/2014/main" id="{2181DBDC-C883-2F8A-819D-480E68D96330}"/>
              </a:ext>
            </a:extLst>
          </p:cNvPr>
          <p:cNvSpPr>
            <a:spLocks noGrp="1"/>
          </p:cNvSpPr>
          <p:nvPr>
            <p:ph type="chart" sz="quarter" idx="14"/>
          </p:nvPr>
        </p:nvSpPr>
        <p:spPr>
          <a:xfrm>
            <a:off x="1398862" y="7524428"/>
            <a:ext cx="3504651" cy="3502617"/>
          </a:xfrm>
          <a:prstGeom prst="rect">
            <a:avLst/>
          </a:prstGeom>
        </p:spPr>
        <p:txBody>
          <a:bodyPr/>
          <a:lstStyle/>
          <a:p>
            <a:r>
              <a:rPr lang="en-GB"/>
              <a:t>Click icon to add chart</a:t>
            </a:r>
            <a:endParaRPr lang="en-US" dirty="0"/>
          </a:p>
        </p:txBody>
      </p:sp>
      <p:sp>
        <p:nvSpPr>
          <p:cNvPr id="11" name="Text Placeholder 8">
            <a:extLst>
              <a:ext uri="{FF2B5EF4-FFF2-40B4-BE49-F238E27FC236}">
                <a16:creationId xmlns:a16="http://schemas.microsoft.com/office/drawing/2014/main" id="{4D86A027-7810-8C84-9CE1-159AFADCA6BA}"/>
              </a:ext>
            </a:extLst>
          </p:cNvPr>
          <p:cNvSpPr>
            <a:spLocks noGrp="1"/>
          </p:cNvSpPr>
          <p:nvPr>
            <p:ph type="body" sz="quarter" idx="15" hasCustomPrompt="1"/>
          </p:nvPr>
        </p:nvSpPr>
        <p:spPr>
          <a:xfrm>
            <a:off x="5161971" y="7525020"/>
            <a:ext cx="7030823" cy="3502025"/>
          </a:xfrm>
          <a:prstGeom prst="rect">
            <a:avLst/>
          </a:prstGeom>
        </p:spPr>
        <p:txBody>
          <a:bodyPr anchor="ctr"/>
          <a:lstStyle>
            <a:lvl1pPr marL="0" indent="0">
              <a:lnSpc>
                <a:spcPct val="110000"/>
              </a:lnSpc>
              <a:spcBef>
                <a:spcPts val="0"/>
              </a:spcBef>
              <a:buNone/>
              <a:defRPr sz="4000">
                <a:solidFill>
                  <a:schemeClr val="bg1"/>
                </a:solidFill>
              </a:defRPr>
            </a:lvl1pPr>
          </a:lstStyle>
          <a:p>
            <a:pPr lvl="0"/>
            <a:r>
              <a:rPr lang="en-US" dirty="0"/>
              <a:t>Add copy here and highlight keywords associated with stats</a:t>
            </a:r>
          </a:p>
        </p:txBody>
      </p:sp>
      <p:sp>
        <p:nvSpPr>
          <p:cNvPr id="3" name="Title 1">
            <a:extLst>
              <a:ext uri="{FF2B5EF4-FFF2-40B4-BE49-F238E27FC236}">
                <a16:creationId xmlns:a16="http://schemas.microsoft.com/office/drawing/2014/main" id="{2808448F-3BB2-6BF5-EEA4-5C3C79BBAA95}"/>
              </a:ext>
            </a:extLst>
          </p:cNvPr>
          <p:cNvSpPr>
            <a:spLocks noGrp="1"/>
          </p:cNvSpPr>
          <p:nvPr>
            <p:ph type="title"/>
          </p:nvPr>
        </p:nvSpPr>
        <p:spPr>
          <a:xfrm>
            <a:off x="1386010" y="672354"/>
            <a:ext cx="22189047" cy="1880607"/>
          </a:xfrm>
          <a:prstGeom prst="rect">
            <a:avLst/>
          </a:prstGeom>
        </p:spPr>
        <p:txBody>
          <a:bodyPr anchor="b">
            <a:noAutofit/>
          </a:bodyPr>
          <a:lstStyle>
            <a:lvl1pPr>
              <a:lnSpc>
                <a:spcPct val="100000"/>
              </a:lnSpc>
              <a:defRPr sz="6600"/>
            </a:lvl1pPr>
          </a:lstStyle>
          <a:p>
            <a:r>
              <a:rPr lang="en-GB"/>
              <a:t>Click to edit Master title style</a:t>
            </a:r>
            <a:endParaRPr lang="en-US" dirty="0"/>
          </a:p>
        </p:txBody>
      </p:sp>
      <p:sp>
        <p:nvSpPr>
          <p:cNvPr id="2" name="Footer Placeholder 3">
            <a:extLst>
              <a:ext uri="{FF2B5EF4-FFF2-40B4-BE49-F238E27FC236}">
                <a16:creationId xmlns:a16="http://schemas.microsoft.com/office/drawing/2014/main" id="{6712978F-4D74-22D8-7237-3286E9FD1A64}"/>
              </a:ext>
            </a:extLst>
          </p:cNvPr>
          <p:cNvSpPr>
            <a:spLocks noGrp="1"/>
          </p:cNvSpPr>
          <p:nvPr>
            <p:ph type="ftr" sz="quarter" idx="3"/>
          </p:nvPr>
        </p:nvSpPr>
        <p:spPr>
          <a:xfrm>
            <a:off x="1411345" y="12985749"/>
            <a:ext cx="10052413" cy="730250"/>
          </a:xfrm>
          <a:prstGeom prst="rect">
            <a:avLst/>
          </a:prstGeom>
        </p:spPr>
        <p:txBody>
          <a:bodyPr vert="horz" lIns="91440" tIns="45720" rIns="91440" bIns="45720" rtlCol="0" anchor="ctr"/>
          <a:lstStyle>
            <a:lvl1pPr algn="l">
              <a:defRPr sz="1400" b="0" i="0">
                <a:solidFill>
                  <a:schemeClr val="bg2"/>
                </a:solidFill>
                <a:latin typeface="Oracle Sans Light" panose="020B0403020204020204" pitchFamily="34" charset="0"/>
                <a:cs typeface="Oracle Sans Light" panose="020B0403020204020204" pitchFamily="34" charset="0"/>
              </a:defRPr>
            </a:lvl1p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CA" sz="1400" b="0" i="0" u="none" strike="noStrike" kern="1200" cap="none" spc="0" normalizeH="0" baseline="0" noProof="0" dirty="0">
                <a:ln>
                  <a:noFill/>
                </a:ln>
                <a:solidFill>
                  <a:schemeClr val="bg2"/>
                </a:solidFill>
                <a:effectLst/>
                <a:uLnTx/>
                <a:uFillTx/>
                <a:latin typeface="Oracle Sans Light" panose="020B0403020204020204" pitchFamily="34" charset="0"/>
                <a:ea typeface="+mn-ea"/>
                <a:cs typeface="Oracle Sans Light" panose="020B0403020204020204" pitchFamily="34" charset="0"/>
              </a:rPr>
              <a:t>Java Day Copyright © 2024, Oracle and/or its affiliates</a:t>
            </a:r>
          </a:p>
        </p:txBody>
      </p:sp>
      <p:sp>
        <p:nvSpPr>
          <p:cNvPr id="4" name="Slide Number Placeholder 5">
            <a:extLst>
              <a:ext uri="{FF2B5EF4-FFF2-40B4-BE49-F238E27FC236}">
                <a16:creationId xmlns:a16="http://schemas.microsoft.com/office/drawing/2014/main" id="{820AB7CE-C707-EC65-4EC0-2BC5119829BA}"/>
              </a:ext>
            </a:extLst>
          </p:cNvPr>
          <p:cNvSpPr>
            <a:spLocks noGrp="1"/>
          </p:cNvSpPr>
          <p:nvPr>
            <p:ph type="sldNum" sz="quarter" idx="4"/>
          </p:nvPr>
        </p:nvSpPr>
        <p:spPr>
          <a:xfrm>
            <a:off x="449152" y="12985749"/>
            <a:ext cx="871646" cy="730250"/>
          </a:xfrm>
          <a:prstGeom prst="rect">
            <a:avLst/>
          </a:prstGeom>
        </p:spPr>
        <p:txBody>
          <a:bodyPr vert="horz" lIns="91440" tIns="45720" rIns="91440" bIns="45720" rtlCol="0" anchor="ctr"/>
          <a:lstStyle>
            <a:lvl1pPr algn="l">
              <a:defRPr sz="1600">
                <a:solidFill>
                  <a:schemeClr val="bg2"/>
                </a:solidFill>
                <a:latin typeface="Oracle Sans" panose="020B0503020204020204" pitchFamily="34" charset="0"/>
                <a:cs typeface="Oracle Sans" panose="020B0503020204020204" pitchFamily="34" charset="0"/>
              </a:defRPr>
            </a:lvl1pPr>
          </a:lstStyle>
          <a:p>
            <a:fld id="{CFF4B978-1D82-7745-80C5-DBABA6B131D3}" type="slidenum">
              <a:rPr lang="en-US" smtClean="0"/>
              <a:pPr/>
              <a:t>‹#›</a:t>
            </a:fld>
            <a:endParaRPr lang="en-US"/>
          </a:p>
        </p:txBody>
      </p:sp>
      <p:pic>
        <p:nvPicPr>
          <p:cNvPr id="6" name="Picture 5">
            <a:extLst>
              <a:ext uri="{FF2B5EF4-FFF2-40B4-BE49-F238E27FC236}">
                <a16:creationId xmlns:a16="http://schemas.microsoft.com/office/drawing/2014/main" id="{CB242415-99A0-0738-11B9-EBD5B91249D9}"/>
              </a:ext>
            </a:extLst>
          </p:cNvPr>
          <p:cNvPicPr>
            <a:picLocks noChangeAspect="1"/>
          </p:cNvPicPr>
          <p:nvPr userDrawn="1"/>
        </p:nvPicPr>
        <p:blipFill>
          <a:blip r:embed="rId2">
            <a:alphaModFix/>
          </a:blip>
          <a:stretch>
            <a:fillRect/>
          </a:stretch>
        </p:blipFill>
        <p:spPr>
          <a:xfrm>
            <a:off x="22762011" y="12898102"/>
            <a:ext cx="817080" cy="827423"/>
          </a:xfrm>
          <a:prstGeom prst="rect">
            <a:avLst/>
          </a:prstGeom>
        </p:spPr>
      </p:pic>
    </p:spTree>
    <p:extLst>
      <p:ext uri="{BB962C8B-B14F-4D97-AF65-F5344CB8AC3E}">
        <p14:creationId xmlns:p14="http://schemas.microsoft.com/office/powerpoint/2010/main" val="3871070289"/>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p:cSld name="Several Stats – Dark">
    <p:bg>
      <p:bgPr>
        <a:solidFill>
          <a:srgbClr val="00758F"/>
        </a:solidFill>
        <a:effectLst/>
      </p:bgPr>
    </p:bg>
    <p:spTree>
      <p:nvGrpSpPr>
        <p:cNvPr id="1" name=""/>
        <p:cNvGrpSpPr/>
        <p:nvPr/>
      </p:nvGrpSpPr>
      <p:grpSpPr>
        <a:xfrm>
          <a:off x="0" y="0"/>
          <a:ext cx="0" cy="0"/>
          <a:chOff x="0" y="0"/>
          <a:chExt cx="0" cy="0"/>
        </a:xfrm>
      </p:grpSpPr>
      <p:pic>
        <p:nvPicPr>
          <p:cNvPr id="4" name="Picture 3" descr="Background pattern&#10;&#10;Description automatically generated">
            <a:extLst>
              <a:ext uri="{FF2B5EF4-FFF2-40B4-BE49-F238E27FC236}">
                <a16:creationId xmlns:a16="http://schemas.microsoft.com/office/drawing/2014/main" id="{F901318A-A6FD-F235-9550-0AF55C0ECA5D}"/>
              </a:ext>
            </a:extLst>
          </p:cNvPr>
          <p:cNvPicPr>
            <a:picLocks noChangeAspect="1"/>
          </p:cNvPicPr>
          <p:nvPr userDrawn="1"/>
        </p:nvPicPr>
        <p:blipFill>
          <a:blip r:embed="rId2"/>
          <a:stretch>
            <a:fillRect/>
          </a:stretch>
        </p:blipFill>
        <p:spPr>
          <a:xfrm>
            <a:off x="0" y="0"/>
            <a:ext cx="24384000" cy="13716000"/>
          </a:xfrm>
          <a:prstGeom prst="rect">
            <a:avLst/>
          </a:prstGeom>
        </p:spPr>
      </p:pic>
      <p:sp>
        <p:nvSpPr>
          <p:cNvPr id="15" name="Text Placeholder 2">
            <a:extLst>
              <a:ext uri="{FF2B5EF4-FFF2-40B4-BE49-F238E27FC236}">
                <a16:creationId xmlns:a16="http://schemas.microsoft.com/office/drawing/2014/main" id="{55150586-9FB4-96FA-2DDC-F4B25B086042}"/>
              </a:ext>
            </a:extLst>
          </p:cNvPr>
          <p:cNvSpPr>
            <a:spLocks noGrp="1"/>
          </p:cNvSpPr>
          <p:nvPr>
            <p:ph type="body" sz="quarter" idx="28" hasCustomPrompt="1"/>
          </p:nvPr>
        </p:nvSpPr>
        <p:spPr>
          <a:xfrm>
            <a:off x="7028597" y="8195396"/>
            <a:ext cx="6910146" cy="4037963"/>
          </a:xfrm>
          <a:prstGeom prst="rect">
            <a:avLst/>
          </a:prstGeom>
        </p:spPr>
        <p:txBody>
          <a:bodyPr/>
          <a:lstStyle>
            <a:lvl1pPr>
              <a:defRPr lang="en-US" sz="16900" b="0" i="0" kern="1200" dirty="0">
                <a:solidFill>
                  <a:schemeClr val="bg1"/>
                </a:solidFill>
                <a:latin typeface="Oracle Sans Light" panose="020B0403020204020204" pitchFamily="34" charset="0"/>
                <a:ea typeface="+mn-ea"/>
                <a:cs typeface="Oracle Sans Light" panose="020B0403020204020204" pitchFamily="34" charset="0"/>
              </a:defRPr>
            </a:lvl1pPr>
          </a:lstStyle>
          <a:p>
            <a:pPr marL="0" lvl="0" indent="0" algn="l" defTabSz="1828709" rtl="0" eaLnBrk="1" latinLnBrk="0" hangingPunct="1">
              <a:lnSpc>
                <a:spcPct val="110000"/>
              </a:lnSpc>
              <a:spcBef>
                <a:spcPts val="1000"/>
              </a:spcBef>
              <a:buFont typeface="Arial" panose="020B0604020202020204" pitchFamily="34" charset="0"/>
              <a:buNone/>
            </a:pPr>
            <a:r>
              <a:rPr lang="en-US" dirty="0"/>
              <a:t>Stat</a:t>
            </a:r>
          </a:p>
        </p:txBody>
      </p:sp>
      <p:sp>
        <p:nvSpPr>
          <p:cNvPr id="18" name="Text Placeholder 5">
            <a:extLst>
              <a:ext uri="{FF2B5EF4-FFF2-40B4-BE49-F238E27FC236}">
                <a16:creationId xmlns:a16="http://schemas.microsoft.com/office/drawing/2014/main" id="{BB71D60B-3103-E7C9-560C-AD0475612FAC}"/>
              </a:ext>
            </a:extLst>
          </p:cNvPr>
          <p:cNvSpPr>
            <a:spLocks noGrp="1"/>
          </p:cNvSpPr>
          <p:nvPr>
            <p:ph type="body" sz="quarter" idx="29"/>
          </p:nvPr>
        </p:nvSpPr>
        <p:spPr>
          <a:xfrm>
            <a:off x="7028598" y="10878468"/>
            <a:ext cx="6910149" cy="1917700"/>
          </a:xfrm>
          <a:prstGeom prst="rect">
            <a:avLst/>
          </a:prstGeom>
        </p:spPr>
        <p:txBody>
          <a:bodyPr/>
          <a:lstStyle>
            <a:lvl1pPr>
              <a:defRPr lang="en-US" sz="2700" b="0" i="0" kern="1200" dirty="0" smtClean="0">
                <a:solidFill>
                  <a:srgbClr val="8EE1F0"/>
                </a:solidFill>
                <a:latin typeface="Oracle Sans Light" panose="020B0403020204020204" pitchFamily="34" charset="0"/>
                <a:ea typeface="+mn-ea"/>
                <a:cs typeface="Oracle Sans Light" panose="020B0403020204020204" pitchFamily="34" charset="0"/>
              </a:defRPr>
            </a:lvl1pPr>
            <a:lvl2pPr>
              <a:defRPr lang="en-US" sz="2700" b="0" i="0" kern="1200" dirty="0">
                <a:solidFill>
                  <a:srgbClr val="8EE1F0"/>
                </a:solidFill>
                <a:latin typeface="Oracle Sans Light" panose="020B0403020204020204" pitchFamily="34" charset="0"/>
                <a:ea typeface="+mn-ea"/>
                <a:cs typeface="Oracle Sans Light" panose="020B0403020204020204" pitchFamily="34" charset="0"/>
              </a:defRPr>
            </a:lvl2pPr>
          </a:lstStyle>
          <a:p>
            <a:pPr marL="0" lvl="0" indent="0" algn="l" defTabSz="1828709" rtl="0" eaLnBrk="1" latinLnBrk="0" hangingPunct="1">
              <a:lnSpc>
                <a:spcPct val="110000"/>
              </a:lnSpc>
              <a:spcBef>
                <a:spcPts val="2000"/>
              </a:spcBef>
              <a:buFont typeface="Arial" panose="020B0604020202020204" pitchFamily="34" charset="0"/>
              <a:buNone/>
            </a:pPr>
            <a:r>
              <a:rPr lang="en-GB"/>
              <a:t>Click to edit Master text styles</a:t>
            </a:r>
          </a:p>
          <a:p>
            <a:pPr marL="0" lvl="1" indent="0" algn="l" defTabSz="1828709" rtl="0" eaLnBrk="1" latinLnBrk="0" hangingPunct="1">
              <a:lnSpc>
                <a:spcPct val="110000"/>
              </a:lnSpc>
              <a:spcBef>
                <a:spcPts val="2000"/>
              </a:spcBef>
              <a:buFont typeface="Arial" panose="020B0604020202020204" pitchFamily="34" charset="0"/>
              <a:buNone/>
            </a:pPr>
            <a:r>
              <a:rPr lang="en-GB"/>
              <a:t>Second level</a:t>
            </a:r>
          </a:p>
        </p:txBody>
      </p:sp>
      <p:sp>
        <p:nvSpPr>
          <p:cNvPr id="12" name="Text Placeholder 2">
            <a:extLst>
              <a:ext uri="{FF2B5EF4-FFF2-40B4-BE49-F238E27FC236}">
                <a16:creationId xmlns:a16="http://schemas.microsoft.com/office/drawing/2014/main" id="{660F6627-9DAB-3E9A-B315-D661F53E59CA}"/>
              </a:ext>
            </a:extLst>
          </p:cNvPr>
          <p:cNvSpPr>
            <a:spLocks noGrp="1"/>
          </p:cNvSpPr>
          <p:nvPr>
            <p:ph type="body" sz="quarter" idx="26" hasCustomPrompt="1"/>
          </p:nvPr>
        </p:nvSpPr>
        <p:spPr>
          <a:xfrm>
            <a:off x="11033321" y="3073792"/>
            <a:ext cx="6910146" cy="4037963"/>
          </a:xfrm>
          <a:prstGeom prst="rect">
            <a:avLst/>
          </a:prstGeom>
        </p:spPr>
        <p:txBody>
          <a:bodyPr/>
          <a:lstStyle>
            <a:lvl1pPr>
              <a:defRPr lang="en-US" sz="16900" b="0" i="0" kern="1200" dirty="0">
                <a:solidFill>
                  <a:schemeClr val="bg1"/>
                </a:solidFill>
                <a:latin typeface="Oracle Sans Light" panose="020B0403020204020204" pitchFamily="34" charset="0"/>
                <a:ea typeface="+mn-ea"/>
                <a:cs typeface="Oracle Sans Light" panose="020B0403020204020204" pitchFamily="34" charset="0"/>
              </a:defRPr>
            </a:lvl1pPr>
          </a:lstStyle>
          <a:p>
            <a:pPr marL="0" lvl="0" indent="0" algn="l" defTabSz="1828709" rtl="0" eaLnBrk="1" latinLnBrk="0" hangingPunct="1">
              <a:lnSpc>
                <a:spcPct val="110000"/>
              </a:lnSpc>
              <a:spcBef>
                <a:spcPts val="1000"/>
              </a:spcBef>
              <a:buFont typeface="Arial" panose="020B0604020202020204" pitchFamily="34" charset="0"/>
              <a:buNone/>
            </a:pPr>
            <a:r>
              <a:rPr lang="en-US" dirty="0"/>
              <a:t>Stat</a:t>
            </a:r>
          </a:p>
        </p:txBody>
      </p:sp>
      <p:sp>
        <p:nvSpPr>
          <p:cNvPr id="14" name="Text Placeholder 5">
            <a:extLst>
              <a:ext uri="{FF2B5EF4-FFF2-40B4-BE49-F238E27FC236}">
                <a16:creationId xmlns:a16="http://schemas.microsoft.com/office/drawing/2014/main" id="{354ABE44-BBA7-169C-E485-47AA9401C4C6}"/>
              </a:ext>
            </a:extLst>
          </p:cNvPr>
          <p:cNvSpPr>
            <a:spLocks noGrp="1"/>
          </p:cNvSpPr>
          <p:nvPr>
            <p:ph type="body" sz="quarter" idx="27"/>
          </p:nvPr>
        </p:nvSpPr>
        <p:spPr>
          <a:xfrm>
            <a:off x="11033322" y="5756864"/>
            <a:ext cx="6910149" cy="1917700"/>
          </a:xfrm>
          <a:prstGeom prst="rect">
            <a:avLst/>
          </a:prstGeom>
        </p:spPr>
        <p:txBody>
          <a:bodyPr/>
          <a:lstStyle>
            <a:lvl1pPr>
              <a:defRPr lang="en-US" sz="2700" b="0" i="0" kern="1200" dirty="0" smtClean="0">
                <a:solidFill>
                  <a:srgbClr val="8EE1F0"/>
                </a:solidFill>
                <a:latin typeface="Oracle Sans Light" panose="020B0403020204020204" pitchFamily="34" charset="0"/>
                <a:ea typeface="+mn-ea"/>
                <a:cs typeface="Oracle Sans Light" panose="020B0403020204020204" pitchFamily="34" charset="0"/>
              </a:defRPr>
            </a:lvl1pPr>
            <a:lvl2pPr>
              <a:defRPr lang="en-US" sz="2700" b="0" i="0" kern="1200" dirty="0">
                <a:solidFill>
                  <a:srgbClr val="8EE1F0"/>
                </a:solidFill>
                <a:latin typeface="Oracle Sans Light" panose="020B0403020204020204" pitchFamily="34" charset="0"/>
                <a:ea typeface="+mn-ea"/>
                <a:cs typeface="Oracle Sans Light" panose="020B0403020204020204" pitchFamily="34" charset="0"/>
              </a:defRPr>
            </a:lvl2pPr>
          </a:lstStyle>
          <a:p>
            <a:pPr marL="0" lvl="0" indent="0" algn="l" defTabSz="1828709" rtl="0" eaLnBrk="1" latinLnBrk="0" hangingPunct="1">
              <a:lnSpc>
                <a:spcPct val="110000"/>
              </a:lnSpc>
              <a:spcBef>
                <a:spcPts val="2000"/>
              </a:spcBef>
              <a:buFont typeface="Arial" panose="020B0604020202020204" pitchFamily="34" charset="0"/>
              <a:buNone/>
            </a:pPr>
            <a:r>
              <a:rPr lang="en-GB"/>
              <a:t>Click to edit Master text styles</a:t>
            </a:r>
          </a:p>
          <a:p>
            <a:pPr marL="0" lvl="1" indent="0" algn="l" defTabSz="1828709" rtl="0" eaLnBrk="1" latinLnBrk="0" hangingPunct="1">
              <a:lnSpc>
                <a:spcPct val="110000"/>
              </a:lnSpc>
              <a:spcBef>
                <a:spcPts val="2000"/>
              </a:spcBef>
              <a:buFont typeface="Arial" panose="020B0604020202020204" pitchFamily="34" charset="0"/>
              <a:buNone/>
            </a:pPr>
            <a:r>
              <a:rPr lang="en-GB"/>
              <a:t>Second level</a:t>
            </a:r>
          </a:p>
        </p:txBody>
      </p:sp>
      <p:sp>
        <p:nvSpPr>
          <p:cNvPr id="3" name="Text Placeholder 2">
            <a:extLst>
              <a:ext uri="{FF2B5EF4-FFF2-40B4-BE49-F238E27FC236}">
                <a16:creationId xmlns:a16="http://schemas.microsoft.com/office/drawing/2014/main" id="{7EB313D0-D00E-2BA7-54CA-3E9A8F498B3B}"/>
              </a:ext>
            </a:extLst>
          </p:cNvPr>
          <p:cNvSpPr>
            <a:spLocks noGrp="1"/>
          </p:cNvSpPr>
          <p:nvPr>
            <p:ph type="body" sz="quarter" idx="24" hasCustomPrompt="1"/>
          </p:nvPr>
        </p:nvSpPr>
        <p:spPr>
          <a:xfrm>
            <a:off x="3759934" y="3073792"/>
            <a:ext cx="6910146" cy="4037963"/>
          </a:xfrm>
          <a:prstGeom prst="rect">
            <a:avLst/>
          </a:prstGeom>
        </p:spPr>
        <p:txBody>
          <a:bodyPr/>
          <a:lstStyle>
            <a:lvl1pPr>
              <a:defRPr lang="en-US" sz="16900" b="0" i="0" kern="1200" dirty="0">
                <a:solidFill>
                  <a:schemeClr val="bg1"/>
                </a:solidFill>
                <a:latin typeface="Oracle Sans Light" panose="020B0403020204020204" pitchFamily="34" charset="0"/>
                <a:ea typeface="+mn-ea"/>
                <a:cs typeface="Oracle Sans Light" panose="020B0403020204020204" pitchFamily="34" charset="0"/>
              </a:defRPr>
            </a:lvl1pPr>
          </a:lstStyle>
          <a:p>
            <a:pPr marL="0" lvl="0" indent="0" algn="l" defTabSz="1828709" rtl="0" eaLnBrk="1" latinLnBrk="0" hangingPunct="1">
              <a:lnSpc>
                <a:spcPct val="110000"/>
              </a:lnSpc>
              <a:spcBef>
                <a:spcPts val="1000"/>
              </a:spcBef>
              <a:buFont typeface="Arial" panose="020B0604020202020204" pitchFamily="34" charset="0"/>
              <a:buNone/>
            </a:pPr>
            <a:r>
              <a:rPr lang="en-US" dirty="0"/>
              <a:t>Stat</a:t>
            </a:r>
          </a:p>
        </p:txBody>
      </p:sp>
      <p:sp>
        <p:nvSpPr>
          <p:cNvPr id="6" name="Text Placeholder 5">
            <a:extLst>
              <a:ext uri="{FF2B5EF4-FFF2-40B4-BE49-F238E27FC236}">
                <a16:creationId xmlns:a16="http://schemas.microsoft.com/office/drawing/2014/main" id="{6B36FBCE-7C94-B332-AB33-E1B2A4991A7E}"/>
              </a:ext>
            </a:extLst>
          </p:cNvPr>
          <p:cNvSpPr>
            <a:spLocks noGrp="1"/>
          </p:cNvSpPr>
          <p:nvPr>
            <p:ph type="body" sz="quarter" idx="25"/>
          </p:nvPr>
        </p:nvSpPr>
        <p:spPr>
          <a:xfrm>
            <a:off x="3759934" y="5756864"/>
            <a:ext cx="6910149" cy="1917700"/>
          </a:xfrm>
          <a:prstGeom prst="rect">
            <a:avLst/>
          </a:prstGeom>
        </p:spPr>
        <p:txBody>
          <a:bodyPr/>
          <a:lstStyle>
            <a:lvl1pPr>
              <a:defRPr lang="en-US" sz="2700" b="0" i="0" kern="1200" dirty="0" smtClean="0">
                <a:solidFill>
                  <a:srgbClr val="8EE1F0"/>
                </a:solidFill>
                <a:latin typeface="Oracle Sans Light" panose="020B0403020204020204" pitchFamily="34" charset="0"/>
                <a:ea typeface="+mn-ea"/>
                <a:cs typeface="Oracle Sans Light" panose="020B0403020204020204" pitchFamily="34" charset="0"/>
              </a:defRPr>
            </a:lvl1pPr>
            <a:lvl2pPr>
              <a:defRPr lang="en-US" sz="2700" b="0" i="0" kern="1200" dirty="0">
                <a:solidFill>
                  <a:srgbClr val="8EE1F0"/>
                </a:solidFill>
                <a:latin typeface="Oracle Sans Light" panose="020B0403020204020204" pitchFamily="34" charset="0"/>
                <a:ea typeface="+mn-ea"/>
                <a:cs typeface="Oracle Sans Light" panose="020B0403020204020204" pitchFamily="34" charset="0"/>
              </a:defRPr>
            </a:lvl2pPr>
          </a:lstStyle>
          <a:p>
            <a:pPr marL="0" lvl="0" indent="0" algn="l" defTabSz="1828709" rtl="0" eaLnBrk="1" latinLnBrk="0" hangingPunct="1">
              <a:lnSpc>
                <a:spcPct val="110000"/>
              </a:lnSpc>
              <a:spcBef>
                <a:spcPts val="2000"/>
              </a:spcBef>
              <a:buFont typeface="Arial" panose="020B0604020202020204" pitchFamily="34" charset="0"/>
              <a:buNone/>
            </a:pPr>
            <a:r>
              <a:rPr lang="en-GB"/>
              <a:t>Click to edit Master text styles</a:t>
            </a:r>
          </a:p>
          <a:p>
            <a:pPr marL="0" lvl="1" indent="0" algn="l" defTabSz="1828709" rtl="0" eaLnBrk="1" latinLnBrk="0" hangingPunct="1">
              <a:lnSpc>
                <a:spcPct val="110000"/>
              </a:lnSpc>
              <a:spcBef>
                <a:spcPts val="2000"/>
              </a:spcBef>
              <a:buFont typeface="Arial" panose="020B0604020202020204" pitchFamily="34" charset="0"/>
              <a:buNone/>
            </a:pPr>
            <a:r>
              <a:rPr lang="en-GB"/>
              <a:t>Second level</a:t>
            </a:r>
          </a:p>
        </p:txBody>
      </p:sp>
      <p:sp>
        <p:nvSpPr>
          <p:cNvPr id="2" name="Title 1">
            <a:extLst>
              <a:ext uri="{FF2B5EF4-FFF2-40B4-BE49-F238E27FC236}">
                <a16:creationId xmlns:a16="http://schemas.microsoft.com/office/drawing/2014/main" id="{806062DF-7DAD-8CFD-8C23-B20D3FE18AE2}"/>
              </a:ext>
            </a:extLst>
          </p:cNvPr>
          <p:cNvSpPr>
            <a:spLocks noGrp="1"/>
          </p:cNvSpPr>
          <p:nvPr>
            <p:ph type="title"/>
          </p:nvPr>
        </p:nvSpPr>
        <p:spPr>
          <a:xfrm>
            <a:off x="1386010" y="672354"/>
            <a:ext cx="22189047" cy="1880607"/>
          </a:xfrm>
          <a:prstGeom prst="rect">
            <a:avLst/>
          </a:prstGeom>
        </p:spPr>
        <p:txBody>
          <a:bodyPr anchor="b">
            <a:noAutofit/>
          </a:bodyPr>
          <a:lstStyle>
            <a:lvl1pPr>
              <a:lnSpc>
                <a:spcPct val="100000"/>
              </a:lnSpc>
              <a:defRPr sz="6600"/>
            </a:lvl1pPr>
          </a:lstStyle>
          <a:p>
            <a:r>
              <a:rPr lang="en-GB"/>
              <a:t>Click to edit Master title style</a:t>
            </a:r>
            <a:endParaRPr lang="en-US" dirty="0"/>
          </a:p>
        </p:txBody>
      </p:sp>
      <p:sp>
        <p:nvSpPr>
          <p:cNvPr id="5" name="Footer Placeholder 3">
            <a:extLst>
              <a:ext uri="{FF2B5EF4-FFF2-40B4-BE49-F238E27FC236}">
                <a16:creationId xmlns:a16="http://schemas.microsoft.com/office/drawing/2014/main" id="{0D3DD28B-B062-A27A-C5ED-52314F167D00}"/>
              </a:ext>
            </a:extLst>
          </p:cNvPr>
          <p:cNvSpPr>
            <a:spLocks noGrp="1"/>
          </p:cNvSpPr>
          <p:nvPr>
            <p:ph type="ftr" sz="quarter" idx="3"/>
          </p:nvPr>
        </p:nvSpPr>
        <p:spPr>
          <a:xfrm>
            <a:off x="1411345" y="12985749"/>
            <a:ext cx="10052413" cy="730250"/>
          </a:xfrm>
          <a:prstGeom prst="rect">
            <a:avLst/>
          </a:prstGeom>
        </p:spPr>
        <p:txBody>
          <a:bodyPr vert="horz" lIns="91440" tIns="45720" rIns="91440" bIns="45720" rtlCol="0" anchor="ctr"/>
          <a:lstStyle>
            <a:lvl1pPr algn="l">
              <a:defRPr sz="1400" b="0" i="0">
                <a:solidFill>
                  <a:schemeClr val="bg2"/>
                </a:solidFill>
                <a:latin typeface="Oracle Sans Light" panose="020B0403020204020204" pitchFamily="34" charset="0"/>
                <a:cs typeface="Oracle Sans Light" panose="020B0403020204020204" pitchFamily="34" charset="0"/>
              </a:defRPr>
            </a:lvl1p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CA" sz="1400" b="0" i="0" u="none" strike="noStrike" kern="1200" cap="none" spc="0" normalizeH="0" baseline="0" noProof="0" dirty="0">
                <a:ln>
                  <a:noFill/>
                </a:ln>
                <a:solidFill>
                  <a:schemeClr val="bg2"/>
                </a:solidFill>
                <a:effectLst/>
                <a:uLnTx/>
                <a:uFillTx/>
                <a:latin typeface="Oracle Sans Light" panose="020B0403020204020204" pitchFamily="34" charset="0"/>
                <a:ea typeface="+mn-ea"/>
                <a:cs typeface="Oracle Sans Light" panose="020B0403020204020204" pitchFamily="34" charset="0"/>
              </a:rPr>
              <a:t>Java Day Copyright © 2024, Oracle and/or its affiliates</a:t>
            </a:r>
          </a:p>
        </p:txBody>
      </p:sp>
      <p:sp>
        <p:nvSpPr>
          <p:cNvPr id="7" name="Slide Number Placeholder 5">
            <a:extLst>
              <a:ext uri="{FF2B5EF4-FFF2-40B4-BE49-F238E27FC236}">
                <a16:creationId xmlns:a16="http://schemas.microsoft.com/office/drawing/2014/main" id="{B4E794CF-754A-5AE9-D98D-6BA9819B6E9C}"/>
              </a:ext>
            </a:extLst>
          </p:cNvPr>
          <p:cNvSpPr>
            <a:spLocks noGrp="1"/>
          </p:cNvSpPr>
          <p:nvPr>
            <p:ph type="sldNum" sz="quarter" idx="4"/>
          </p:nvPr>
        </p:nvSpPr>
        <p:spPr>
          <a:xfrm>
            <a:off x="449152" y="12985749"/>
            <a:ext cx="871646" cy="730250"/>
          </a:xfrm>
          <a:prstGeom prst="rect">
            <a:avLst/>
          </a:prstGeom>
        </p:spPr>
        <p:txBody>
          <a:bodyPr vert="horz" lIns="91440" tIns="45720" rIns="91440" bIns="45720" rtlCol="0" anchor="ctr"/>
          <a:lstStyle>
            <a:lvl1pPr algn="l">
              <a:defRPr sz="1600">
                <a:solidFill>
                  <a:schemeClr val="bg2"/>
                </a:solidFill>
                <a:latin typeface="Oracle Sans" panose="020B0503020204020204" pitchFamily="34" charset="0"/>
                <a:cs typeface="Oracle Sans" panose="020B0503020204020204" pitchFamily="34" charset="0"/>
              </a:defRPr>
            </a:lvl1pPr>
          </a:lstStyle>
          <a:p>
            <a:fld id="{CFF4B978-1D82-7745-80C5-DBABA6B131D3}" type="slidenum">
              <a:rPr lang="en-US" smtClean="0"/>
              <a:pPr/>
              <a:t>‹#›</a:t>
            </a:fld>
            <a:endParaRPr lang="en-US"/>
          </a:p>
        </p:txBody>
      </p:sp>
      <p:pic>
        <p:nvPicPr>
          <p:cNvPr id="8" name="Picture 7">
            <a:extLst>
              <a:ext uri="{FF2B5EF4-FFF2-40B4-BE49-F238E27FC236}">
                <a16:creationId xmlns:a16="http://schemas.microsoft.com/office/drawing/2014/main" id="{1BB5D6A0-DF17-792D-3E75-979E1B9CAF3A}"/>
              </a:ext>
            </a:extLst>
          </p:cNvPr>
          <p:cNvPicPr>
            <a:picLocks noChangeAspect="1"/>
          </p:cNvPicPr>
          <p:nvPr userDrawn="1"/>
        </p:nvPicPr>
        <p:blipFill>
          <a:blip r:embed="rId3">
            <a:alphaModFix/>
          </a:blip>
          <a:stretch>
            <a:fillRect/>
          </a:stretch>
        </p:blipFill>
        <p:spPr>
          <a:xfrm>
            <a:off x="22762011" y="12898102"/>
            <a:ext cx="817080" cy="827423"/>
          </a:xfrm>
          <a:prstGeom prst="rect">
            <a:avLst/>
          </a:prstGeom>
        </p:spPr>
      </p:pic>
    </p:spTree>
    <p:extLst>
      <p:ext uri="{BB962C8B-B14F-4D97-AF65-F5344CB8AC3E}">
        <p14:creationId xmlns:p14="http://schemas.microsoft.com/office/powerpoint/2010/main" val="3889064387"/>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p:cSld name="1_Single Stat – Dark">
    <p:bg>
      <p:bgPr>
        <a:solidFill>
          <a:srgbClr val="00758F"/>
        </a:solidFill>
        <a:effectLst/>
      </p:bgPr>
    </p:bg>
    <p:spTree>
      <p:nvGrpSpPr>
        <p:cNvPr id="1" name=""/>
        <p:cNvGrpSpPr/>
        <p:nvPr/>
      </p:nvGrpSpPr>
      <p:grpSpPr>
        <a:xfrm>
          <a:off x="0" y="0"/>
          <a:ext cx="0" cy="0"/>
          <a:chOff x="0" y="0"/>
          <a:chExt cx="0" cy="0"/>
        </a:xfrm>
      </p:grpSpPr>
      <p:pic>
        <p:nvPicPr>
          <p:cNvPr id="5" name="Picture 4" descr="Background pattern&#10;&#10;Description automatically generated">
            <a:extLst>
              <a:ext uri="{FF2B5EF4-FFF2-40B4-BE49-F238E27FC236}">
                <a16:creationId xmlns:a16="http://schemas.microsoft.com/office/drawing/2014/main" id="{9963E5EF-1BA5-B40E-DCD9-74C460C4DEF8}"/>
              </a:ext>
            </a:extLst>
          </p:cNvPr>
          <p:cNvPicPr>
            <a:picLocks noChangeAspect="1"/>
          </p:cNvPicPr>
          <p:nvPr userDrawn="1"/>
        </p:nvPicPr>
        <p:blipFill>
          <a:blip r:embed="rId2"/>
          <a:stretch>
            <a:fillRect/>
          </a:stretch>
        </p:blipFill>
        <p:spPr>
          <a:xfrm>
            <a:off x="0" y="0"/>
            <a:ext cx="24384000" cy="13716000"/>
          </a:xfrm>
          <a:prstGeom prst="rect">
            <a:avLst/>
          </a:prstGeom>
        </p:spPr>
      </p:pic>
      <p:sp>
        <p:nvSpPr>
          <p:cNvPr id="2" name="Text Placeholder 2">
            <a:extLst>
              <a:ext uri="{FF2B5EF4-FFF2-40B4-BE49-F238E27FC236}">
                <a16:creationId xmlns:a16="http://schemas.microsoft.com/office/drawing/2014/main" id="{37CBE8F7-1224-63AD-1CDD-668490524EE9}"/>
              </a:ext>
            </a:extLst>
          </p:cNvPr>
          <p:cNvSpPr>
            <a:spLocks noGrp="1"/>
          </p:cNvSpPr>
          <p:nvPr>
            <p:ph type="body" sz="quarter" idx="24" hasCustomPrompt="1"/>
          </p:nvPr>
        </p:nvSpPr>
        <p:spPr>
          <a:xfrm>
            <a:off x="7037173" y="3649197"/>
            <a:ext cx="9161719" cy="4037963"/>
          </a:xfrm>
          <a:prstGeom prst="rect">
            <a:avLst/>
          </a:prstGeom>
        </p:spPr>
        <p:txBody>
          <a:bodyPr/>
          <a:lstStyle>
            <a:lvl1pPr>
              <a:defRPr lang="en-US" sz="16900" b="0" i="0" kern="1200" dirty="0">
                <a:solidFill>
                  <a:schemeClr val="bg1"/>
                </a:solidFill>
                <a:latin typeface="Oracle Sans Light" panose="020B0403020204020204" pitchFamily="34" charset="0"/>
                <a:ea typeface="+mn-ea"/>
                <a:cs typeface="Oracle Sans Light" panose="020B0403020204020204" pitchFamily="34" charset="0"/>
              </a:defRPr>
            </a:lvl1pPr>
          </a:lstStyle>
          <a:p>
            <a:pPr marL="0" lvl="0" indent="0" algn="l" defTabSz="1828709" rtl="0" eaLnBrk="1" latinLnBrk="0" hangingPunct="1">
              <a:lnSpc>
                <a:spcPct val="110000"/>
              </a:lnSpc>
              <a:spcBef>
                <a:spcPts val="1000"/>
              </a:spcBef>
              <a:buFont typeface="Arial" panose="020B0604020202020204" pitchFamily="34" charset="0"/>
              <a:buNone/>
            </a:pPr>
            <a:r>
              <a:rPr lang="en-US" dirty="0"/>
              <a:t>Statistic</a:t>
            </a:r>
          </a:p>
        </p:txBody>
      </p:sp>
      <p:sp>
        <p:nvSpPr>
          <p:cNvPr id="3" name="Text Placeholder 5">
            <a:extLst>
              <a:ext uri="{FF2B5EF4-FFF2-40B4-BE49-F238E27FC236}">
                <a16:creationId xmlns:a16="http://schemas.microsoft.com/office/drawing/2014/main" id="{C68534DC-9F80-1907-41B3-FDEC307E2927}"/>
              </a:ext>
            </a:extLst>
          </p:cNvPr>
          <p:cNvSpPr>
            <a:spLocks noGrp="1"/>
          </p:cNvSpPr>
          <p:nvPr>
            <p:ph type="body" sz="quarter" idx="25"/>
          </p:nvPr>
        </p:nvSpPr>
        <p:spPr>
          <a:xfrm>
            <a:off x="7037174" y="6332269"/>
            <a:ext cx="9161723" cy="1917700"/>
          </a:xfrm>
          <a:prstGeom prst="rect">
            <a:avLst/>
          </a:prstGeom>
        </p:spPr>
        <p:txBody>
          <a:bodyPr/>
          <a:lstStyle>
            <a:lvl1pPr>
              <a:defRPr lang="en-US" sz="2700" b="0" i="0" kern="1200" dirty="0" smtClean="0">
                <a:solidFill>
                  <a:srgbClr val="8EE1F0"/>
                </a:solidFill>
                <a:latin typeface="Oracle Sans Light" panose="020B0403020204020204" pitchFamily="34" charset="0"/>
                <a:ea typeface="+mn-ea"/>
                <a:cs typeface="Oracle Sans Light" panose="020B0403020204020204" pitchFamily="34" charset="0"/>
              </a:defRPr>
            </a:lvl1pPr>
            <a:lvl2pPr>
              <a:defRPr lang="en-US" sz="2700" b="0" i="0" kern="1200" dirty="0">
                <a:solidFill>
                  <a:srgbClr val="8EE1F0"/>
                </a:solidFill>
                <a:latin typeface="Oracle Sans Light" panose="020B0403020204020204" pitchFamily="34" charset="0"/>
                <a:ea typeface="+mn-ea"/>
                <a:cs typeface="Oracle Sans Light" panose="020B0403020204020204" pitchFamily="34" charset="0"/>
              </a:defRPr>
            </a:lvl2pPr>
          </a:lstStyle>
          <a:p>
            <a:pPr marL="0" lvl="0" indent="0" algn="l" defTabSz="1828709" rtl="0" eaLnBrk="1" latinLnBrk="0" hangingPunct="1">
              <a:lnSpc>
                <a:spcPct val="110000"/>
              </a:lnSpc>
              <a:spcBef>
                <a:spcPts val="2000"/>
              </a:spcBef>
              <a:buFont typeface="Arial" panose="020B0604020202020204" pitchFamily="34" charset="0"/>
              <a:buNone/>
            </a:pPr>
            <a:r>
              <a:rPr lang="en-GB"/>
              <a:t>Click to edit Master text styles</a:t>
            </a:r>
          </a:p>
          <a:p>
            <a:pPr marL="0" lvl="1" indent="0" algn="l" defTabSz="1828709" rtl="0" eaLnBrk="1" latinLnBrk="0" hangingPunct="1">
              <a:lnSpc>
                <a:spcPct val="110000"/>
              </a:lnSpc>
              <a:spcBef>
                <a:spcPts val="2000"/>
              </a:spcBef>
              <a:buFont typeface="Arial" panose="020B0604020202020204" pitchFamily="34" charset="0"/>
              <a:buNone/>
            </a:pPr>
            <a:r>
              <a:rPr lang="en-GB"/>
              <a:t>Second level</a:t>
            </a:r>
          </a:p>
        </p:txBody>
      </p:sp>
      <p:sp>
        <p:nvSpPr>
          <p:cNvPr id="4" name="Title 1">
            <a:extLst>
              <a:ext uri="{FF2B5EF4-FFF2-40B4-BE49-F238E27FC236}">
                <a16:creationId xmlns:a16="http://schemas.microsoft.com/office/drawing/2014/main" id="{21198389-014C-3704-E64F-3293DAC38D38}"/>
              </a:ext>
            </a:extLst>
          </p:cNvPr>
          <p:cNvSpPr>
            <a:spLocks noGrp="1"/>
          </p:cNvSpPr>
          <p:nvPr>
            <p:ph type="title"/>
          </p:nvPr>
        </p:nvSpPr>
        <p:spPr>
          <a:xfrm>
            <a:off x="1386010" y="672354"/>
            <a:ext cx="22189047" cy="1880607"/>
          </a:xfrm>
          <a:prstGeom prst="rect">
            <a:avLst/>
          </a:prstGeom>
        </p:spPr>
        <p:txBody>
          <a:bodyPr anchor="b">
            <a:noAutofit/>
          </a:bodyPr>
          <a:lstStyle>
            <a:lvl1pPr>
              <a:lnSpc>
                <a:spcPct val="100000"/>
              </a:lnSpc>
              <a:defRPr sz="6600"/>
            </a:lvl1pPr>
          </a:lstStyle>
          <a:p>
            <a:r>
              <a:rPr lang="en-GB"/>
              <a:t>Click to edit Master title style</a:t>
            </a:r>
            <a:endParaRPr lang="en-US" dirty="0"/>
          </a:p>
        </p:txBody>
      </p:sp>
      <p:sp>
        <p:nvSpPr>
          <p:cNvPr id="6" name="Footer Placeholder 3">
            <a:extLst>
              <a:ext uri="{FF2B5EF4-FFF2-40B4-BE49-F238E27FC236}">
                <a16:creationId xmlns:a16="http://schemas.microsoft.com/office/drawing/2014/main" id="{AF31338F-75E6-0528-E54C-973BFC8CDC04}"/>
              </a:ext>
            </a:extLst>
          </p:cNvPr>
          <p:cNvSpPr>
            <a:spLocks noGrp="1"/>
          </p:cNvSpPr>
          <p:nvPr>
            <p:ph type="ftr" sz="quarter" idx="3"/>
          </p:nvPr>
        </p:nvSpPr>
        <p:spPr>
          <a:xfrm>
            <a:off x="1411345" y="12985749"/>
            <a:ext cx="10052413" cy="730250"/>
          </a:xfrm>
          <a:prstGeom prst="rect">
            <a:avLst/>
          </a:prstGeom>
        </p:spPr>
        <p:txBody>
          <a:bodyPr vert="horz" lIns="91440" tIns="45720" rIns="91440" bIns="45720" rtlCol="0" anchor="ctr"/>
          <a:lstStyle>
            <a:lvl1pPr algn="l">
              <a:defRPr sz="1400" b="0" i="0">
                <a:solidFill>
                  <a:schemeClr val="bg2"/>
                </a:solidFill>
                <a:latin typeface="Oracle Sans Light" panose="020B0403020204020204" pitchFamily="34" charset="0"/>
                <a:cs typeface="Oracle Sans Light" panose="020B0403020204020204" pitchFamily="34" charset="0"/>
              </a:defRPr>
            </a:lvl1p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CA" sz="1400" b="0" i="0" u="none" strike="noStrike" kern="1200" cap="none" spc="0" normalizeH="0" baseline="0" noProof="0" dirty="0">
                <a:ln>
                  <a:noFill/>
                </a:ln>
                <a:solidFill>
                  <a:schemeClr val="bg2"/>
                </a:solidFill>
                <a:effectLst/>
                <a:uLnTx/>
                <a:uFillTx/>
                <a:latin typeface="Oracle Sans Light" panose="020B0403020204020204" pitchFamily="34" charset="0"/>
                <a:ea typeface="+mn-ea"/>
                <a:cs typeface="Oracle Sans Light" panose="020B0403020204020204" pitchFamily="34" charset="0"/>
              </a:rPr>
              <a:t>Java Day Copyright © 2024, Oracle and/or its affiliates</a:t>
            </a:r>
          </a:p>
        </p:txBody>
      </p:sp>
      <p:sp>
        <p:nvSpPr>
          <p:cNvPr id="7" name="Slide Number Placeholder 5">
            <a:extLst>
              <a:ext uri="{FF2B5EF4-FFF2-40B4-BE49-F238E27FC236}">
                <a16:creationId xmlns:a16="http://schemas.microsoft.com/office/drawing/2014/main" id="{234A1D98-84E4-1083-62C2-646B44416A2C}"/>
              </a:ext>
            </a:extLst>
          </p:cNvPr>
          <p:cNvSpPr>
            <a:spLocks noGrp="1"/>
          </p:cNvSpPr>
          <p:nvPr>
            <p:ph type="sldNum" sz="quarter" idx="4"/>
          </p:nvPr>
        </p:nvSpPr>
        <p:spPr>
          <a:xfrm>
            <a:off x="449152" y="12985749"/>
            <a:ext cx="871646" cy="730250"/>
          </a:xfrm>
          <a:prstGeom prst="rect">
            <a:avLst/>
          </a:prstGeom>
        </p:spPr>
        <p:txBody>
          <a:bodyPr vert="horz" lIns="91440" tIns="45720" rIns="91440" bIns="45720" rtlCol="0" anchor="ctr"/>
          <a:lstStyle>
            <a:lvl1pPr algn="l">
              <a:defRPr sz="1600">
                <a:solidFill>
                  <a:schemeClr val="bg2"/>
                </a:solidFill>
                <a:latin typeface="Oracle Sans" panose="020B0503020204020204" pitchFamily="34" charset="0"/>
                <a:cs typeface="Oracle Sans" panose="020B0503020204020204" pitchFamily="34" charset="0"/>
              </a:defRPr>
            </a:lvl1pPr>
          </a:lstStyle>
          <a:p>
            <a:fld id="{CFF4B978-1D82-7745-80C5-DBABA6B131D3}" type="slidenum">
              <a:rPr lang="en-US" smtClean="0"/>
              <a:pPr/>
              <a:t>‹#›</a:t>
            </a:fld>
            <a:endParaRPr lang="en-US"/>
          </a:p>
        </p:txBody>
      </p:sp>
      <p:pic>
        <p:nvPicPr>
          <p:cNvPr id="8" name="Picture 7">
            <a:extLst>
              <a:ext uri="{FF2B5EF4-FFF2-40B4-BE49-F238E27FC236}">
                <a16:creationId xmlns:a16="http://schemas.microsoft.com/office/drawing/2014/main" id="{3A46D89A-3971-BAFF-F019-287DA9F2796F}"/>
              </a:ext>
            </a:extLst>
          </p:cNvPr>
          <p:cNvPicPr>
            <a:picLocks noChangeAspect="1"/>
          </p:cNvPicPr>
          <p:nvPr userDrawn="1"/>
        </p:nvPicPr>
        <p:blipFill>
          <a:blip r:embed="rId3">
            <a:alphaModFix/>
          </a:blip>
          <a:stretch>
            <a:fillRect/>
          </a:stretch>
        </p:blipFill>
        <p:spPr>
          <a:xfrm>
            <a:off x="22762011" y="12898102"/>
            <a:ext cx="817080" cy="827423"/>
          </a:xfrm>
          <a:prstGeom prst="rect">
            <a:avLst/>
          </a:prstGeom>
        </p:spPr>
      </p:pic>
    </p:spTree>
    <p:extLst>
      <p:ext uri="{BB962C8B-B14F-4D97-AF65-F5344CB8AC3E}">
        <p14:creationId xmlns:p14="http://schemas.microsoft.com/office/powerpoint/2010/main" val="2317938764"/>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p:cSld name="1_Table Dark Ocean">
    <p:bg>
      <p:bgPr>
        <a:solidFill>
          <a:srgbClr val="00758F"/>
        </a:solidFill>
        <a:effectLst/>
      </p:bgPr>
    </p:bg>
    <p:spTree>
      <p:nvGrpSpPr>
        <p:cNvPr id="1" name=""/>
        <p:cNvGrpSpPr/>
        <p:nvPr/>
      </p:nvGrpSpPr>
      <p:grpSpPr>
        <a:xfrm>
          <a:off x="0" y="0"/>
          <a:ext cx="0" cy="0"/>
          <a:chOff x="0" y="0"/>
          <a:chExt cx="0" cy="0"/>
        </a:xfrm>
      </p:grpSpPr>
      <p:pic>
        <p:nvPicPr>
          <p:cNvPr id="4" name="Picture 3" descr="Background pattern&#10;&#10;Description automatically generated">
            <a:extLst>
              <a:ext uri="{FF2B5EF4-FFF2-40B4-BE49-F238E27FC236}">
                <a16:creationId xmlns:a16="http://schemas.microsoft.com/office/drawing/2014/main" id="{FDA08F5C-6B83-F8A5-AB67-C1188080F66B}"/>
              </a:ext>
            </a:extLst>
          </p:cNvPr>
          <p:cNvPicPr>
            <a:picLocks noChangeAspect="1"/>
          </p:cNvPicPr>
          <p:nvPr userDrawn="1"/>
        </p:nvPicPr>
        <p:blipFill>
          <a:blip r:embed="rId2"/>
          <a:stretch>
            <a:fillRect/>
          </a:stretch>
        </p:blipFill>
        <p:spPr>
          <a:xfrm>
            <a:off x="0" y="0"/>
            <a:ext cx="24384000" cy="13716000"/>
          </a:xfrm>
          <a:prstGeom prst="rect">
            <a:avLst/>
          </a:prstGeom>
        </p:spPr>
      </p:pic>
      <p:sp>
        <p:nvSpPr>
          <p:cNvPr id="5" name="Text Placeholder 4">
            <a:extLst>
              <a:ext uri="{FF2B5EF4-FFF2-40B4-BE49-F238E27FC236}">
                <a16:creationId xmlns:a16="http://schemas.microsoft.com/office/drawing/2014/main" id="{3AC2FF6F-9FB8-7E17-79C9-9BF3EF04642B}"/>
              </a:ext>
            </a:extLst>
          </p:cNvPr>
          <p:cNvSpPr>
            <a:spLocks noGrp="1"/>
          </p:cNvSpPr>
          <p:nvPr>
            <p:ph type="body" sz="quarter" idx="18" hasCustomPrompt="1"/>
          </p:nvPr>
        </p:nvSpPr>
        <p:spPr>
          <a:xfrm>
            <a:off x="8536067" y="7047798"/>
            <a:ext cx="8882209" cy="2595563"/>
          </a:xfrm>
          <a:prstGeom prst="rect">
            <a:avLst/>
          </a:prstGeom>
        </p:spPr>
        <p:txBody>
          <a:bodyPr/>
          <a:lstStyle>
            <a:lvl1pPr>
              <a:defRPr lang="en-US" sz="3200" b="0" i="0" kern="1200" dirty="0">
                <a:solidFill>
                  <a:srgbClr val="8EE1F0"/>
                </a:solidFill>
                <a:latin typeface="Oracle Sans Light" panose="020B0403020204020204" pitchFamily="34" charset="0"/>
                <a:ea typeface="+mn-ea"/>
                <a:cs typeface="Oracle Sans Light" panose="020B0403020204020204" pitchFamily="34" charset="0"/>
              </a:defRPr>
            </a:lvl1pPr>
          </a:lstStyle>
          <a:p>
            <a:pPr marL="0" lvl="0" indent="0" algn="l" defTabSz="1828709" rtl="0" eaLnBrk="1" latinLnBrk="0" hangingPunct="1">
              <a:lnSpc>
                <a:spcPct val="100000"/>
              </a:lnSpc>
              <a:spcBef>
                <a:spcPts val="0"/>
              </a:spcBef>
              <a:spcAft>
                <a:spcPts val="600"/>
              </a:spcAft>
              <a:buFont typeface="Arial" panose="020B0604020202020204" pitchFamily="34" charset="0"/>
              <a:buNone/>
            </a:pPr>
            <a:r>
              <a:rPr lang="en-US" dirty="0"/>
              <a:t>Title of person</a:t>
            </a:r>
          </a:p>
          <a:p>
            <a:pPr marL="0" lvl="0" indent="0" algn="l" defTabSz="1828709" rtl="0" eaLnBrk="1" latinLnBrk="0" hangingPunct="1">
              <a:lnSpc>
                <a:spcPct val="100000"/>
              </a:lnSpc>
              <a:spcBef>
                <a:spcPts val="0"/>
              </a:spcBef>
              <a:spcAft>
                <a:spcPts val="600"/>
              </a:spcAft>
              <a:buFont typeface="Arial" panose="020B0604020202020204" pitchFamily="34" charset="0"/>
              <a:buNone/>
            </a:pPr>
            <a:r>
              <a:rPr lang="en-US" dirty="0"/>
              <a:t>Company name</a:t>
            </a:r>
          </a:p>
        </p:txBody>
      </p:sp>
      <p:sp>
        <p:nvSpPr>
          <p:cNvPr id="3" name="Text Placeholder 2">
            <a:extLst>
              <a:ext uri="{FF2B5EF4-FFF2-40B4-BE49-F238E27FC236}">
                <a16:creationId xmlns:a16="http://schemas.microsoft.com/office/drawing/2014/main" id="{28B3B5C0-F608-4BF8-9C1D-4A67F81C1345}"/>
              </a:ext>
            </a:extLst>
          </p:cNvPr>
          <p:cNvSpPr>
            <a:spLocks noGrp="1"/>
          </p:cNvSpPr>
          <p:nvPr>
            <p:ph type="body" sz="quarter" idx="17" hasCustomPrompt="1"/>
          </p:nvPr>
        </p:nvSpPr>
        <p:spPr>
          <a:xfrm>
            <a:off x="8536066" y="4484948"/>
            <a:ext cx="9848514" cy="2373053"/>
          </a:xfrm>
          <a:prstGeom prst="rect">
            <a:avLst/>
          </a:prstGeom>
        </p:spPr>
        <p:txBody>
          <a:bodyPr anchor="b"/>
          <a:lstStyle>
            <a:lvl1pPr>
              <a:defRPr lang="en-US" sz="4800" b="0" i="0" kern="1200" dirty="0">
                <a:solidFill>
                  <a:schemeClr val="bg1"/>
                </a:solidFill>
                <a:latin typeface="Oracle Sans" panose="020B0503020204020204" pitchFamily="34" charset="0"/>
                <a:ea typeface="+mn-ea"/>
                <a:cs typeface="Oracle Sans" panose="020B0503020204020204" pitchFamily="34" charset="0"/>
              </a:defRPr>
            </a:lvl1pPr>
          </a:lstStyle>
          <a:p>
            <a:pPr marL="0" lvl="0" indent="0" algn="l" defTabSz="1828709" rtl="0" eaLnBrk="1" latinLnBrk="0" hangingPunct="1">
              <a:lnSpc>
                <a:spcPct val="100000"/>
              </a:lnSpc>
              <a:spcBef>
                <a:spcPts val="0"/>
              </a:spcBef>
              <a:buFont typeface="Arial" panose="020B0604020202020204" pitchFamily="34" charset="0"/>
              <a:buNone/>
            </a:pPr>
            <a:r>
              <a:rPr lang="en-US" dirty="0" err="1"/>
              <a:t>Firstname</a:t>
            </a:r>
            <a:r>
              <a:rPr lang="en-US" dirty="0"/>
              <a:t> </a:t>
            </a:r>
          </a:p>
          <a:p>
            <a:pPr marL="0" lvl="0" indent="0" algn="l" defTabSz="1828709" rtl="0" eaLnBrk="1" latinLnBrk="0" hangingPunct="1">
              <a:lnSpc>
                <a:spcPct val="100000"/>
              </a:lnSpc>
              <a:spcBef>
                <a:spcPts val="0"/>
              </a:spcBef>
              <a:buFont typeface="Arial" panose="020B0604020202020204" pitchFamily="34" charset="0"/>
              <a:buNone/>
            </a:pPr>
            <a:r>
              <a:rPr lang="en-US" dirty="0" err="1"/>
              <a:t>Lastname</a:t>
            </a:r>
            <a:endParaRPr lang="en-US" dirty="0"/>
          </a:p>
        </p:txBody>
      </p:sp>
      <p:sp>
        <p:nvSpPr>
          <p:cNvPr id="14" name="Picture Placeholder 3">
            <a:extLst>
              <a:ext uri="{FF2B5EF4-FFF2-40B4-BE49-F238E27FC236}">
                <a16:creationId xmlns:a16="http://schemas.microsoft.com/office/drawing/2014/main" id="{B3CFD20E-A3E9-DD24-1672-6FE1C1D03465}"/>
              </a:ext>
            </a:extLst>
          </p:cNvPr>
          <p:cNvSpPr>
            <a:spLocks noGrp="1" noChangeAspect="1"/>
          </p:cNvSpPr>
          <p:nvPr>
            <p:ph type="pic" sz="quarter" idx="12" hasCustomPrompt="1"/>
          </p:nvPr>
        </p:nvSpPr>
        <p:spPr>
          <a:xfrm>
            <a:off x="2527787" y="4114800"/>
            <a:ext cx="5487472" cy="5486400"/>
          </a:xfrm>
          <a:prstGeom prst="ellipse">
            <a:avLst/>
          </a:prstGeom>
        </p:spPr>
        <p:txBody>
          <a:bodyPr anchor="ctr"/>
          <a:lstStyle>
            <a:lvl1pPr marL="0" indent="0" algn="ctr">
              <a:buNone/>
              <a:defRPr>
                <a:solidFill>
                  <a:schemeClr val="accent3"/>
                </a:solidFill>
              </a:defRPr>
            </a:lvl1pPr>
          </a:lstStyle>
          <a:p>
            <a:r>
              <a:rPr lang="en-US"/>
              <a:t>Person</a:t>
            </a:r>
          </a:p>
        </p:txBody>
      </p:sp>
      <p:sp>
        <p:nvSpPr>
          <p:cNvPr id="2" name="Title 1">
            <a:extLst>
              <a:ext uri="{FF2B5EF4-FFF2-40B4-BE49-F238E27FC236}">
                <a16:creationId xmlns:a16="http://schemas.microsoft.com/office/drawing/2014/main" id="{0172A750-7476-BB96-DEA4-DAE0318A2DAB}"/>
              </a:ext>
            </a:extLst>
          </p:cNvPr>
          <p:cNvSpPr>
            <a:spLocks noGrp="1"/>
          </p:cNvSpPr>
          <p:nvPr>
            <p:ph type="title"/>
          </p:nvPr>
        </p:nvSpPr>
        <p:spPr>
          <a:xfrm>
            <a:off x="1386010" y="672354"/>
            <a:ext cx="22189047" cy="1880607"/>
          </a:xfrm>
          <a:prstGeom prst="rect">
            <a:avLst/>
          </a:prstGeom>
        </p:spPr>
        <p:txBody>
          <a:bodyPr anchor="b">
            <a:noAutofit/>
          </a:bodyPr>
          <a:lstStyle>
            <a:lvl1pPr>
              <a:lnSpc>
                <a:spcPct val="100000"/>
              </a:lnSpc>
              <a:defRPr sz="6600"/>
            </a:lvl1pPr>
          </a:lstStyle>
          <a:p>
            <a:r>
              <a:rPr lang="en-GB"/>
              <a:t>Click to edit Master title style</a:t>
            </a:r>
            <a:endParaRPr lang="en-US" dirty="0"/>
          </a:p>
        </p:txBody>
      </p:sp>
      <p:sp>
        <p:nvSpPr>
          <p:cNvPr id="6" name="Footer Placeholder 3">
            <a:extLst>
              <a:ext uri="{FF2B5EF4-FFF2-40B4-BE49-F238E27FC236}">
                <a16:creationId xmlns:a16="http://schemas.microsoft.com/office/drawing/2014/main" id="{6C398BAA-145B-6BA5-D151-7E9DD95B88F7}"/>
              </a:ext>
            </a:extLst>
          </p:cNvPr>
          <p:cNvSpPr>
            <a:spLocks noGrp="1"/>
          </p:cNvSpPr>
          <p:nvPr>
            <p:ph type="ftr" sz="quarter" idx="3"/>
          </p:nvPr>
        </p:nvSpPr>
        <p:spPr>
          <a:xfrm>
            <a:off x="1411345" y="12985749"/>
            <a:ext cx="10052413" cy="730250"/>
          </a:xfrm>
          <a:prstGeom prst="rect">
            <a:avLst/>
          </a:prstGeom>
        </p:spPr>
        <p:txBody>
          <a:bodyPr vert="horz" lIns="91440" tIns="45720" rIns="91440" bIns="45720" rtlCol="0" anchor="ctr"/>
          <a:lstStyle>
            <a:lvl1pPr algn="l">
              <a:defRPr sz="1400" b="0" i="0">
                <a:solidFill>
                  <a:schemeClr val="bg2"/>
                </a:solidFill>
                <a:latin typeface="Oracle Sans Light" panose="020B0403020204020204" pitchFamily="34" charset="0"/>
                <a:cs typeface="Oracle Sans Light" panose="020B0403020204020204" pitchFamily="34" charset="0"/>
              </a:defRPr>
            </a:lvl1p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CA" sz="1400" b="0" i="0" u="none" strike="noStrike" kern="1200" cap="none" spc="0" normalizeH="0" baseline="0" noProof="0" dirty="0">
                <a:ln>
                  <a:noFill/>
                </a:ln>
                <a:solidFill>
                  <a:schemeClr val="bg2"/>
                </a:solidFill>
                <a:effectLst/>
                <a:uLnTx/>
                <a:uFillTx/>
                <a:latin typeface="Oracle Sans Light" panose="020B0403020204020204" pitchFamily="34" charset="0"/>
                <a:ea typeface="+mn-ea"/>
                <a:cs typeface="Oracle Sans Light" panose="020B0403020204020204" pitchFamily="34" charset="0"/>
              </a:rPr>
              <a:t>Java Day Copyright © 2024, Oracle and/or its affiliates</a:t>
            </a:r>
          </a:p>
        </p:txBody>
      </p:sp>
      <p:sp>
        <p:nvSpPr>
          <p:cNvPr id="7" name="Slide Number Placeholder 5">
            <a:extLst>
              <a:ext uri="{FF2B5EF4-FFF2-40B4-BE49-F238E27FC236}">
                <a16:creationId xmlns:a16="http://schemas.microsoft.com/office/drawing/2014/main" id="{54AF31A6-97DD-ED45-CFD6-9E8307F65B24}"/>
              </a:ext>
            </a:extLst>
          </p:cNvPr>
          <p:cNvSpPr>
            <a:spLocks noGrp="1"/>
          </p:cNvSpPr>
          <p:nvPr>
            <p:ph type="sldNum" sz="quarter" idx="4"/>
          </p:nvPr>
        </p:nvSpPr>
        <p:spPr>
          <a:xfrm>
            <a:off x="449152" y="12985749"/>
            <a:ext cx="871646" cy="730250"/>
          </a:xfrm>
          <a:prstGeom prst="rect">
            <a:avLst/>
          </a:prstGeom>
        </p:spPr>
        <p:txBody>
          <a:bodyPr vert="horz" lIns="91440" tIns="45720" rIns="91440" bIns="45720" rtlCol="0" anchor="ctr"/>
          <a:lstStyle>
            <a:lvl1pPr algn="l">
              <a:defRPr sz="1600">
                <a:solidFill>
                  <a:schemeClr val="bg2"/>
                </a:solidFill>
                <a:latin typeface="Oracle Sans" panose="020B0503020204020204" pitchFamily="34" charset="0"/>
                <a:cs typeface="Oracle Sans" panose="020B0503020204020204" pitchFamily="34" charset="0"/>
              </a:defRPr>
            </a:lvl1pPr>
          </a:lstStyle>
          <a:p>
            <a:fld id="{CFF4B978-1D82-7745-80C5-DBABA6B131D3}" type="slidenum">
              <a:rPr lang="en-US" smtClean="0"/>
              <a:pPr/>
              <a:t>‹#›</a:t>
            </a:fld>
            <a:endParaRPr lang="en-US"/>
          </a:p>
        </p:txBody>
      </p:sp>
      <p:pic>
        <p:nvPicPr>
          <p:cNvPr id="8" name="Picture 7">
            <a:extLst>
              <a:ext uri="{FF2B5EF4-FFF2-40B4-BE49-F238E27FC236}">
                <a16:creationId xmlns:a16="http://schemas.microsoft.com/office/drawing/2014/main" id="{70A0FC77-5C7E-6B22-6B99-C64E077CB857}"/>
              </a:ext>
            </a:extLst>
          </p:cNvPr>
          <p:cNvPicPr>
            <a:picLocks noChangeAspect="1"/>
          </p:cNvPicPr>
          <p:nvPr userDrawn="1"/>
        </p:nvPicPr>
        <p:blipFill>
          <a:blip r:embed="rId3">
            <a:alphaModFix/>
          </a:blip>
          <a:stretch>
            <a:fillRect/>
          </a:stretch>
        </p:blipFill>
        <p:spPr>
          <a:xfrm>
            <a:off x="22762011" y="12898102"/>
            <a:ext cx="817080" cy="827423"/>
          </a:xfrm>
          <a:prstGeom prst="rect">
            <a:avLst/>
          </a:prstGeom>
        </p:spPr>
      </p:pic>
    </p:spTree>
    <p:extLst>
      <p:ext uri="{BB962C8B-B14F-4D97-AF65-F5344CB8AC3E}">
        <p14:creationId xmlns:p14="http://schemas.microsoft.com/office/powerpoint/2010/main" val="2129690810"/>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p:cSld name="5_Table Dark Ocean">
    <p:bg>
      <p:bgPr>
        <a:solidFill>
          <a:srgbClr val="00758F"/>
        </a:solidFill>
        <a:effectLst/>
      </p:bgPr>
    </p:bg>
    <p:spTree>
      <p:nvGrpSpPr>
        <p:cNvPr id="1" name=""/>
        <p:cNvGrpSpPr/>
        <p:nvPr/>
      </p:nvGrpSpPr>
      <p:grpSpPr>
        <a:xfrm>
          <a:off x="0" y="0"/>
          <a:ext cx="0" cy="0"/>
          <a:chOff x="0" y="0"/>
          <a:chExt cx="0" cy="0"/>
        </a:xfrm>
      </p:grpSpPr>
      <p:pic>
        <p:nvPicPr>
          <p:cNvPr id="6" name="Picture 5" descr="Background pattern&#10;&#10;Description automatically generated">
            <a:extLst>
              <a:ext uri="{FF2B5EF4-FFF2-40B4-BE49-F238E27FC236}">
                <a16:creationId xmlns:a16="http://schemas.microsoft.com/office/drawing/2014/main" id="{79A484E8-43C3-CCB7-82E5-A83EA12E1695}"/>
              </a:ext>
            </a:extLst>
          </p:cNvPr>
          <p:cNvPicPr>
            <a:picLocks noChangeAspect="1"/>
          </p:cNvPicPr>
          <p:nvPr userDrawn="1"/>
        </p:nvPicPr>
        <p:blipFill>
          <a:blip r:embed="rId2"/>
          <a:stretch>
            <a:fillRect/>
          </a:stretch>
        </p:blipFill>
        <p:spPr>
          <a:xfrm>
            <a:off x="0" y="0"/>
            <a:ext cx="24384000" cy="13716000"/>
          </a:xfrm>
          <a:prstGeom prst="rect">
            <a:avLst/>
          </a:prstGeom>
        </p:spPr>
      </p:pic>
      <p:sp>
        <p:nvSpPr>
          <p:cNvPr id="23" name="Picture Placeholder 3">
            <a:extLst>
              <a:ext uri="{FF2B5EF4-FFF2-40B4-BE49-F238E27FC236}">
                <a16:creationId xmlns:a16="http://schemas.microsoft.com/office/drawing/2014/main" id="{22627589-F3C8-FD60-594D-509B9E0146FB}"/>
              </a:ext>
            </a:extLst>
          </p:cNvPr>
          <p:cNvSpPr>
            <a:spLocks noGrp="1" noChangeAspect="1"/>
          </p:cNvSpPr>
          <p:nvPr>
            <p:ph type="pic" sz="quarter" idx="17" hasCustomPrompt="1"/>
          </p:nvPr>
        </p:nvSpPr>
        <p:spPr>
          <a:xfrm>
            <a:off x="9769953" y="3340401"/>
            <a:ext cx="4847267" cy="4846320"/>
          </a:xfrm>
          <a:prstGeom prst="ellipse">
            <a:avLst/>
          </a:prstGeom>
        </p:spPr>
        <p:txBody>
          <a:bodyPr anchor="ctr"/>
          <a:lstStyle>
            <a:lvl1pPr marL="0" indent="0" algn="ctr">
              <a:buNone/>
              <a:defRPr>
                <a:solidFill>
                  <a:schemeClr val="accent3"/>
                </a:solidFill>
              </a:defRPr>
            </a:lvl1pPr>
          </a:lstStyle>
          <a:p>
            <a:r>
              <a:rPr lang="en-US"/>
              <a:t>Person</a:t>
            </a:r>
          </a:p>
        </p:txBody>
      </p:sp>
      <p:sp>
        <p:nvSpPr>
          <p:cNvPr id="24" name="Picture Placeholder 3">
            <a:extLst>
              <a:ext uri="{FF2B5EF4-FFF2-40B4-BE49-F238E27FC236}">
                <a16:creationId xmlns:a16="http://schemas.microsoft.com/office/drawing/2014/main" id="{03C36D4F-D6CB-E34C-EFAA-FC3E050158E4}"/>
              </a:ext>
            </a:extLst>
          </p:cNvPr>
          <p:cNvSpPr>
            <a:spLocks noGrp="1" noChangeAspect="1"/>
          </p:cNvSpPr>
          <p:nvPr>
            <p:ph type="pic" sz="quarter" idx="18" hasCustomPrompt="1"/>
          </p:nvPr>
        </p:nvSpPr>
        <p:spPr>
          <a:xfrm>
            <a:off x="2534249" y="3340401"/>
            <a:ext cx="4847267" cy="4846320"/>
          </a:xfrm>
          <a:prstGeom prst="ellipse">
            <a:avLst/>
          </a:prstGeom>
        </p:spPr>
        <p:txBody>
          <a:bodyPr anchor="ctr"/>
          <a:lstStyle>
            <a:lvl1pPr marL="0" indent="0" algn="ctr">
              <a:buNone/>
              <a:defRPr>
                <a:solidFill>
                  <a:schemeClr val="accent3"/>
                </a:solidFill>
              </a:defRPr>
            </a:lvl1pPr>
          </a:lstStyle>
          <a:p>
            <a:r>
              <a:rPr lang="en-US"/>
              <a:t>Person</a:t>
            </a:r>
          </a:p>
        </p:txBody>
      </p:sp>
      <p:sp>
        <p:nvSpPr>
          <p:cNvPr id="2" name="Text Placeholder 4">
            <a:extLst>
              <a:ext uri="{FF2B5EF4-FFF2-40B4-BE49-F238E27FC236}">
                <a16:creationId xmlns:a16="http://schemas.microsoft.com/office/drawing/2014/main" id="{DFF19298-50C0-7082-45E9-827F6ECD7631}"/>
              </a:ext>
            </a:extLst>
          </p:cNvPr>
          <p:cNvSpPr>
            <a:spLocks noGrp="1"/>
          </p:cNvSpPr>
          <p:nvPr>
            <p:ph type="body" sz="quarter" idx="24" hasCustomPrompt="1"/>
          </p:nvPr>
        </p:nvSpPr>
        <p:spPr>
          <a:xfrm>
            <a:off x="9769954" y="10168418"/>
            <a:ext cx="5262921" cy="1665285"/>
          </a:xfrm>
          <a:prstGeom prst="rect">
            <a:avLst/>
          </a:prstGeom>
        </p:spPr>
        <p:txBody>
          <a:bodyPr/>
          <a:lstStyle>
            <a:lvl1pPr>
              <a:defRPr lang="en-US" sz="2400" b="0" i="0" kern="1200" dirty="0">
                <a:solidFill>
                  <a:srgbClr val="8EE1F0"/>
                </a:solidFill>
                <a:latin typeface="Oracle Sans Light" panose="020B0403020204020204" pitchFamily="34" charset="0"/>
                <a:ea typeface="+mn-ea"/>
                <a:cs typeface="Oracle Sans Light" panose="020B0403020204020204" pitchFamily="34" charset="0"/>
              </a:defRPr>
            </a:lvl1pPr>
          </a:lstStyle>
          <a:p>
            <a:pPr marL="0" lvl="0" indent="0" algn="l" defTabSz="1828709" rtl="0" eaLnBrk="1" latinLnBrk="0" hangingPunct="1">
              <a:lnSpc>
                <a:spcPct val="100000"/>
              </a:lnSpc>
              <a:spcBef>
                <a:spcPts val="0"/>
              </a:spcBef>
              <a:spcAft>
                <a:spcPts val="600"/>
              </a:spcAft>
              <a:buFont typeface="Arial" panose="020B0604020202020204" pitchFamily="34" charset="0"/>
              <a:buNone/>
            </a:pPr>
            <a:r>
              <a:rPr lang="en-US" dirty="0"/>
              <a:t>Title of person</a:t>
            </a:r>
          </a:p>
          <a:p>
            <a:pPr marL="0" lvl="0" indent="0" algn="l" defTabSz="1828709" rtl="0" eaLnBrk="1" latinLnBrk="0" hangingPunct="1">
              <a:lnSpc>
                <a:spcPct val="100000"/>
              </a:lnSpc>
              <a:spcBef>
                <a:spcPts val="0"/>
              </a:spcBef>
              <a:spcAft>
                <a:spcPts val="600"/>
              </a:spcAft>
              <a:buFont typeface="Arial" panose="020B0604020202020204" pitchFamily="34" charset="0"/>
              <a:buNone/>
            </a:pPr>
            <a:r>
              <a:rPr lang="en-US" dirty="0"/>
              <a:t>Company name</a:t>
            </a:r>
          </a:p>
        </p:txBody>
      </p:sp>
      <p:sp>
        <p:nvSpPr>
          <p:cNvPr id="3" name="Text Placeholder 2">
            <a:extLst>
              <a:ext uri="{FF2B5EF4-FFF2-40B4-BE49-F238E27FC236}">
                <a16:creationId xmlns:a16="http://schemas.microsoft.com/office/drawing/2014/main" id="{BB1C706E-857D-E7E7-8294-3A5329A8A24F}"/>
              </a:ext>
            </a:extLst>
          </p:cNvPr>
          <p:cNvSpPr>
            <a:spLocks noGrp="1"/>
          </p:cNvSpPr>
          <p:nvPr>
            <p:ph type="body" sz="quarter" idx="25" hasCustomPrompt="1"/>
          </p:nvPr>
        </p:nvSpPr>
        <p:spPr>
          <a:xfrm>
            <a:off x="9769955" y="8217432"/>
            <a:ext cx="5262920" cy="1665284"/>
          </a:xfrm>
          <a:prstGeom prst="rect">
            <a:avLst/>
          </a:prstGeom>
        </p:spPr>
        <p:txBody>
          <a:bodyPr anchor="b"/>
          <a:lstStyle>
            <a:lvl1pPr>
              <a:defRPr lang="en-US" sz="4000" b="0" i="0" kern="1200" dirty="0">
                <a:solidFill>
                  <a:schemeClr val="bg1"/>
                </a:solidFill>
                <a:latin typeface="Oracle Sans" panose="020B0503020204020204" pitchFamily="34" charset="0"/>
                <a:ea typeface="+mn-ea"/>
                <a:cs typeface="Oracle Sans" panose="020B0503020204020204" pitchFamily="34" charset="0"/>
              </a:defRPr>
            </a:lvl1pPr>
          </a:lstStyle>
          <a:p>
            <a:pPr marL="0" lvl="0" indent="0" algn="l" defTabSz="1828709" rtl="0" eaLnBrk="1" latinLnBrk="0" hangingPunct="1">
              <a:lnSpc>
                <a:spcPct val="100000"/>
              </a:lnSpc>
              <a:spcBef>
                <a:spcPts val="0"/>
              </a:spcBef>
              <a:buFont typeface="Arial" panose="020B0604020202020204" pitchFamily="34" charset="0"/>
              <a:buNone/>
            </a:pPr>
            <a:r>
              <a:rPr lang="en-US" dirty="0" err="1"/>
              <a:t>Firstname</a:t>
            </a:r>
            <a:r>
              <a:rPr lang="en-US" dirty="0"/>
              <a:t> </a:t>
            </a:r>
          </a:p>
          <a:p>
            <a:pPr marL="0" lvl="0" indent="0" algn="l" defTabSz="1828709" rtl="0" eaLnBrk="1" latinLnBrk="0" hangingPunct="1">
              <a:lnSpc>
                <a:spcPct val="100000"/>
              </a:lnSpc>
              <a:spcBef>
                <a:spcPts val="0"/>
              </a:spcBef>
              <a:buFont typeface="Arial" panose="020B0604020202020204" pitchFamily="34" charset="0"/>
              <a:buNone/>
            </a:pPr>
            <a:r>
              <a:rPr lang="en-US" dirty="0" err="1"/>
              <a:t>Lastname</a:t>
            </a:r>
            <a:endParaRPr lang="en-US" dirty="0"/>
          </a:p>
        </p:txBody>
      </p:sp>
      <p:sp>
        <p:nvSpPr>
          <p:cNvPr id="4" name="Text Placeholder 4">
            <a:extLst>
              <a:ext uri="{FF2B5EF4-FFF2-40B4-BE49-F238E27FC236}">
                <a16:creationId xmlns:a16="http://schemas.microsoft.com/office/drawing/2014/main" id="{AFC92D92-8DA7-02BA-1503-48F1C77A9F9E}"/>
              </a:ext>
            </a:extLst>
          </p:cNvPr>
          <p:cNvSpPr>
            <a:spLocks noGrp="1"/>
          </p:cNvSpPr>
          <p:nvPr>
            <p:ph type="body" sz="quarter" idx="26" hasCustomPrompt="1"/>
          </p:nvPr>
        </p:nvSpPr>
        <p:spPr>
          <a:xfrm>
            <a:off x="2534249" y="10168418"/>
            <a:ext cx="5262921" cy="1665285"/>
          </a:xfrm>
          <a:prstGeom prst="rect">
            <a:avLst/>
          </a:prstGeom>
        </p:spPr>
        <p:txBody>
          <a:bodyPr/>
          <a:lstStyle>
            <a:lvl1pPr>
              <a:defRPr lang="en-US" sz="2400" b="0" i="0" kern="1200" dirty="0">
                <a:solidFill>
                  <a:srgbClr val="8EE1F0"/>
                </a:solidFill>
                <a:latin typeface="Oracle Sans Light" panose="020B0403020204020204" pitchFamily="34" charset="0"/>
                <a:ea typeface="+mn-ea"/>
                <a:cs typeface="Oracle Sans Light" panose="020B0403020204020204" pitchFamily="34" charset="0"/>
              </a:defRPr>
            </a:lvl1pPr>
          </a:lstStyle>
          <a:p>
            <a:pPr marL="0" lvl="0" indent="0" algn="l" defTabSz="1828709" rtl="0" eaLnBrk="1" latinLnBrk="0" hangingPunct="1">
              <a:lnSpc>
                <a:spcPct val="100000"/>
              </a:lnSpc>
              <a:spcBef>
                <a:spcPts val="0"/>
              </a:spcBef>
              <a:spcAft>
                <a:spcPts val="600"/>
              </a:spcAft>
              <a:buFont typeface="Arial" panose="020B0604020202020204" pitchFamily="34" charset="0"/>
              <a:buNone/>
            </a:pPr>
            <a:r>
              <a:rPr lang="en-US" dirty="0"/>
              <a:t>Title of person</a:t>
            </a:r>
          </a:p>
          <a:p>
            <a:pPr marL="0" lvl="0" indent="0" algn="l" defTabSz="1828709" rtl="0" eaLnBrk="1" latinLnBrk="0" hangingPunct="1">
              <a:lnSpc>
                <a:spcPct val="100000"/>
              </a:lnSpc>
              <a:spcBef>
                <a:spcPts val="0"/>
              </a:spcBef>
              <a:spcAft>
                <a:spcPts val="600"/>
              </a:spcAft>
              <a:buFont typeface="Arial" panose="020B0604020202020204" pitchFamily="34" charset="0"/>
              <a:buNone/>
            </a:pPr>
            <a:r>
              <a:rPr lang="en-US" dirty="0"/>
              <a:t>Company name</a:t>
            </a:r>
          </a:p>
        </p:txBody>
      </p:sp>
      <p:sp>
        <p:nvSpPr>
          <p:cNvPr id="5" name="Text Placeholder 2">
            <a:extLst>
              <a:ext uri="{FF2B5EF4-FFF2-40B4-BE49-F238E27FC236}">
                <a16:creationId xmlns:a16="http://schemas.microsoft.com/office/drawing/2014/main" id="{C14D2B30-86F1-078E-FE9C-1DC9F620C8CF}"/>
              </a:ext>
            </a:extLst>
          </p:cNvPr>
          <p:cNvSpPr>
            <a:spLocks noGrp="1"/>
          </p:cNvSpPr>
          <p:nvPr>
            <p:ph type="body" sz="quarter" idx="27" hasCustomPrompt="1"/>
          </p:nvPr>
        </p:nvSpPr>
        <p:spPr>
          <a:xfrm>
            <a:off x="2534250" y="8217432"/>
            <a:ext cx="5262920" cy="1665284"/>
          </a:xfrm>
          <a:prstGeom prst="rect">
            <a:avLst/>
          </a:prstGeom>
        </p:spPr>
        <p:txBody>
          <a:bodyPr anchor="b"/>
          <a:lstStyle>
            <a:lvl1pPr>
              <a:defRPr lang="en-US" sz="4000" b="0" i="0" kern="1200" dirty="0">
                <a:solidFill>
                  <a:schemeClr val="bg1"/>
                </a:solidFill>
                <a:latin typeface="Oracle Sans" panose="020B0503020204020204" pitchFamily="34" charset="0"/>
                <a:ea typeface="+mn-ea"/>
                <a:cs typeface="Oracle Sans" panose="020B0503020204020204" pitchFamily="34" charset="0"/>
              </a:defRPr>
            </a:lvl1pPr>
          </a:lstStyle>
          <a:p>
            <a:pPr marL="0" lvl="0" indent="0" algn="l" defTabSz="1828709" rtl="0" eaLnBrk="1" latinLnBrk="0" hangingPunct="1">
              <a:lnSpc>
                <a:spcPct val="100000"/>
              </a:lnSpc>
              <a:spcBef>
                <a:spcPts val="0"/>
              </a:spcBef>
              <a:buFont typeface="Arial" panose="020B0604020202020204" pitchFamily="34" charset="0"/>
              <a:buNone/>
            </a:pPr>
            <a:r>
              <a:rPr lang="en-US" dirty="0" err="1"/>
              <a:t>Firstname</a:t>
            </a:r>
            <a:r>
              <a:rPr lang="en-US" dirty="0"/>
              <a:t> </a:t>
            </a:r>
          </a:p>
          <a:p>
            <a:pPr marL="0" lvl="0" indent="0" algn="l" defTabSz="1828709" rtl="0" eaLnBrk="1" latinLnBrk="0" hangingPunct="1">
              <a:lnSpc>
                <a:spcPct val="100000"/>
              </a:lnSpc>
              <a:spcBef>
                <a:spcPts val="0"/>
              </a:spcBef>
              <a:buFont typeface="Arial" panose="020B0604020202020204" pitchFamily="34" charset="0"/>
              <a:buNone/>
            </a:pPr>
            <a:r>
              <a:rPr lang="en-US" dirty="0" err="1"/>
              <a:t>Lastname</a:t>
            </a:r>
            <a:endParaRPr lang="en-US" dirty="0"/>
          </a:p>
        </p:txBody>
      </p:sp>
      <p:sp>
        <p:nvSpPr>
          <p:cNvPr id="9" name="Title 1">
            <a:extLst>
              <a:ext uri="{FF2B5EF4-FFF2-40B4-BE49-F238E27FC236}">
                <a16:creationId xmlns:a16="http://schemas.microsoft.com/office/drawing/2014/main" id="{4AF4E250-5569-0E44-63EB-3EE2D590E301}"/>
              </a:ext>
            </a:extLst>
          </p:cNvPr>
          <p:cNvSpPr>
            <a:spLocks noGrp="1"/>
          </p:cNvSpPr>
          <p:nvPr>
            <p:ph type="title"/>
          </p:nvPr>
        </p:nvSpPr>
        <p:spPr>
          <a:xfrm>
            <a:off x="1386010" y="672354"/>
            <a:ext cx="22189047" cy="1880607"/>
          </a:xfrm>
          <a:prstGeom prst="rect">
            <a:avLst/>
          </a:prstGeom>
        </p:spPr>
        <p:txBody>
          <a:bodyPr anchor="b">
            <a:noAutofit/>
          </a:bodyPr>
          <a:lstStyle>
            <a:lvl1pPr>
              <a:lnSpc>
                <a:spcPct val="100000"/>
              </a:lnSpc>
              <a:defRPr sz="6600"/>
            </a:lvl1pPr>
          </a:lstStyle>
          <a:p>
            <a:r>
              <a:rPr lang="en-GB"/>
              <a:t>Click to edit Master title style</a:t>
            </a:r>
            <a:endParaRPr lang="en-US" dirty="0"/>
          </a:p>
        </p:txBody>
      </p:sp>
      <p:sp>
        <p:nvSpPr>
          <p:cNvPr id="7" name="Footer Placeholder 3">
            <a:extLst>
              <a:ext uri="{FF2B5EF4-FFF2-40B4-BE49-F238E27FC236}">
                <a16:creationId xmlns:a16="http://schemas.microsoft.com/office/drawing/2014/main" id="{F11C5C1B-9978-B8DC-3670-8F4EFAAF3214}"/>
              </a:ext>
            </a:extLst>
          </p:cNvPr>
          <p:cNvSpPr>
            <a:spLocks noGrp="1"/>
          </p:cNvSpPr>
          <p:nvPr>
            <p:ph type="ftr" sz="quarter" idx="3"/>
          </p:nvPr>
        </p:nvSpPr>
        <p:spPr>
          <a:xfrm>
            <a:off x="1411345" y="12985749"/>
            <a:ext cx="10052413" cy="730250"/>
          </a:xfrm>
          <a:prstGeom prst="rect">
            <a:avLst/>
          </a:prstGeom>
        </p:spPr>
        <p:txBody>
          <a:bodyPr vert="horz" lIns="91440" tIns="45720" rIns="91440" bIns="45720" rtlCol="0" anchor="ctr"/>
          <a:lstStyle>
            <a:lvl1pPr algn="l">
              <a:defRPr sz="1400" b="0" i="0">
                <a:solidFill>
                  <a:schemeClr val="bg2"/>
                </a:solidFill>
                <a:latin typeface="Oracle Sans Light" panose="020B0403020204020204" pitchFamily="34" charset="0"/>
                <a:cs typeface="Oracle Sans Light" panose="020B0403020204020204" pitchFamily="34" charset="0"/>
              </a:defRPr>
            </a:lvl1p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CA" sz="1400" b="0" i="0" u="none" strike="noStrike" kern="1200" cap="none" spc="0" normalizeH="0" baseline="0" noProof="0" dirty="0">
                <a:ln>
                  <a:noFill/>
                </a:ln>
                <a:solidFill>
                  <a:schemeClr val="bg2"/>
                </a:solidFill>
                <a:effectLst/>
                <a:uLnTx/>
                <a:uFillTx/>
                <a:latin typeface="Oracle Sans Light" panose="020B0403020204020204" pitchFamily="34" charset="0"/>
                <a:ea typeface="+mn-ea"/>
                <a:cs typeface="Oracle Sans Light" panose="020B0403020204020204" pitchFamily="34" charset="0"/>
              </a:rPr>
              <a:t>Java Day Copyright © 2024, Oracle and/or its affiliates</a:t>
            </a:r>
          </a:p>
        </p:txBody>
      </p:sp>
      <p:sp>
        <p:nvSpPr>
          <p:cNvPr id="8" name="Slide Number Placeholder 5">
            <a:extLst>
              <a:ext uri="{FF2B5EF4-FFF2-40B4-BE49-F238E27FC236}">
                <a16:creationId xmlns:a16="http://schemas.microsoft.com/office/drawing/2014/main" id="{E746D6F2-D3E6-1822-0CAD-828D567C006E}"/>
              </a:ext>
            </a:extLst>
          </p:cNvPr>
          <p:cNvSpPr>
            <a:spLocks noGrp="1"/>
          </p:cNvSpPr>
          <p:nvPr>
            <p:ph type="sldNum" sz="quarter" idx="4"/>
          </p:nvPr>
        </p:nvSpPr>
        <p:spPr>
          <a:xfrm>
            <a:off x="449152" y="12985749"/>
            <a:ext cx="871646" cy="730250"/>
          </a:xfrm>
          <a:prstGeom prst="rect">
            <a:avLst/>
          </a:prstGeom>
        </p:spPr>
        <p:txBody>
          <a:bodyPr vert="horz" lIns="91440" tIns="45720" rIns="91440" bIns="45720" rtlCol="0" anchor="ctr"/>
          <a:lstStyle>
            <a:lvl1pPr algn="l">
              <a:defRPr sz="1600">
                <a:solidFill>
                  <a:schemeClr val="bg2"/>
                </a:solidFill>
                <a:latin typeface="Oracle Sans" panose="020B0503020204020204" pitchFamily="34" charset="0"/>
                <a:cs typeface="Oracle Sans" panose="020B0503020204020204" pitchFamily="34" charset="0"/>
              </a:defRPr>
            </a:lvl1pPr>
          </a:lstStyle>
          <a:p>
            <a:fld id="{CFF4B978-1D82-7745-80C5-DBABA6B131D3}" type="slidenum">
              <a:rPr lang="en-US" smtClean="0"/>
              <a:pPr/>
              <a:t>‹#›</a:t>
            </a:fld>
            <a:endParaRPr lang="en-US"/>
          </a:p>
        </p:txBody>
      </p:sp>
      <p:pic>
        <p:nvPicPr>
          <p:cNvPr id="10" name="Picture 9">
            <a:extLst>
              <a:ext uri="{FF2B5EF4-FFF2-40B4-BE49-F238E27FC236}">
                <a16:creationId xmlns:a16="http://schemas.microsoft.com/office/drawing/2014/main" id="{F14D255D-A600-0174-2609-D1945965EBA5}"/>
              </a:ext>
            </a:extLst>
          </p:cNvPr>
          <p:cNvPicPr>
            <a:picLocks noChangeAspect="1"/>
          </p:cNvPicPr>
          <p:nvPr userDrawn="1"/>
        </p:nvPicPr>
        <p:blipFill>
          <a:blip r:embed="rId3">
            <a:alphaModFix/>
          </a:blip>
          <a:stretch>
            <a:fillRect/>
          </a:stretch>
        </p:blipFill>
        <p:spPr>
          <a:xfrm>
            <a:off x="22762011" y="12898102"/>
            <a:ext cx="817080" cy="827423"/>
          </a:xfrm>
          <a:prstGeom prst="rect">
            <a:avLst/>
          </a:prstGeom>
        </p:spPr>
      </p:pic>
    </p:spTree>
    <p:extLst>
      <p:ext uri="{BB962C8B-B14F-4D97-AF65-F5344CB8AC3E}">
        <p14:creationId xmlns:p14="http://schemas.microsoft.com/office/powerpoint/2010/main" val="574949592"/>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p:cSld name="3_Table Dark Ocean">
    <p:bg>
      <p:bgPr>
        <a:solidFill>
          <a:srgbClr val="00758F"/>
        </a:solidFill>
        <a:effectLst/>
      </p:bgPr>
    </p:bg>
    <p:spTree>
      <p:nvGrpSpPr>
        <p:cNvPr id="1" name=""/>
        <p:cNvGrpSpPr/>
        <p:nvPr/>
      </p:nvGrpSpPr>
      <p:grpSpPr>
        <a:xfrm>
          <a:off x="0" y="0"/>
          <a:ext cx="0" cy="0"/>
          <a:chOff x="0" y="0"/>
          <a:chExt cx="0" cy="0"/>
        </a:xfrm>
      </p:grpSpPr>
      <p:pic>
        <p:nvPicPr>
          <p:cNvPr id="8" name="Picture 7" descr="Background pattern&#10;&#10;Description automatically generated">
            <a:extLst>
              <a:ext uri="{FF2B5EF4-FFF2-40B4-BE49-F238E27FC236}">
                <a16:creationId xmlns:a16="http://schemas.microsoft.com/office/drawing/2014/main" id="{2E0A4A20-8CD6-85E2-792C-1D8B679D78C4}"/>
              </a:ext>
            </a:extLst>
          </p:cNvPr>
          <p:cNvPicPr>
            <a:picLocks noChangeAspect="1"/>
          </p:cNvPicPr>
          <p:nvPr userDrawn="1"/>
        </p:nvPicPr>
        <p:blipFill>
          <a:blip r:embed="rId2"/>
          <a:stretch>
            <a:fillRect/>
          </a:stretch>
        </p:blipFill>
        <p:spPr>
          <a:xfrm>
            <a:off x="0" y="0"/>
            <a:ext cx="24384000" cy="13716000"/>
          </a:xfrm>
          <a:prstGeom prst="rect">
            <a:avLst/>
          </a:prstGeom>
        </p:spPr>
      </p:pic>
      <p:sp>
        <p:nvSpPr>
          <p:cNvPr id="6" name="Text Placeholder 4">
            <a:extLst>
              <a:ext uri="{FF2B5EF4-FFF2-40B4-BE49-F238E27FC236}">
                <a16:creationId xmlns:a16="http://schemas.microsoft.com/office/drawing/2014/main" id="{3C4418AF-511B-9627-9E58-B3A2A197F56A}"/>
              </a:ext>
            </a:extLst>
          </p:cNvPr>
          <p:cNvSpPr>
            <a:spLocks noGrp="1"/>
          </p:cNvSpPr>
          <p:nvPr>
            <p:ph type="body" sz="quarter" idx="28" hasCustomPrompt="1"/>
          </p:nvPr>
        </p:nvSpPr>
        <p:spPr>
          <a:xfrm>
            <a:off x="16781667" y="10168418"/>
            <a:ext cx="5262921" cy="1665285"/>
          </a:xfrm>
          <a:prstGeom prst="rect">
            <a:avLst/>
          </a:prstGeom>
        </p:spPr>
        <p:txBody>
          <a:bodyPr/>
          <a:lstStyle>
            <a:lvl1pPr>
              <a:defRPr lang="en-US" sz="2400" b="0" i="0" kern="1200" dirty="0">
                <a:solidFill>
                  <a:srgbClr val="8EE1F0"/>
                </a:solidFill>
                <a:latin typeface="Oracle Sans Light" panose="020B0403020204020204" pitchFamily="34" charset="0"/>
                <a:ea typeface="+mn-ea"/>
                <a:cs typeface="Oracle Sans Light" panose="020B0403020204020204" pitchFamily="34" charset="0"/>
              </a:defRPr>
            </a:lvl1pPr>
          </a:lstStyle>
          <a:p>
            <a:pPr marL="0" lvl="0" indent="0" algn="l" defTabSz="1828709" rtl="0" eaLnBrk="1" latinLnBrk="0" hangingPunct="1">
              <a:lnSpc>
                <a:spcPct val="100000"/>
              </a:lnSpc>
              <a:spcBef>
                <a:spcPts val="0"/>
              </a:spcBef>
              <a:spcAft>
                <a:spcPts val="600"/>
              </a:spcAft>
              <a:buFont typeface="Arial" panose="020B0604020202020204" pitchFamily="34" charset="0"/>
              <a:buNone/>
            </a:pPr>
            <a:r>
              <a:rPr lang="en-US" dirty="0"/>
              <a:t>Title of person</a:t>
            </a:r>
          </a:p>
          <a:p>
            <a:pPr marL="0" lvl="0" indent="0" algn="l" defTabSz="1828709" rtl="0" eaLnBrk="1" latinLnBrk="0" hangingPunct="1">
              <a:lnSpc>
                <a:spcPct val="100000"/>
              </a:lnSpc>
              <a:spcBef>
                <a:spcPts val="0"/>
              </a:spcBef>
              <a:spcAft>
                <a:spcPts val="600"/>
              </a:spcAft>
              <a:buFont typeface="Arial" panose="020B0604020202020204" pitchFamily="34" charset="0"/>
              <a:buNone/>
            </a:pPr>
            <a:r>
              <a:rPr lang="en-US" dirty="0"/>
              <a:t>Company name</a:t>
            </a:r>
          </a:p>
        </p:txBody>
      </p:sp>
      <p:sp>
        <p:nvSpPr>
          <p:cNvPr id="7" name="Text Placeholder 2">
            <a:extLst>
              <a:ext uri="{FF2B5EF4-FFF2-40B4-BE49-F238E27FC236}">
                <a16:creationId xmlns:a16="http://schemas.microsoft.com/office/drawing/2014/main" id="{AF3DEE5E-113E-3828-28BB-2C3C81E4A07E}"/>
              </a:ext>
            </a:extLst>
          </p:cNvPr>
          <p:cNvSpPr>
            <a:spLocks noGrp="1"/>
          </p:cNvSpPr>
          <p:nvPr>
            <p:ph type="body" sz="quarter" idx="29" hasCustomPrompt="1"/>
          </p:nvPr>
        </p:nvSpPr>
        <p:spPr>
          <a:xfrm>
            <a:off x="16781668" y="8217432"/>
            <a:ext cx="5262920" cy="1665284"/>
          </a:xfrm>
          <a:prstGeom prst="rect">
            <a:avLst/>
          </a:prstGeom>
        </p:spPr>
        <p:txBody>
          <a:bodyPr anchor="b"/>
          <a:lstStyle>
            <a:lvl1pPr>
              <a:defRPr lang="en-US" sz="4000" b="0" i="0" kern="1200" dirty="0">
                <a:solidFill>
                  <a:schemeClr val="bg1"/>
                </a:solidFill>
                <a:latin typeface="Oracle Sans" panose="020B0503020204020204" pitchFamily="34" charset="0"/>
                <a:ea typeface="+mn-ea"/>
                <a:cs typeface="Oracle Sans" panose="020B0503020204020204" pitchFamily="34" charset="0"/>
              </a:defRPr>
            </a:lvl1pPr>
          </a:lstStyle>
          <a:p>
            <a:pPr marL="0" lvl="0" indent="0" algn="l" defTabSz="1828709" rtl="0" eaLnBrk="1" latinLnBrk="0" hangingPunct="1">
              <a:lnSpc>
                <a:spcPct val="100000"/>
              </a:lnSpc>
              <a:spcBef>
                <a:spcPts val="0"/>
              </a:spcBef>
              <a:buFont typeface="Arial" panose="020B0604020202020204" pitchFamily="34" charset="0"/>
              <a:buNone/>
            </a:pPr>
            <a:r>
              <a:rPr lang="en-US" dirty="0" err="1"/>
              <a:t>Firstname</a:t>
            </a:r>
            <a:r>
              <a:rPr lang="en-US" dirty="0"/>
              <a:t> </a:t>
            </a:r>
          </a:p>
          <a:p>
            <a:pPr marL="0" lvl="0" indent="0" algn="l" defTabSz="1828709" rtl="0" eaLnBrk="1" latinLnBrk="0" hangingPunct="1">
              <a:lnSpc>
                <a:spcPct val="100000"/>
              </a:lnSpc>
              <a:spcBef>
                <a:spcPts val="0"/>
              </a:spcBef>
              <a:buFont typeface="Arial" panose="020B0604020202020204" pitchFamily="34" charset="0"/>
              <a:buNone/>
            </a:pPr>
            <a:r>
              <a:rPr lang="en-US" dirty="0" err="1"/>
              <a:t>Lastname</a:t>
            </a:r>
            <a:endParaRPr lang="en-US" dirty="0"/>
          </a:p>
        </p:txBody>
      </p:sp>
      <p:sp>
        <p:nvSpPr>
          <p:cNvPr id="23" name="Picture Placeholder 3">
            <a:extLst>
              <a:ext uri="{FF2B5EF4-FFF2-40B4-BE49-F238E27FC236}">
                <a16:creationId xmlns:a16="http://schemas.microsoft.com/office/drawing/2014/main" id="{22627589-F3C8-FD60-594D-509B9E0146FB}"/>
              </a:ext>
            </a:extLst>
          </p:cNvPr>
          <p:cNvSpPr>
            <a:spLocks noGrp="1" noChangeAspect="1"/>
          </p:cNvSpPr>
          <p:nvPr>
            <p:ph type="pic" sz="quarter" idx="17" hasCustomPrompt="1"/>
          </p:nvPr>
        </p:nvSpPr>
        <p:spPr>
          <a:xfrm>
            <a:off x="9769953" y="3340401"/>
            <a:ext cx="4847267" cy="4846320"/>
          </a:xfrm>
          <a:prstGeom prst="ellipse">
            <a:avLst/>
          </a:prstGeom>
        </p:spPr>
        <p:txBody>
          <a:bodyPr anchor="ctr"/>
          <a:lstStyle>
            <a:lvl1pPr marL="0" indent="0" algn="ctr">
              <a:buNone/>
              <a:defRPr>
                <a:solidFill>
                  <a:schemeClr val="accent3"/>
                </a:solidFill>
              </a:defRPr>
            </a:lvl1pPr>
          </a:lstStyle>
          <a:p>
            <a:r>
              <a:rPr lang="en-US"/>
              <a:t>Person</a:t>
            </a:r>
          </a:p>
        </p:txBody>
      </p:sp>
      <p:sp>
        <p:nvSpPr>
          <p:cNvPr id="24" name="Picture Placeholder 3">
            <a:extLst>
              <a:ext uri="{FF2B5EF4-FFF2-40B4-BE49-F238E27FC236}">
                <a16:creationId xmlns:a16="http://schemas.microsoft.com/office/drawing/2014/main" id="{03C36D4F-D6CB-E34C-EFAA-FC3E050158E4}"/>
              </a:ext>
            </a:extLst>
          </p:cNvPr>
          <p:cNvSpPr>
            <a:spLocks noGrp="1" noChangeAspect="1"/>
          </p:cNvSpPr>
          <p:nvPr>
            <p:ph type="pic" sz="quarter" idx="18" hasCustomPrompt="1"/>
          </p:nvPr>
        </p:nvSpPr>
        <p:spPr>
          <a:xfrm>
            <a:off x="2534249" y="3340401"/>
            <a:ext cx="4847267" cy="4846320"/>
          </a:xfrm>
          <a:prstGeom prst="ellipse">
            <a:avLst/>
          </a:prstGeom>
        </p:spPr>
        <p:txBody>
          <a:bodyPr anchor="ctr"/>
          <a:lstStyle>
            <a:lvl1pPr marL="0" indent="0" algn="ctr">
              <a:buNone/>
              <a:defRPr>
                <a:solidFill>
                  <a:schemeClr val="accent3"/>
                </a:solidFill>
              </a:defRPr>
            </a:lvl1pPr>
          </a:lstStyle>
          <a:p>
            <a:r>
              <a:rPr lang="en-US"/>
              <a:t>Person</a:t>
            </a:r>
          </a:p>
        </p:txBody>
      </p:sp>
      <p:sp>
        <p:nvSpPr>
          <p:cNvPr id="29" name="Picture Placeholder 3">
            <a:extLst>
              <a:ext uri="{FF2B5EF4-FFF2-40B4-BE49-F238E27FC236}">
                <a16:creationId xmlns:a16="http://schemas.microsoft.com/office/drawing/2014/main" id="{9F828271-3BFA-D9C8-A0F7-09876CC162EA}"/>
              </a:ext>
            </a:extLst>
          </p:cNvPr>
          <p:cNvSpPr>
            <a:spLocks noGrp="1" noChangeAspect="1"/>
          </p:cNvSpPr>
          <p:nvPr>
            <p:ph type="pic" sz="quarter" idx="23" hasCustomPrompt="1"/>
          </p:nvPr>
        </p:nvSpPr>
        <p:spPr>
          <a:xfrm>
            <a:off x="16782517" y="3340401"/>
            <a:ext cx="4847267" cy="4846320"/>
          </a:xfrm>
          <a:prstGeom prst="ellipse">
            <a:avLst/>
          </a:prstGeom>
        </p:spPr>
        <p:txBody>
          <a:bodyPr anchor="ctr"/>
          <a:lstStyle>
            <a:lvl1pPr marL="0" indent="0" algn="ctr">
              <a:buNone/>
              <a:defRPr>
                <a:solidFill>
                  <a:schemeClr val="accent3"/>
                </a:solidFill>
              </a:defRPr>
            </a:lvl1pPr>
          </a:lstStyle>
          <a:p>
            <a:r>
              <a:rPr lang="en-US"/>
              <a:t>Person</a:t>
            </a:r>
          </a:p>
        </p:txBody>
      </p:sp>
      <p:sp>
        <p:nvSpPr>
          <p:cNvPr id="2" name="Text Placeholder 4">
            <a:extLst>
              <a:ext uri="{FF2B5EF4-FFF2-40B4-BE49-F238E27FC236}">
                <a16:creationId xmlns:a16="http://schemas.microsoft.com/office/drawing/2014/main" id="{DFF19298-50C0-7082-45E9-827F6ECD7631}"/>
              </a:ext>
            </a:extLst>
          </p:cNvPr>
          <p:cNvSpPr>
            <a:spLocks noGrp="1"/>
          </p:cNvSpPr>
          <p:nvPr>
            <p:ph type="body" sz="quarter" idx="24" hasCustomPrompt="1"/>
          </p:nvPr>
        </p:nvSpPr>
        <p:spPr>
          <a:xfrm>
            <a:off x="9769954" y="10168418"/>
            <a:ext cx="5262921" cy="1665285"/>
          </a:xfrm>
          <a:prstGeom prst="rect">
            <a:avLst/>
          </a:prstGeom>
        </p:spPr>
        <p:txBody>
          <a:bodyPr/>
          <a:lstStyle>
            <a:lvl1pPr>
              <a:defRPr lang="en-US" sz="2400" b="0" i="0" kern="1200" dirty="0">
                <a:solidFill>
                  <a:srgbClr val="8EE1F0"/>
                </a:solidFill>
                <a:latin typeface="Oracle Sans Light" panose="020B0403020204020204" pitchFamily="34" charset="0"/>
                <a:ea typeface="+mn-ea"/>
                <a:cs typeface="Oracle Sans Light" panose="020B0403020204020204" pitchFamily="34" charset="0"/>
              </a:defRPr>
            </a:lvl1pPr>
          </a:lstStyle>
          <a:p>
            <a:pPr marL="0" lvl="0" indent="0" algn="l" defTabSz="1828709" rtl="0" eaLnBrk="1" latinLnBrk="0" hangingPunct="1">
              <a:lnSpc>
                <a:spcPct val="100000"/>
              </a:lnSpc>
              <a:spcBef>
                <a:spcPts val="0"/>
              </a:spcBef>
              <a:spcAft>
                <a:spcPts val="600"/>
              </a:spcAft>
              <a:buFont typeface="Arial" panose="020B0604020202020204" pitchFamily="34" charset="0"/>
              <a:buNone/>
            </a:pPr>
            <a:r>
              <a:rPr lang="en-US" dirty="0"/>
              <a:t>Title of person</a:t>
            </a:r>
          </a:p>
          <a:p>
            <a:pPr marL="0" lvl="0" indent="0" algn="l" defTabSz="1828709" rtl="0" eaLnBrk="1" latinLnBrk="0" hangingPunct="1">
              <a:lnSpc>
                <a:spcPct val="100000"/>
              </a:lnSpc>
              <a:spcBef>
                <a:spcPts val="0"/>
              </a:spcBef>
              <a:spcAft>
                <a:spcPts val="600"/>
              </a:spcAft>
              <a:buFont typeface="Arial" panose="020B0604020202020204" pitchFamily="34" charset="0"/>
              <a:buNone/>
            </a:pPr>
            <a:r>
              <a:rPr lang="en-US" dirty="0"/>
              <a:t>Company name</a:t>
            </a:r>
          </a:p>
        </p:txBody>
      </p:sp>
      <p:sp>
        <p:nvSpPr>
          <p:cNvPr id="3" name="Text Placeholder 2">
            <a:extLst>
              <a:ext uri="{FF2B5EF4-FFF2-40B4-BE49-F238E27FC236}">
                <a16:creationId xmlns:a16="http://schemas.microsoft.com/office/drawing/2014/main" id="{BB1C706E-857D-E7E7-8294-3A5329A8A24F}"/>
              </a:ext>
            </a:extLst>
          </p:cNvPr>
          <p:cNvSpPr>
            <a:spLocks noGrp="1"/>
          </p:cNvSpPr>
          <p:nvPr>
            <p:ph type="body" sz="quarter" idx="25" hasCustomPrompt="1"/>
          </p:nvPr>
        </p:nvSpPr>
        <p:spPr>
          <a:xfrm>
            <a:off x="9769955" y="8217432"/>
            <a:ext cx="5262920" cy="1665284"/>
          </a:xfrm>
          <a:prstGeom prst="rect">
            <a:avLst/>
          </a:prstGeom>
        </p:spPr>
        <p:txBody>
          <a:bodyPr anchor="b"/>
          <a:lstStyle>
            <a:lvl1pPr>
              <a:defRPr lang="en-US" sz="4000" b="0" i="0" kern="1200" dirty="0">
                <a:solidFill>
                  <a:schemeClr val="bg1"/>
                </a:solidFill>
                <a:latin typeface="Oracle Sans" panose="020B0503020204020204" pitchFamily="34" charset="0"/>
                <a:ea typeface="+mn-ea"/>
                <a:cs typeface="Oracle Sans" panose="020B0503020204020204" pitchFamily="34" charset="0"/>
              </a:defRPr>
            </a:lvl1pPr>
          </a:lstStyle>
          <a:p>
            <a:pPr marL="0" lvl="0" indent="0" algn="l" defTabSz="1828709" rtl="0" eaLnBrk="1" latinLnBrk="0" hangingPunct="1">
              <a:lnSpc>
                <a:spcPct val="100000"/>
              </a:lnSpc>
              <a:spcBef>
                <a:spcPts val="0"/>
              </a:spcBef>
              <a:buFont typeface="Arial" panose="020B0604020202020204" pitchFamily="34" charset="0"/>
              <a:buNone/>
            </a:pPr>
            <a:r>
              <a:rPr lang="en-US" dirty="0" err="1"/>
              <a:t>Firstname</a:t>
            </a:r>
            <a:r>
              <a:rPr lang="en-US" dirty="0"/>
              <a:t> </a:t>
            </a:r>
          </a:p>
          <a:p>
            <a:pPr marL="0" lvl="0" indent="0" algn="l" defTabSz="1828709" rtl="0" eaLnBrk="1" latinLnBrk="0" hangingPunct="1">
              <a:lnSpc>
                <a:spcPct val="100000"/>
              </a:lnSpc>
              <a:spcBef>
                <a:spcPts val="0"/>
              </a:spcBef>
              <a:buFont typeface="Arial" panose="020B0604020202020204" pitchFamily="34" charset="0"/>
              <a:buNone/>
            </a:pPr>
            <a:r>
              <a:rPr lang="en-US" dirty="0" err="1"/>
              <a:t>Lastname</a:t>
            </a:r>
            <a:endParaRPr lang="en-US" dirty="0"/>
          </a:p>
        </p:txBody>
      </p:sp>
      <p:sp>
        <p:nvSpPr>
          <p:cNvPr id="4" name="Text Placeholder 4">
            <a:extLst>
              <a:ext uri="{FF2B5EF4-FFF2-40B4-BE49-F238E27FC236}">
                <a16:creationId xmlns:a16="http://schemas.microsoft.com/office/drawing/2014/main" id="{AFC92D92-8DA7-02BA-1503-48F1C77A9F9E}"/>
              </a:ext>
            </a:extLst>
          </p:cNvPr>
          <p:cNvSpPr>
            <a:spLocks noGrp="1"/>
          </p:cNvSpPr>
          <p:nvPr>
            <p:ph type="body" sz="quarter" idx="26" hasCustomPrompt="1"/>
          </p:nvPr>
        </p:nvSpPr>
        <p:spPr>
          <a:xfrm>
            <a:off x="2534249" y="10168418"/>
            <a:ext cx="5262921" cy="1665285"/>
          </a:xfrm>
          <a:prstGeom prst="rect">
            <a:avLst/>
          </a:prstGeom>
        </p:spPr>
        <p:txBody>
          <a:bodyPr/>
          <a:lstStyle>
            <a:lvl1pPr>
              <a:defRPr lang="en-US" sz="2400" b="0" i="0" kern="1200" dirty="0">
                <a:solidFill>
                  <a:srgbClr val="8EE1F0"/>
                </a:solidFill>
                <a:latin typeface="Oracle Sans Light" panose="020B0403020204020204" pitchFamily="34" charset="0"/>
                <a:ea typeface="+mn-ea"/>
                <a:cs typeface="Oracle Sans Light" panose="020B0403020204020204" pitchFamily="34" charset="0"/>
              </a:defRPr>
            </a:lvl1pPr>
          </a:lstStyle>
          <a:p>
            <a:pPr marL="0" lvl="0" indent="0" algn="l" defTabSz="1828709" rtl="0" eaLnBrk="1" latinLnBrk="0" hangingPunct="1">
              <a:lnSpc>
                <a:spcPct val="100000"/>
              </a:lnSpc>
              <a:spcBef>
                <a:spcPts val="0"/>
              </a:spcBef>
              <a:spcAft>
                <a:spcPts val="600"/>
              </a:spcAft>
              <a:buFont typeface="Arial" panose="020B0604020202020204" pitchFamily="34" charset="0"/>
              <a:buNone/>
            </a:pPr>
            <a:r>
              <a:rPr lang="en-US" dirty="0"/>
              <a:t>Title of person</a:t>
            </a:r>
          </a:p>
          <a:p>
            <a:pPr marL="0" lvl="0" indent="0" algn="l" defTabSz="1828709" rtl="0" eaLnBrk="1" latinLnBrk="0" hangingPunct="1">
              <a:lnSpc>
                <a:spcPct val="100000"/>
              </a:lnSpc>
              <a:spcBef>
                <a:spcPts val="0"/>
              </a:spcBef>
              <a:spcAft>
                <a:spcPts val="600"/>
              </a:spcAft>
              <a:buFont typeface="Arial" panose="020B0604020202020204" pitchFamily="34" charset="0"/>
              <a:buNone/>
            </a:pPr>
            <a:r>
              <a:rPr lang="en-US" dirty="0"/>
              <a:t>Company name</a:t>
            </a:r>
          </a:p>
        </p:txBody>
      </p:sp>
      <p:sp>
        <p:nvSpPr>
          <p:cNvPr id="5" name="Text Placeholder 2">
            <a:extLst>
              <a:ext uri="{FF2B5EF4-FFF2-40B4-BE49-F238E27FC236}">
                <a16:creationId xmlns:a16="http://schemas.microsoft.com/office/drawing/2014/main" id="{C14D2B30-86F1-078E-FE9C-1DC9F620C8CF}"/>
              </a:ext>
            </a:extLst>
          </p:cNvPr>
          <p:cNvSpPr>
            <a:spLocks noGrp="1"/>
          </p:cNvSpPr>
          <p:nvPr>
            <p:ph type="body" sz="quarter" idx="27" hasCustomPrompt="1"/>
          </p:nvPr>
        </p:nvSpPr>
        <p:spPr>
          <a:xfrm>
            <a:off x="2534250" y="8217432"/>
            <a:ext cx="5262920" cy="1665284"/>
          </a:xfrm>
          <a:prstGeom prst="rect">
            <a:avLst/>
          </a:prstGeom>
        </p:spPr>
        <p:txBody>
          <a:bodyPr anchor="b"/>
          <a:lstStyle>
            <a:lvl1pPr>
              <a:defRPr lang="en-US" sz="4000" b="0" i="0" kern="1200" dirty="0">
                <a:solidFill>
                  <a:schemeClr val="bg1"/>
                </a:solidFill>
                <a:latin typeface="Oracle Sans" panose="020B0503020204020204" pitchFamily="34" charset="0"/>
                <a:ea typeface="+mn-ea"/>
                <a:cs typeface="Oracle Sans" panose="020B0503020204020204" pitchFamily="34" charset="0"/>
              </a:defRPr>
            </a:lvl1pPr>
          </a:lstStyle>
          <a:p>
            <a:pPr marL="0" lvl="0" indent="0" algn="l" defTabSz="1828709" rtl="0" eaLnBrk="1" latinLnBrk="0" hangingPunct="1">
              <a:lnSpc>
                <a:spcPct val="100000"/>
              </a:lnSpc>
              <a:spcBef>
                <a:spcPts val="0"/>
              </a:spcBef>
              <a:buFont typeface="Arial" panose="020B0604020202020204" pitchFamily="34" charset="0"/>
              <a:buNone/>
            </a:pPr>
            <a:r>
              <a:rPr lang="en-US" dirty="0" err="1"/>
              <a:t>Firstname</a:t>
            </a:r>
            <a:r>
              <a:rPr lang="en-US" dirty="0"/>
              <a:t> </a:t>
            </a:r>
          </a:p>
          <a:p>
            <a:pPr marL="0" lvl="0" indent="0" algn="l" defTabSz="1828709" rtl="0" eaLnBrk="1" latinLnBrk="0" hangingPunct="1">
              <a:lnSpc>
                <a:spcPct val="100000"/>
              </a:lnSpc>
              <a:spcBef>
                <a:spcPts val="0"/>
              </a:spcBef>
              <a:buFont typeface="Arial" panose="020B0604020202020204" pitchFamily="34" charset="0"/>
              <a:buNone/>
            </a:pPr>
            <a:r>
              <a:rPr lang="en-US" dirty="0" err="1"/>
              <a:t>Lastname</a:t>
            </a:r>
            <a:endParaRPr lang="en-US" dirty="0"/>
          </a:p>
        </p:txBody>
      </p:sp>
      <p:sp>
        <p:nvSpPr>
          <p:cNvPr id="9" name="Title 1">
            <a:extLst>
              <a:ext uri="{FF2B5EF4-FFF2-40B4-BE49-F238E27FC236}">
                <a16:creationId xmlns:a16="http://schemas.microsoft.com/office/drawing/2014/main" id="{4AF4E250-5569-0E44-63EB-3EE2D590E301}"/>
              </a:ext>
            </a:extLst>
          </p:cNvPr>
          <p:cNvSpPr>
            <a:spLocks noGrp="1"/>
          </p:cNvSpPr>
          <p:nvPr>
            <p:ph type="title"/>
          </p:nvPr>
        </p:nvSpPr>
        <p:spPr>
          <a:xfrm>
            <a:off x="1386010" y="672354"/>
            <a:ext cx="22189047" cy="1880607"/>
          </a:xfrm>
          <a:prstGeom prst="rect">
            <a:avLst/>
          </a:prstGeom>
        </p:spPr>
        <p:txBody>
          <a:bodyPr anchor="b">
            <a:noAutofit/>
          </a:bodyPr>
          <a:lstStyle>
            <a:lvl1pPr>
              <a:lnSpc>
                <a:spcPct val="100000"/>
              </a:lnSpc>
              <a:defRPr sz="6600"/>
            </a:lvl1pPr>
          </a:lstStyle>
          <a:p>
            <a:r>
              <a:rPr lang="en-GB"/>
              <a:t>Click to edit Master title style</a:t>
            </a:r>
            <a:endParaRPr lang="en-US" dirty="0"/>
          </a:p>
        </p:txBody>
      </p:sp>
      <p:sp>
        <p:nvSpPr>
          <p:cNvPr id="10" name="Footer Placeholder 3">
            <a:extLst>
              <a:ext uri="{FF2B5EF4-FFF2-40B4-BE49-F238E27FC236}">
                <a16:creationId xmlns:a16="http://schemas.microsoft.com/office/drawing/2014/main" id="{0046BDCA-272F-176B-6C29-6E95051EA230}"/>
              </a:ext>
            </a:extLst>
          </p:cNvPr>
          <p:cNvSpPr>
            <a:spLocks noGrp="1"/>
          </p:cNvSpPr>
          <p:nvPr>
            <p:ph type="ftr" sz="quarter" idx="3"/>
          </p:nvPr>
        </p:nvSpPr>
        <p:spPr>
          <a:xfrm>
            <a:off x="1411345" y="12985749"/>
            <a:ext cx="10052413" cy="730250"/>
          </a:xfrm>
          <a:prstGeom prst="rect">
            <a:avLst/>
          </a:prstGeom>
        </p:spPr>
        <p:txBody>
          <a:bodyPr vert="horz" lIns="91440" tIns="45720" rIns="91440" bIns="45720" rtlCol="0" anchor="ctr"/>
          <a:lstStyle>
            <a:lvl1pPr algn="l">
              <a:defRPr sz="1400" b="0" i="0">
                <a:solidFill>
                  <a:schemeClr val="bg2"/>
                </a:solidFill>
                <a:latin typeface="Oracle Sans Light" panose="020B0403020204020204" pitchFamily="34" charset="0"/>
                <a:cs typeface="Oracle Sans Light" panose="020B0403020204020204" pitchFamily="34" charset="0"/>
              </a:defRPr>
            </a:lvl1p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CA" sz="1400" b="0" i="0" u="none" strike="noStrike" kern="1200" cap="none" spc="0" normalizeH="0" baseline="0" noProof="0" dirty="0">
                <a:ln>
                  <a:noFill/>
                </a:ln>
                <a:solidFill>
                  <a:schemeClr val="bg2"/>
                </a:solidFill>
                <a:effectLst/>
                <a:uLnTx/>
                <a:uFillTx/>
                <a:latin typeface="Oracle Sans Light" panose="020B0403020204020204" pitchFamily="34" charset="0"/>
                <a:ea typeface="+mn-ea"/>
                <a:cs typeface="Oracle Sans Light" panose="020B0403020204020204" pitchFamily="34" charset="0"/>
              </a:rPr>
              <a:t>Java Day Copyright © 2024, Oracle and/or its affiliates</a:t>
            </a:r>
          </a:p>
        </p:txBody>
      </p:sp>
      <p:sp>
        <p:nvSpPr>
          <p:cNvPr id="11" name="Slide Number Placeholder 5">
            <a:extLst>
              <a:ext uri="{FF2B5EF4-FFF2-40B4-BE49-F238E27FC236}">
                <a16:creationId xmlns:a16="http://schemas.microsoft.com/office/drawing/2014/main" id="{63B2F306-E9ED-CDDD-1C32-49FBE58EC701}"/>
              </a:ext>
            </a:extLst>
          </p:cNvPr>
          <p:cNvSpPr>
            <a:spLocks noGrp="1"/>
          </p:cNvSpPr>
          <p:nvPr>
            <p:ph type="sldNum" sz="quarter" idx="4"/>
          </p:nvPr>
        </p:nvSpPr>
        <p:spPr>
          <a:xfrm>
            <a:off x="449152" y="12985749"/>
            <a:ext cx="871646" cy="730250"/>
          </a:xfrm>
          <a:prstGeom prst="rect">
            <a:avLst/>
          </a:prstGeom>
        </p:spPr>
        <p:txBody>
          <a:bodyPr vert="horz" lIns="91440" tIns="45720" rIns="91440" bIns="45720" rtlCol="0" anchor="ctr"/>
          <a:lstStyle>
            <a:lvl1pPr algn="l">
              <a:defRPr sz="1600">
                <a:solidFill>
                  <a:schemeClr val="bg2"/>
                </a:solidFill>
                <a:latin typeface="Oracle Sans" panose="020B0503020204020204" pitchFamily="34" charset="0"/>
                <a:cs typeface="Oracle Sans" panose="020B0503020204020204" pitchFamily="34" charset="0"/>
              </a:defRPr>
            </a:lvl1pPr>
          </a:lstStyle>
          <a:p>
            <a:fld id="{CFF4B978-1D82-7745-80C5-DBABA6B131D3}" type="slidenum">
              <a:rPr lang="en-US" smtClean="0"/>
              <a:pPr/>
              <a:t>‹#›</a:t>
            </a:fld>
            <a:endParaRPr lang="en-US"/>
          </a:p>
        </p:txBody>
      </p:sp>
      <p:pic>
        <p:nvPicPr>
          <p:cNvPr id="12" name="Picture 11">
            <a:extLst>
              <a:ext uri="{FF2B5EF4-FFF2-40B4-BE49-F238E27FC236}">
                <a16:creationId xmlns:a16="http://schemas.microsoft.com/office/drawing/2014/main" id="{27D98D56-108B-DA0D-4E12-122677F9965F}"/>
              </a:ext>
            </a:extLst>
          </p:cNvPr>
          <p:cNvPicPr>
            <a:picLocks noChangeAspect="1"/>
          </p:cNvPicPr>
          <p:nvPr userDrawn="1"/>
        </p:nvPicPr>
        <p:blipFill>
          <a:blip r:embed="rId3">
            <a:alphaModFix/>
          </a:blip>
          <a:stretch>
            <a:fillRect/>
          </a:stretch>
        </p:blipFill>
        <p:spPr>
          <a:xfrm>
            <a:off x="22762011" y="12898102"/>
            <a:ext cx="817080" cy="827423"/>
          </a:xfrm>
          <a:prstGeom prst="rect">
            <a:avLst/>
          </a:prstGeom>
        </p:spPr>
      </p:pic>
    </p:spTree>
    <p:extLst>
      <p:ext uri="{BB962C8B-B14F-4D97-AF65-F5344CB8AC3E}">
        <p14:creationId xmlns:p14="http://schemas.microsoft.com/office/powerpoint/2010/main" val="3019980408"/>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p:cSld name="4_Table Dark Ocean">
    <p:bg>
      <p:bgPr>
        <a:solidFill>
          <a:srgbClr val="00758F"/>
        </a:solidFill>
        <a:effectLst/>
      </p:bgPr>
    </p:bg>
    <p:spTree>
      <p:nvGrpSpPr>
        <p:cNvPr id="1" name=""/>
        <p:cNvGrpSpPr/>
        <p:nvPr/>
      </p:nvGrpSpPr>
      <p:grpSpPr>
        <a:xfrm>
          <a:off x="0" y="0"/>
          <a:ext cx="0" cy="0"/>
          <a:chOff x="0" y="0"/>
          <a:chExt cx="0" cy="0"/>
        </a:xfrm>
      </p:grpSpPr>
      <p:pic>
        <p:nvPicPr>
          <p:cNvPr id="3" name="Picture 2" descr="Background pattern&#10;&#10;Description automatically generated">
            <a:extLst>
              <a:ext uri="{FF2B5EF4-FFF2-40B4-BE49-F238E27FC236}">
                <a16:creationId xmlns:a16="http://schemas.microsoft.com/office/drawing/2014/main" id="{7F4F03BA-D682-BD85-153D-B0E0AD1E655E}"/>
              </a:ext>
            </a:extLst>
          </p:cNvPr>
          <p:cNvPicPr>
            <a:picLocks noChangeAspect="1"/>
          </p:cNvPicPr>
          <p:nvPr userDrawn="1"/>
        </p:nvPicPr>
        <p:blipFill>
          <a:blip r:embed="rId2"/>
          <a:stretch>
            <a:fillRect/>
          </a:stretch>
        </p:blipFill>
        <p:spPr>
          <a:xfrm>
            <a:off x="0" y="0"/>
            <a:ext cx="24384000" cy="13716000"/>
          </a:xfrm>
          <a:prstGeom prst="rect">
            <a:avLst/>
          </a:prstGeom>
        </p:spPr>
      </p:pic>
      <p:sp>
        <p:nvSpPr>
          <p:cNvPr id="4" name="Text Placeholder 4">
            <a:extLst>
              <a:ext uri="{FF2B5EF4-FFF2-40B4-BE49-F238E27FC236}">
                <a16:creationId xmlns:a16="http://schemas.microsoft.com/office/drawing/2014/main" id="{FB9A919B-C714-576F-E916-5285CC8ECFC1}"/>
              </a:ext>
            </a:extLst>
          </p:cNvPr>
          <p:cNvSpPr>
            <a:spLocks noGrp="1"/>
          </p:cNvSpPr>
          <p:nvPr>
            <p:ph type="body" sz="quarter" idx="29" hasCustomPrompt="1"/>
          </p:nvPr>
        </p:nvSpPr>
        <p:spPr>
          <a:xfrm>
            <a:off x="1379697" y="9406170"/>
            <a:ext cx="5262921" cy="1665285"/>
          </a:xfrm>
          <a:prstGeom prst="rect">
            <a:avLst/>
          </a:prstGeom>
        </p:spPr>
        <p:txBody>
          <a:bodyPr/>
          <a:lstStyle>
            <a:lvl1pPr>
              <a:defRPr lang="en-US" sz="2400" b="0" i="0" kern="1200" dirty="0">
                <a:solidFill>
                  <a:srgbClr val="8EE1F0"/>
                </a:solidFill>
                <a:latin typeface="Oracle Sans Light" panose="020B0403020204020204" pitchFamily="34" charset="0"/>
                <a:ea typeface="+mn-ea"/>
                <a:cs typeface="Oracle Sans Light" panose="020B0403020204020204" pitchFamily="34" charset="0"/>
              </a:defRPr>
            </a:lvl1pPr>
          </a:lstStyle>
          <a:p>
            <a:pPr marL="0" lvl="0" indent="0" algn="l" defTabSz="1828709" rtl="0" eaLnBrk="1" latinLnBrk="0" hangingPunct="1">
              <a:lnSpc>
                <a:spcPct val="100000"/>
              </a:lnSpc>
              <a:spcBef>
                <a:spcPts val="0"/>
              </a:spcBef>
              <a:spcAft>
                <a:spcPts val="600"/>
              </a:spcAft>
              <a:buFont typeface="Arial" panose="020B0604020202020204" pitchFamily="34" charset="0"/>
              <a:buNone/>
            </a:pPr>
            <a:r>
              <a:rPr lang="en-US" dirty="0"/>
              <a:t>Title of person</a:t>
            </a:r>
          </a:p>
          <a:p>
            <a:pPr marL="0" lvl="0" indent="0" algn="l" defTabSz="1828709" rtl="0" eaLnBrk="1" latinLnBrk="0" hangingPunct="1">
              <a:lnSpc>
                <a:spcPct val="100000"/>
              </a:lnSpc>
              <a:spcBef>
                <a:spcPts val="0"/>
              </a:spcBef>
              <a:spcAft>
                <a:spcPts val="600"/>
              </a:spcAft>
              <a:buFont typeface="Arial" panose="020B0604020202020204" pitchFamily="34" charset="0"/>
              <a:buNone/>
            </a:pPr>
            <a:r>
              <a:rPr lang="en-US" dirty="0"/>
              <a:t>Company name</a:t>
            </a:r>
          </a:p>
        </p:txBody>
      </p:sp>
      <p:sp>
        <p:nvSpPr>
          <p:cNvPr id="6" name="Text Placeholder 4">
            <a:extLst>
              <a:ext uri="{FF2B5EF4-FFF2-40B4-BE49-F238E27FC236}">
                <a16:creationId xmlns:a16="http://schemas.microsoft.com/office/drawing/2014/main" id="{393BACFA-1F90-E0FC-BFA1-A2AF695102DE}"/>
              </a:ext>
            </a:extLst>
          </p:cNvPr>
          <p:cNvSpPr>
            <a:spLocks noGrp="1"/>
          </p:cNvSpPr>
          <p:nvPr>
            <p:ph type="body" sz="quarter" idx="31" hasCustomPrompt="1"/>
          </p:nvPr>
        </p:nvSpPr>
        <p:spPr>
          <a:xfrm>
            <a:off x="6768994" y="9406170"/>
            <a:ext cx="5262921" cy="1665285"/>
          </a:xfrm>
          <a:prstGeom prst="rect">
            <a:avLst/>
          </a:prstGeom>
        </p:spPr>
        <p:txBody>
          <a:bodyPr/>
          <a:lstStyle>
            <a:lvl1pPr>
              <a:defRPr lang="en-US" sz="2400" b="0" i="0" kern="1200" dirty="0">
                <a:solidFill>
                  <a:srgbClr val="8EE1F0"/>
                </a:solidFill>
                <a:latin typeface="Oracle Sans Light" panose="020B0403020204020204" pitchFamily="34" charset="0"/>
                <a:ea typeface="+mn-ea"/>
                <a:cs typeface="Oracle Sans Light" panose="020B0403020204020204" pitchFamily="34" charset="0"/>
              </a:defRPr>
            </a:lvl1pPr>
          </a:lstStyle>
          <a:p>
            <a:pPr marL="0" lvl="0" indent="0" algn="l" defTabSz="1828709" rtl="0" eaLnBrk="1" latinLnBrk="0" hangingPunct="1">
              <a:lnSpc>
                <a:spcPct val="100000"/>
              </a:lnSpc>
              <a:spcBef>
                <a:spcPts val="0"/>
              </a:spcBef>
              <a:spcAft>
                <a:spcPts val="600"/>
              </a:spcAft>
              <a:buFont typeface="Arial" panose="020B0604020202020204" pitchFamily="34" charset="0"/>
              <a:buNone/>
            </a:pPr>
            <a:r>
              <a:rPr lang="en-US" dirty="0"/>
              <a:t>Title of person</a:t>
            </a:r>
          </a:p>
          <a:p>
            <a:pPr marL="0" lvl="0" indent="0" algn="l" defTabSz="1828709" rtl="0" eaLnBrk="1" latinLnBrk="0" hangingPunct="1">
              <a:lnSpc>
                <a:spcPct val="100000"/>
              </a:lnSpc>
              <a:spcBef>
                <a:spcPts val="0"/>
              </a:spcBef>
              <a:spcAft>
                <a:spcPts val="600"/>
              </a:spcAft>
              <a:buFont typeface="Arial" panose="020B0604020202020204" pitchFamily="34" charset="0"/>
              <a:buNone/>
            </a:pPr>
            <a:r>
              <a:rPr lang="en-US" dirty="0"/>
              <a:t>Company name</a:t>
            </a:r>
          </a:p>
        </p:txBody>
      </p:sp>
      <p:sp>
        <p:nvSpPr>
          <p:cNvPr id="7" name="Text Placeholder 2">
            <a:extLst>
              <a:ext uri="{FF2B5EF4-FFF2-40B4-BE49-F238E27FC236}">
                <a16:creationId xmlns:a16="http://schemas.microsoft.com/office/drawing/2014/main" id="{D503DC03-DDFE-4CB2-771D-4FDEA8D35251}"/>
              </a:ext>
            </a:extLst>
          </p:cNvPr>
          <p:cNvSpPr>
            <a:spLocks noGrp="1"/>
          </p:cNvSpPr>
          <p:nvPr>
            <p:ph type="body" sz="quarter" idx="32" hasCustomPrompt="1"/>
          </p:nvPr>
        </p:nvSpPr>
        <p:spPr>
          <a:xfrm>
            <a:off x="6768995" y="7455184"/>
            <a:ext cx="5262920" cy="1665284"/>
          </a:xfrm>
          <a:prstGeom prst="rect">
            <a:avLst/>
          </a:prstGeom>
        </p:spPr>
        <p:txBody>
          <a:bodyPr anchor="b"/>
          <a:lstStyle>
            <a:lvl1pPr>
              <a:defRPr lang="en-US" sz="4000" b="0" i="0" kern="1200" dirty="0">
                <a:solidFill>
                  <a:schemeClr val="bg1"/>
                </a:solidFill>
                <a:latin typeface="Oracle Sans" panose="020B0503020204020204" pitchFamily="34" charset="0"/>
                <a:ea typeface="+mn-ea"/>
                <a:cs typeface="Oracle Sans" panose="020B0503020204020204" pitchFamily="34" charset="0"/>
              </a:defRPr>
            </a:lvl1pPr>
          </a:lstStyle>
          <a:p>
            <a:pPr marL="0" lvl="0" indent="0" algn="l" defTabSz="1828709" rtl="0" eaLnBrk="1" latinLnBrk="0" hangingPunct="1">
              <a:lnSpc>
                <a:spcPct val="100000"/>
              </a:lnSpc>
              <a:spcBef>
                <a:spcPts val="0"/>
              </a:spcBef>
              <a:buFont typeface="Arial" panose="020B0604020202020204" pitchFamily="34" charset="0"/>
              <a:buNone/>
            </a:pPr>
            <a:r>
              <a:rPr lang="en-US" dirty="0" err="1"/>
              <a:t>Firstname</a:t>
            </a:r>
            <a:r>
              <a:rPr lang="en-US" dirty="0"/>
              <a:t> </a:t>
            </a:r>
          </a:p>
          <a:p>
            <a:pPr marL="0" lvl="0" indent="0" algn="l" defTabSz="1828709" rtl="0" eaLnBrk="1" latinLnBrk="0" hangingPunct="1">
              <a:lnSpc>
                <a:spcPct val="100000"/>
              </a:lnSpc>
              <a:spcBef>
                <a:spcPts val="0"/>
              </a:spcBef>
              <a:buFont typeface="Arial" panose="020B0604020202020204" pitchFamily="34" charset="0"/>
              <a:buNone/>
            </a:pPr>
            <a:r>
              <a:rPr lang="en-US" dirty="0" err="1"/>
              <a:t>Lastname</a:t>
            </a:r>
            <a:endParaRPr lang="en-US" dirty="0"/>
          </a:p>
        </p:txBody>
      </p:sp>
      <p:sp>
        <p:nvSpPr>
          <p:cNvPr id="12" name="Text Placeholder 4">
            <a:extLst>
              <a:ext uri="{FF2B5EF4-FFF2-40B4-BE49-F238E27FC236}">
                <a16:creationId xmlns:a16="http://schemas.microsoft.com/office/drawing/2014/main" id="{C2D134BF-61F6-D352-ADC5-FCB13E296DAC}"/>
              </a:ext>
            </a:extLst>
          </p:cNvPr>
          <p:cNvSpPr>
            <a:spLocks noGrp="1"/>
          </p:cNvSpPr>
          <p:nvPr>
            <p:ph type="body" sz="quarter" idx="33" hasCustomPrompt="1"/>
          </p:nvPr>
        </p:nvSpPr>
        <p:spPr>
          <a:xfrm>
            <a:off x="12209826" y="9406170"/>
            <a:ext cx="5262921" cy="1665285"/>
          </a:xfrm>
          <a:prstGeom prst="rect">
            <a:avLst/>
          </a:prstGeom>
        </p:spPr>
        <p:txBody>
          <a:bodyPr/>
          <a:lstStyle>
            <a:lvl1pPr>
              <a:defRPr lang="en-US" sz="2400" b="0" i="0" kern="1200" dirty="0">
                <a:solidFill>
                  <a:srgbClr val="8EE1F0"/>
                </a:solidFill>
                <a:latin typeface="Oracle Sans Light" panose="020B0403020204020204" pitchFamily="34" charset="0"/>
                <a:ea typeface="+mn-ea"/>
                <a:cs typeface="Oracle Sans Light" panose="020B0403020204020204" pitchFamily="34" charset="0"/>
              </a:defRPr>
            </a:lvl1pPr>
          </a:lstStyle>
          <a:p>
            <a:pPr marL="0" lvl="0" indent="0" algn="l" defTabSz="1828709" rtl="0" eaLnBrk="1" latinLnBrk="0" hangingPunct="1">
              <a:lnSpc>
                <a:spcPct val="100000"/>
              </a:lnSpc>
              <a:spcBef>
                <a:spcPts val="0"/>
              </a:spcBef>
              <a:spcAft>
                <a:spcPts val="600"/>
              </a:spcAft>
              <a:buFont typeface="Arial" panose="020B0604020202020204" pitchFamily="34" charset="0"/>
              <a:buNone/>
            </a:pPr>
            <a:r>
              <a:rPr lang="en-US" dirty="0"/>
              <a:t>Title of person</a:t>
            </a:r>
          </a:p>
          <a:p>
            <a:pPr marL="0" lvl="0" indent="0" algn="l" defTabSz="1828709" rtl="0" eaLnBrk="1" latinLnBrk="0" hangingPunct="1">
              <a:lnSpc>
                <a:spcPct val="100000"/>
              </a:lnSpc>
              <a:spcBef>
                <a:spcPts val="0"/>
              </a:spcBef>
              <a:spcAft>
                <a:spcPts val="600"/>
              </a:spcAft>
              <a:buFont typeface="Arial" panose="020B0604020202020204" pitchFamily="34" charset="0"/>
              <a:buNone/>
            </a:pPr>
            <a:r>
              <a:rPr lang="en-US" dirty="0"/>
              <a:t>Company name</a:t>
            </a:r>
          </a:p>
        </p:txBody>
      </p:sp>
      <p:sp>
        <p:nvSpPr>
          <p:cNvPr id="14" name="Text Placeholder 4">
            <a:extLst>
              <a:ext uri="{FF2B5EF4-FFF2-40B4-BE49-F238E27FC236}">
                <a16:creationId xmlns:a16="http://schemas.microsoft.com/office/drawing/2014/main" id="{CA184576-F106-B860-28D1-30A930787864}"/>
              </a:ext>
            </a:extLst>
          </p:cNvPr>
          <p:cNvSpPr>
            <a:spLocks noGrp="1"/>
          </p:cNvSpPr>
          <p:nvPr>
            <p:ph type="body" sz="quarter" idx="35" hasCustomPrompt="1"/>
          </p:nvPr>
        </p:nvSpPr>
        <p:spPr>
          <a:xfrm>
            <a:off x="17622631" y="9406170"/>
            <a:ext cx="5262921" cy="1665285"/>
          </a:xfrm>
          <a:prstGeom prst="rect">
            <a:avLst/>
          </a:prstGeom>
        </p:spPr>
        <p:txBody>
          <a:bodyPr/>
          <a:lstStyle>
            <a:lvl1pPr>
              <a:defRPr lang="en-US" sz="2400" b="0" i="0" kern="1200" dirty="0">
                <a:solidFill>
                  <a:srgbClr val="8EE1F0"/>
                </a:solidFill>
                <a:latin typeface="Oracle Sans Light" panose="020B0403020204020204" pitchFamily="34" charset="0"/>
                <a:ea typeface="+mn-ea"/>
                <a:cs typeface="Oracle Sans Light" panose="020B0403020204020204" pitchFamily="34" charset="0"/>
              </a:defRPr>
            </a:lvl1pPr>
          </a:lstStyle>
          <a:p>
            <a:pPr marL="0" lvl="0" indent="0" algn="l" defTabSz="1828709" rtl="0" eaLnBrk="1" latinLnBrk="0" hangingPunct="1">
              <a:lnSpc>
                <a:spcPct val="100000"/>
              </a:lnSpc>
              <a:spcBef>
                <a:spcPts val="0"/>
              </a:spcBef>
              <a:spcAft>
                <a:spcPts val="600"/>
              </a:spcAft>
              <a:buFont typeface="Arial" panose="020B0604020202020204" pitchFamily="34" charset="0"/>
              <a:buNone/>
            </a:pPr>
            <a:r>
              <a:rPr lang="en-US" dirty="0"/>
              <a:t>Title of person</a:t>
            </a:r>
          </a:p>
          <a:p>
            <a:pPr marL="0" lvl="0" indent="0" algn="l" defTabSz="1828709" rtl="0" eaLnBrk="1" latinLnBrk="0" hangingPunct="1">
              <a:lnSpc>
                <a:spcPct val="100000"/>
              </a:lnSpc>
              <a:spcBef>
                <a:spcPts val="0"/>
              </a:spcBef>
              <a:spcAft>
                <a:spcPts val="600"/>
              </a:spcAft>
              <a:buFont typeface="Arial" panose="020B0604020202020204" pitchFamily="34" charset="0"/>
              <a:buNone/>
            </a:pPr>
            <a:r>
              <a:rPr lang="en-US" dirty="0"/>
              <a:t>Company name</a:t>
            </a:r>
          </a:p>
        </p:txBody>
      </p:sp>
      <p:sp>
        <p:nvSpPr>
          <p:cNvPr id="21" name="Text Placeholder 2">
            <a:extLst>
              <a:ext uri="{FF2B5EF4-FFF2-40B4-BE49-F238E27FC236}">
                <a16:creationId xmlns:a16="http://schemas.microsoft.com/office/drawing/2014/main" id="{56394399-6E51-18C1-12F9-D5294290FF74}"/>
              </a:ext>
            </a:extLst>
          </p:cNvPr>
          <p:cNvSpPr>
            <a:spLocks noGrp="1"/>
          </p:cNvSpPr>
          <p:nvPr>
            <p:ph type="body" sz="quarter" idx="36" hasCustomPrompt="1"/>
          </p:nvPr>
        </p:nvSpPr>
        <p:spPr>
          <a:xfrm>
            <a:off x="17622632" y="7455184"/>
            <a:ext cx="5262920" cy="1665284"/>
          </a:xfrm>
          <a:prstGeom prst="rect">
            <a:avLst/>
          </a:prstGeom>
        </p:spPr>
        <p:txBody>
          <a:bodyPr anchor="b"/>
          <a:lstStyle>
            <a:lvl1pPr>
              <a:defRPr lang="en-US" sz="4000" b="0" i="0" kern="1200" dirty="0">
                <a:solidFill>
                  <a:schemeClr val="bg1"/>
                </a:solidFill>
                <a:latin typeface="Oracle Sans" panose="020B0503020204020204" pitchFamily="34" charset="0"/>
                <a:ea typeface="+mn-ea"/>
                <a:cs typeface="Oracle Sans" panose="020B0503020204020204" pitchFamily="34" charset="0"/>
              </a:defRPr>
            </a:lvl1pPr>
          </a:lstStyle>
          <a:p>
            <a:pPr marL="0" lvl="0" indent="0" algn="l" defTabSz="1828709" rtl="0" eaLnBrk="1" latinLnBrk="0" hangingPunct="1">
              <a:lnSpc>
                <a:spcPct val="100000"/>
              </a:lnSpc>
              <a:spcBef>
                <a:spcPts val="0"/>
              </a:spcBef>
              <a:buFont typeface="Arial" panose="020B0604020202020204" pitchFamily="34" charset="0"/>
              <a:buNone/>
            </a:pPr>
            <a:r>
              <a:rPr lang="en-US" dirty="0" err="1"/>
              <a:t>Firstname</a:t>
            </a:r>
            <a:r>
              <a:rPr lang="en-US" dirty="0"/>
              <a:t> </a:t>
            </a:r>
          </a:p>
          <a:p>
            <a:pPr marL="0" lvl="0" indent="0" algn="l" defTabSz="1828709" rtl="0" eaLnBrk="1" latinLnBrk="0" hangingPunct="1">
              <a:lnSpc>
                <a:spcPct val="100000"/>
              </a:lnSpc>
              <a:spcBef>
                <a:spcPts val="0"/>
              </a:spcBef>
              <a:buFont typeface="Arial" panose="020B0604020202020204" pitchFamily="34" charset="0"/>
              <a:buNone/>
            </a:pPr>
            <a:r>
              <a:rPr lang="en-US" dirty="0" err="1"/>
              <a:t>Lastname</a:t>
            </a:r>
            <a:endParaRPr lang="en-US" dirty="0"/>
          </a:p>
        </p:txBody>
      </p:sp>
      <p:sp>
        <p:nvSpPr>
          <p:cNvPr id="17" name="Picture Placeholder 3">
            <a:extLst>
              <a:ext uri="{FF2B5EF4-FFF2-40B4-BE49-F238E27FC236}">
                <a16:creationId xmlns:a16="http://schemas.microsoft.com/office/drawing/2014/main" id="{66B2EA7D-2F32-B9BC-7C0F-30B059923A6A}"/>
              </a:ext>
            </a:extLst>
          </p:cNvPr>
          <p:cNvSpPr>
            <a:spLocks noGrp="1" noChangeAspect="1"/>
          </p:cNvSpPr>
          <p:nvPr>
            <p:ph type="pic" sz="quarter" idx="17" hasCustomPrompt="1"/>
          </p:nvPr>
        </p:nvSpPr>
        <p:spPr>
          <a:xfrm>
            <a:off x="6801471" y="3340402"/>
            <a:ext cx="4115587" cy="4114783"/>
          </a:xfrm>
          <a:prstGeom prst="ellipse">
            <a:avLst/>
          </a:prstGeom>
        </p:spPr>
        <p:txBody>
          <a:bodyPr anchor="ctr"/>
          <a:lstStyle>
            <a:lvl1pPr marL="0" indent="0" algn="ctr">
              <a:buNone/>
              <a:defRPr>
                <a:solidFill>
                  <a:schemeClr val="accent3"/>
                </a:solidFill>
              </a:defRPr>
            </a:lvl1pPr>
          </a:lstStyle>
          <a:p>
            <a:r>
              <a:rPr lang="en-US"/>
              <a:t>Person</a:t>
            </a:r>
          </a:p>
        </p:txBody>
      </p:sp>
      <p:sp>
        <p:nvSpPr>
          <p:cNvPr id="18" name="Picture Placeholder 3">
            <a:extLst>
              <a:ext uri="{FF2B5EF4-FFF2-40B4-BE49-F238E27FC236}">
                <a16:creationId xmlns:a16="http://schemas.microsoft.com/office/drawing/2014/main" id="{4401EC2C-3EC7-BCE3-1E39-9B71B2A00D87}"/>
              </a:ext>
            </a:extLst>
          </p:cNvPr>
          <p:cNvSpPr>
            <a:spLocks noGrp="1" noChangeAspect="1"/>
          </p:cNvSpPr>
          <p:nvPr>
            <p:ph type="pic" sz="quarter" idx="18" hasCustomPrompt="1"/>
          </p:nvPr>
        </p:nvSpPr>
        <p:spPr>
          <a:xfrm>
            <a:off x="1393116" y="3340402"/>
            <a:ext cx="4115587" cy="4114783"/>
          </a:xfrm>
          <a:prstGeom prst="ellipse">
            <a:avLst/>
          </a:prstGeom>
        </p:spPr>
        <p:txBody>
          <a:bodyPr anchor="ctr"/>
          <a:lstStyle>
            <a:lvl1pPr marL="0" indent="0" algn="ctr">
              <a:buNone/>
              <a:defRPr>
                <a:solidFill>
                  <a:schemeClr val="accent3"/>
                </a:solidFill>
              </a:defRPr>
            </a:lvl1pPr>
          </a:lstStyle>
          <a:p>
            <a:r>
              <a:rPr lang="en-US"/>
              <a:t>Person</a:t>
            </a:r>
          </a:p>
        </p:txBody>
      </p:sp>
      <p:sp>
        <p:nvSpPr>
          <p:cNvPr id="32" name="Picture Placeholder 3">
            <a:extLst>
              <a:ext uri="{FF2B5EF4-FFF2-40B4-BE49-F238E27FC236}">
                <a16:creationId xmlns:a16="http://schemas.microsoft.com/office/drawing/2014/main" id="{47FCC024-2E41-FE40-E83B-691E9CBFE267}"/>
              </a:ext>
            </a:extLst>
          </p:cNvPr>
          <p:cNvSpPr>
            <a:spLocks noGrp="1" noChangeAspect="1"/>
          </p:cNvSpPr>
          <p:nvPr>
            <p:ph type="pic" sz="quarter" idx="23" hasCustomPrompt="1"/>
          </p:nvPr>
        </p:nvSpPr>
        <p:spPr>
          <a:xfrm>
            <a:off x="17618182" y="3340402"/>
            <a:ext cx="4115587" cy="4114783"/>
          </a:xfrm>
          <a:prstGeom prst="ellipse">
            <a:avLst/>
          </a:prstGeom>
        </p:spPr>
        <p:txBody>
          <a:bodyPr anchor="ctr"/>
          <a:lstStyle>
            <a:lvl1pPr marL="0" indent="0" algn="ctr">
              <a:buNone/>
              <a:defRPr>
                <a:solidFill>
                  <a:schemeClr val="accent3"/>
                </a:solidFill>
              </a:defRPr>
            </a:lvl1pPr>
          </a:lstStyle>
          <a:p>
            <a:r>
              <a:rPr lang="en-US"/>
              <a:t>Person</a:t>
            </a:r>
          </a:p>
        </p:txBody>
      </p:sp>
      <p:sp>
        <p:nvSpPr>
          <p:cNvPr id="33" name="Picture Placeholder 3">
            <a:extLst>
              <a:ext uri="{FF2B5EF4-FFF2-40B4-BE49-F238E27FC236}">
                <a16:creationId xmlns:a16="http://schemas.microsoft.com/office/drawing/2014/main" id="{627A7194-5D02-D39A-54B8-5411CA0022F4}"/>
              </a:ext>
            </a:extLst>
          </p:cNvPr>
          <p:cNvSpPr>
            <a:spLocks noGrp="1" noChangeAspect="1"/>
          </p:cNvSpPr>
          <p:nvPr>
            <p:ph type="pic" sz="quarter" idx="24" hasCustomPrompt="1"/>
          </p:nvPr>
        </p:nvSpPr>
        <p:spPr>
          <a:xfrm>
            <a:off x="12209826" y="3340402"/>
            <a:ext cx="4115587" cy="4114783"/>
          </a:xfrm>
          <a:prstGeom prst="ellipse">
            <a:avLst/>
          </a:prstGeom>
        </p:spPr>
        <p:txBody>
          <a:bodyPr anchor="ctr"/>
          <a:lstStyle>
            <a:lvl1pPr marL="0" indent="0" algn="ctr">
              <a:buNone/>
              <a:defRPr>
                <a:solidFill>
                  <a:schemeClr val="accent3"/>
                </a:solidFill>
              </a:defRPr>
            </a:lvl1pPr>
          </a:lstStyle>
          <a:p>
            <a:r>
              <a:rPr lang="en-US"/>
              <a:t>Person</a:t>
            </a:r>
          </a:p>
        </p:txBody>
      </p:sp>
      <p:sp>
        <p:nvSpPr>
          <p:cNvPr id="13" name="Text Placeholder 2">
            <a:extLst>
              <a:ext uri="{FF2B5EF4-FFF2-40B4-BE49-F238E27FC236}">
                <a16:creationId xmlns:a16="http://schemas.microsoft.com/office/drawing/2014/main" id="{CABFFFBA-AA51-785A-0D09-7764AE49E614}"/>
              </a:ext>
            </a:extLst>
          </p:cNvPr>
          <p:cNvSpPr>
            <a:spLocks noGrp="1"/>
          </p:cNvSpPr>
          <p:nvPr>
            <p:ph type="body" sz="quarter" idx="34" hasCustomPrompt="1"/>
          </p:nvPr>
        </p:nvSpPr>
        <p:spPr>
          <a:xfrm>
            <a:off x="12209826" y="7455184"/>
            <a:ext cx="5262920" cy="1665284"/>
          </a:xfrm>
          <a:prstGeom prst="rect">
            <a:avLst/>
          </a:prstGeom>
        </p:spPr>
        <p:txBody>
          <a:bodyPr anchor="b"/>
          <a:lstStyle>
            <a:lvl1pPr>
              <a:defRPr lang="en-US" sz="4000" b="0" i="0" kern="1200" dirty="0">
                <a:solidFill>
                  <a:schemeClr val="bg1"/>
                </a:solidFill>
                <a:latin typeface="Oracle Sans" panose="020B0503020204020204" pitchFamily="34" charset="0"/>
                <a:ea typeface="+mn-ea"/>
                <a:cs typeface="Oracle Sans" panose="020B0503020204020204" pitchFamily="34" charset="0"/>
              </a:defRPr>
            </a:lvl1pPr>
          </a:lstStyle>
          <a:p>
            <a:pPr marL="0" lvl="0" indent="0" algn="l" defTabSz="1828709" rtl="0" eaLnBrk="1" latinLnBrk="0" hangingPunct="1">
              <a:lnSpc>
                <a:spcPct val="100000"/>
              </a:lnSpc>
              <a:spcBef>
                <a:spcPts val="0"/>
              </a:spcBef>
              <a:buFont typeface="Arial" panose="020B0604020202020204" pitchFamily="34" charset="0"/>
              <a:buNone/>
            </a:pPr>
            <a:r>
              <a:rPr lang="en-US" dirty="0" err="1"/>
              <a:t>Firstname</a:t>
            </a:r>
            <a:r>
              <a:rPr lang="en-US" dirty="0"/>
              <a:t> </a:t>
            </a:r>
          </a:p>
          <a:p>
            <a:pPr marL="0" lvl="0" indent="0" algn="l" defTabSz="1828709" rtl="0" eaLnBrk="1" latinLnBrk="0" hangingPunct="1">
              <a:lnSpc>
                <a:spcPct val="100000"/>
              </a:lnSpc>
              <a:spcBef>
                <a:spcPts val="0"/>
              </a:spcBef>
              <a:buFont typeface="Arial" panose="020B0604020202020204" pitchFamily="34" charset="0"/>
              <a:buNone/>
            </a:pPr>
            <a:r>
              <a:rPr lang="en-US" dirty="0" err="1"/>
              <a:t>Lastname</a:t>
            </a:r>
            <a:endParaRPr lang="en-US" dirty="0"/>
          </a:p>
        </p:txBody>
      </p:sp>
      <p:sp>
        <p:nvSpPr>
          <p:cNvPr id="22" name="Text Placeholder 2">
            <a:extLst>
              <a:ext uri="{FF2B5EF4-FFF2-40B4-BE49-F238E27FC236}">
                <a16:creationId xmlns:a16="http://schemas.microsoft.com/office/drawing/2014/main" id="{A434CE7A-7751-F6F7-15E6-62D5EF55F377}"/>
              </a:ext>
            </a:extLst>
          </p:cNvPr>
          <p:cNvSpPr>
            <a:spLocks noGrp="1"/>
          </p:cNvSpPr>
          <p:nvPr>
            <p:ph type="body" sz="quarter" idx="37" hasCustomPrompt="1"/>
          </p:nvPr>
        </p:nvSpPr>
        <p:spPr>
          <a:xfrm>
            <a:off x="1393116" y="7455184"/>
            <a:ext cx="5262920" cy="1665284"/>
          </a:xfrm>
          <a:prstGeom prst="rect">
            <a:avLst/>
          </a:prstGeom>
        </p:spPr>
        <p:txBody>
          <a:bodyPr anchor="b"/>
          <a:lstStyle>
            <a:lvl1pPr>
              <a:defRPr lang="en-US" sz="4000" b="0" i="0" kern="1200" dirty="0">
                <a:solidFill>
                  <a:schemeClr val="bg1"/>
                </a:solidFill>
                <a:latin typeface="Oracle Sans" panose="020B0503020204020204" pitchFamily="34" charset="0"/>
                <a:ea typeface="+mn-ea"/>
                <a:cs typeface="Oracle Sans" panose="020B0503020204020204" pitchFamily="34" charset="0"/>
              </a:defRPr>
            </a:lvl1pPr>
          </a:lstStyle>
          <a:p>
            <a:pPr marL="0" lvl="0" indent="0" algn="l" defTabSz="1828709" rtl="0" eaLnBrk="1" latinLnBrk="0" hangingPunct="1">
              <a:lnSpc>
                <a:spcPct val="100000"/>
              </a:lnSpc>
              <a:spcBef>
                <a:spcPts val="0"/>
              </a:spcBef>
              <a:buFont typeface="Arial" panose="020B0604020202020204" pitchFamily="34" charset="0"/>
              <a:buNone/>
            </a:pPr>
            <a:r>
              <a:rPr lang="en-US" dirty="0" err="1"/>
              <a:t>Firstname</a:t>
            </a:r>
            <a:r>
              <a:rPr lang="en-US" dirty="0"/>
              <a:t> </a:t>
            </a:r>
          </a:p>
          <a:p>
            <a:pPr marL="0" lvl="0" indent="0" algn="l" defTabSz="1828709" rtl="0" eaLnBrk="1" latinLnBrk="0" hangingPunct="1">
              <a:lnSpc>
                <a:spcPct val="100000"/>
              </a:lnSpc>
              <a:spcBef>
                <a:spcPts val="0"/>
              </a:spcBef>
              <a:buFont typeface="Arial" panose="020B0604020202020204" pitchFamily="34" charset="0"/>
              <a:buNone/>
            </a:pPr>
            <a:r>
              <a:rPr lang="en-US" dirty="0" err="1"/>
              <a:t>Lastname</a:t>
            </a:r>
            <a:endParaRPr lang="en-US" dirty="0"/>
          </a:p>
        </p:txBody>
      </p:sp>
      <p:sp>
        <p:nvSpPr>
          <p:cNvPr id="2" name="Title 1">
            <a:extLst>
              <a:ext uri="{FF2B5EF4-FFF2-40B4-BE49-F238E27FC236}">
                <a16:creationId xmlns:a16="http://schemas.microsoft.com/office/drawing/2014/main" id="{B1D17D36-7E6C-261F-9EF8-68F94C9F2AE4}"/>
              </a:ext>
            </a:extLst>
          </p:cNvPr>
          <p:cNvSpPr>
            <a:spLocks noGrp="1"/>
          </p:cNvSpPr>
          <p:nvPr>
            <p:ph type="title"/>
          </p:nvPr>
        </p:nvSpPr>
        <p:spPr>
          <a:xfrm>
            <a:off x="1386010" y="672354"/>
            <a:ext cx="22189047" cy="1880607"/>
          </a:xfrm>
          <a:prstGeom prst="rect">
            <a:avLst/>
          </a:prstGeom>
        </p:spPr>
        <p:txBody>
          <a:bodyPr anchor="b">
            <a:noAutofit/>
          </a:bodyPr>
          <a:lstStyle>
            <a:lvl1pPr>
              <a:lnSpc>
                <a:spcPct val="100000"/>
              </a:lnSpc>
              <a:defRPr sz="6600"/>
            </a:lvl1pPr>
          </a:lstStyle>
          <a:p>
            <a:r>
              <a:rPr lang="en-GB"/>
              <a:t>Click to edit Master title style</a:t>
            </a:r>
            <a:endParaRPr lang="en-US" dirty="0"/>
          </a:p>
        </p:txBody>
      </p:sp>
      <p:sp>
        <p:nvSpPr>
          <p:cNvPr id="5" name="Footer Placeholder 3">
            <a:extLst>
              <a:ext uri="{FF2B5EF4-FFF2-40B4-BE49-F238E27FC236}">
                <a16:creationId xmlns:a16="http://schemas.microsoft.com/office/drawing/2014/main" id="{F6095ADA-9895-0E7F-6AA2-89BDCDC32B03}"/>
              </a:ext>
            </a:extLst>
          </p:cNvPr>
          <p:cNvSpPr>
            <a:spLocks noGrp="1"/>
          </p:cNvSpPr>
          <p:nvPr>
            <p:ph type="ftr" sz="quarter" idx="3"/>
          </p:nvPr>
        </p:nvSpPr>
        <p:spPr>
          <a:xfrm>
            <a:off x="1411345" y="12985749"/>
            <a:ext cx="10052413" cy="730250"/>
          </a:xfrm>
          <a:prstGeom prst="rect">
            <a:avLst/>
          </a:prstGeom>
        </p:spPr>
        <p:txBody>
          <a:bodyPr vert="horz" lIns="91440" tIns="45720" rIns="91440" bIns="45720" rtlCol="0" anchor="ctr"/>
          <a:lstStyle>
            <a:lvl1pPr algn="l">
              <a:defRPr sz="1400" b="0" i="0">
                <a:solidFill>
                  <a:schemeClr val="bg2"/>
                </a:solidFill>
                <a:latin typeface="Oracle Sans Light" panose="020B0403020204020204" pitchFamily="34" charset="0"/>
                <a:cs typeface="Oracle Sans Light" panose="020B0403020204020204" pitchFamily="34" charset="0"/>
              </a:defRPr>
            </a:lvl1p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CA" sz="1400" b="0" i="0" u="none" strike="noStrike" kern="1200" cap="none" spc="0" normalizeH="0" baseline="0" noProof="0" dirty="0">
                <a:ln>
                  <a:noFill/>
                </a:ln>
                <a:solidFill>
                  <a:schemeClr val="bg2"/>
                </a:solidFill>
                <a:effectLst/>
                <a:uLnTx/>
                <a:uFillTx/>
                <a:latin typeface="Oracle Sans Light" panose="020B0403020204020204" pitchFamily="34" charset="0"/>
                <a:ea typeface="+mn-ea"/>
                <a:cs typeface="Oracle Sans Light" panose="020B0403020204020204" pitchFamily="34" charset="0"/>
              </a:rPr>
              <a:t>Java Day Copyright © 2024, Oracle and/or its affiliates</a:t>
            </a:r>
          </a:p>
        </p:txBody>
      </p:sp>
      <p:sp>
        <p:nvSpPr>
          <p:cNvPr id="8" name="Slide Number Placeholder 5">
            <a:extLst>
              <a:ext uri="{FF2B5EF4-FFF2-40B4-BE49-F238E27FC236}">
                <a16:creationId xmlns:a16="http://schemas.microsoft.com/office/drawing/2014/main" id="{92492A54-0F01-634D-5673-C38BD8CB75F4}"/>
              </a:ext>
            </a:extLst>
          </p:cNvPr>
          <p:cNvSpPr>
            <a:spLocks noGrp="1"/>
          </p:cNvSpPr>
          <p:nvPr>
            <p:ph type="sldNum" sz="quarter" idx="4"/>
          </p:nvPr>
        </p:nvSpPr>
        <p:spPr>
          <a:xfrm>
            <a:off x="449152" y="12985749"/>
            <a:ext cx="871646" cy="730250"/>
          </a:xfrm>
          <a:prstGeom prst="rect">
            <a:avLst/>
          </a:prstGeom>
        </p:spPr>
        <p:txBody>
          <a:bodyPr vert="horz" lIns="91440" tIns="45720" rIns="91440" bIns="45720" rtlCol="0" anchor="ctr"/>
          <a:lstStyle>
            <a:lvl1pPr algn="l">
              <a:defRPr sz="1600">
                <a:solidFill>
                  <a:schemeClr val="bg2"/>
                </a:solidFill>
                <a:latin typeface="Oracle Sans" panose="020B0503020204020204" pitchFamily="34" charset="0"/>
                <a:cs typeface="Oracle Sans" panose="020B0503020204020204" pitchFamily="34" charset="0"/>
              </a:defRPr>
            </a:lvl1pPr>
          </a:lstStyle>
          <a:p>
            <a:fld id="{CFF4B978-1D82-7745-80C5-DBABA6B131D3}" type="slidenum">
              <a:rPr lang="en-US" smtClean="0"/>
              <a:pPr/>
              <a:t>‹#›</a:t>
            </a:fld>
            <a:endParaRPr lang="en-US"/>
          </a:p>
        </p:txBody>
      </p:sp>
      <p:pic>
        <p:nvPicPr>
          <p:cNvPr id="9" name="Picture 8">
            <a:extLst>
              <a:ext uri="{FF2B5EF4-FFF2-40B4-BE49-F238E27FC236}">
                <a16:creationId xmlns:a16="http://schemas.microsoft.com/office/drawing/2014/main" id="{1D7616A7-0641-DC61-FA3E-45E46A43F452}"/>
              </a:ext>
            </a:extLst>
          </p:cNvPr>
          <p:cNvPicPr>
            <a:picLocks noChangeAspect="1"/>
          </p:cNvPicPr>
          <p:nvPr userDrawn="1"/>
        </p:nvPicPr>
        <p:blipFill>
          <a:blip r:embed="rId3">
            <a:alphaModFix/>
          </a:blip>
          <a:stretch>
            <a:fillRect/>
          </a:stretch>
        </p:blipFill>
        <p:spPr>
          <a:xfrm>
            <a:off x="22762011" y="12898102"/>
            <a:ext cx="817080" cy="827423"/>
          </a:xfrm>
          <a:prstGeom prst="rect">
            <a:avLst/>
          </a:prstGeom>
        </p:spPr>
      </p:pic>
    </p:spTree>
    <p:extLst>
      <p:ext uri="{BB962C8B-B14F-4D97-AF65-F5344CB8AC3E}">
        <p14:creationId xmlns:p14="http://schemas.microsoft.com/office/powerpoint/2010/main" val="3247647979"/>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p:cSld name="1_Timeline">
    <p:bg>
      <p:bgPr>
        <a:solidFill>
          <a:srgbClr val="00758F"/>
        </a:solidFill>
        <a:effectLst/>
      </p:bgPr>
    </p:bg>
    <p:spTree>
      <p:nvGrpSpPr>
        <p:cNvPr id="1" name=""/>
        <p:cNvGrpSpPr/>
        <p:nvPr/>
      </p:nvGrpSpPr>
      <p:grpSpPr>
        <a:xfrm>
          <a:off x="0" y="0"/>
          <a:ext cx="0" cy="0"/>
          <a:chOff x="0" y="0"/>
          <a:chExt cx="0" cy="0"/>
        </a:xfrm>
      </p:grpSpPr>
      <p:pic>
        <p:nvPicPr>
          <p:cNvPr id="2" name="Picture 1" descr="Background pattern&#10;&#10;Description automatically generated">
            <a:extLst>
              <a:ext uri="{FF2B5EF4-FFF2-40B4-BE49-F238E27FC236}">
                <a16:creationId xmlns:a16="http://schemas.microsoft.com/office/drawing/2014/main" id="{042B1015-C837-398D-BAE3-3BDB699C2452}"/>
              </a:ext>
            </a:extLst>
          </p:cNvPr>
          <p:cNvPicPr>
            <a:picLocks noChangeAspect="1"/>
          </p:cNvPicPr>
          <p:nvPr userDrawn="1"/>
        </p:nvPicPr>
        <p:blipFill>
          <a:blip r:embed="rId2"/>
          <a:stretch>
            <a:fillRect/>
          </a:stretch>
        </p:blipFill>
        <p:spPr>
          <a:xfrm>
            <a:off x="0" y="0"/>
            <a:ext cx="24384000" cy="13716000"/>
          </a:xfrm>
          <a:prstGeom prst="rect">
            <a:avLst/>
          </a:prstGeom>
        </p:spPr>
      </p:pic>
      <p:pic>
        <p:nvPicPr>
          <p:cNvPr id="13" name="Timeline">
            <a:extLst>
              <a:ext uri="{FF2B5EF4-FFF2-40B4-BE49-F238E27FC236}">
                <a16:creationId xmlns:a16="http://schemas.microsoft.com/office/drawing/2014/main" id="{E022D1B9-5F9B-004A-96F4-938F73F66DDE}"/>
              </a:ext>
            </a:extLst>
          </p:cNvPr>
          <p:cNvPicPr>
            <a:picLocks noChangeAspect="1"/>
          </p:cNvPicPr>
          <p:nvPr/>
        </p:nvPicPr>
        <p:blipFill>
          <a:blip r:embed="rId3">
            <a:alphaModFix amt="27000"/>
          </a:blip>
          <a:stretch>
            <a:fillRect/>
          </a:stretch>
        </p:blipFill>
        <p:spPr>
          <a:xfrm>
            <a:off x="1" y="6460152"/>
            <a:ext cx="24387175" cy="2590631"/>
          </a:xfrm>
          <a:prstGeom prst="rect">
            <a:avLst/>
          </a:prstGeom>
        </p:spPr>
      </p:pic>
      <p:sp>
        <p:nvSpPr>
          <p:cNvPr id="14" name="Text Placeholder 8">
            <a:extLst>
              <a:ext uri="{FF2B5EF4-FFF2-40B4-BE49-F238E27FC236}">
                <a16:creationId xmlns:a16="http://schemas.microsoft.com/office/drawing/2014/main" id="{D0C82D76-E846-49A2-A1D2-FE7946E9A008}"/>
              </a:ext>
            </a:extLst>
          </p:cNvPr>
          <p:cNvSpPr>
            <a:spLocks noGrp="1"/>
          </p:cNvSpPr>
          <p:nvPr>
            <p:ph type="body" sz="quarter" idx="26"/>
          </p:nvPr>
        </p:nvSpPr>
        <p:spPr>
          <a:xfrm>
            <a:off x="1442399" y="3202681"/>
            <a:ext cx="4646460" cy="4374090"/>
          </a:xfrm>
          <a:noFill/>
        </p:spPr>
        <p:txBody>
          <a:bodyPr>
            <a:noAutofit/>
          </a:bodyPr>
          <a:lstStyle>
            <a:lvl1pPr marL="0" indent="0">
              <a:lnSpc>
                <a:spcPct val="100000"/>
              </a:lnSpc>
              <a:spcBef>
                <a:spcPts val="600"/>
              </a:spcBef>
              <a:buNone/>
              <a:defRPr lang="en-US" sz="3600" b="0" i="0" kern="1200" dirty="0">
                <a:solidFill>
                  <a:schemeClr val="bg1"/>
                </a:solidFill>
                <a:latin typeface="Oracle Sans Light" panose="020B0403020204020204" pitchFamily="34" charset="0"/>
                <a:ea typeface="+mn-ea"/>
                <a:cs typeface="Oracle Sans Light" panose="020B0403020204020204" pitchFamily="34" charset="0"/>
              </a:defRPr>
            </a:lvl1pPr>
            <a:lvl2pPr marL="239713" indent="0">
              <a:lnSpc>
                <a:spcPct val="120000"/>
              </a:lnSpc>
              <a:spcBef>
                <a:spcPts val="600"/>
              </a:spcBef>
              <a:buNone/>
              <a:tabLst/>
              <a:defRPr sz="1800" b="0" i="0">
                <a:solidFill>
                  <a:schemeClr val="bg1"/>
                </a:solidFill>
                <a:latin typeface="Oracle Sans Light" panose="020B0403020204020204" pitchFamily="34" charset="0"/>
                <a:cs typeface="Oracle Sans Light" panose="020B0403020204020204" pitchFamily="34" charset="0"/>
              </a:defRPr>
            </a:lvl2pPr>
            <a:lvl3pPr marL="803275" indent="-225425">
              <a:lnSpc>
                <a:spcPct val="120000"/>
              </a:lnSpc>
              <a:spcBef>
                <a:spcPts val="600"/>
              </a:spcBef>
              <a:tabLst/>
              <a:defRPr sz="1800" b="0" i="0">
                <a:solidFill>
                  <a:schemeClr val="bg1"/>
                </a:solidFill>
                <a:latin typeface="Oracle Sans Light" panose="020B0403020204020204" pitchFamily="34" charset="0"/>
                <a:cs typeface="Oracle Sans Light" panose="020B0403020204020204" pitchFamily="34" charset="0"/>
              </a:defRPr>
            </a:lvl3pPr>
            <a:lvl4pPr>
              <a:lnSpc>
                <a:spcPct val="120000"/>
              </a:lnSpc>
              <a:spcBef>
                <a:spcPts val="600"/>
              </a:spcBef>
              <a:defRPr sz="2800" b="0" i="0">
                <a:latin typeface="Oracle Sans Light" panose="020B0403020204020204" pitchFamily="34" charset="0"/>
                <a:cs typeface="Oracle Sans Light" panose="020B0403020204020204" pitchFamily="34" charset="0"/>
              </a:defRPr>
            </a:lvl4pPr>
            <a:lvl5pPr>
              <a:lnSpc>
                <a:spcPct val="120000"/>
              </a:lnSpc>
              <a:spcBef>
                <a:spcPts val="600"/>
              </a:spcBef>
              <a:defRPr sz="2800" b="0" i="0">
                <a:latin typeface="Oracle Sans Light" panose="020B0403020204020204" pitchFamily="34" charset="0"/>
                <a:cs typeface="Oracle Sans Light" panose="020B0403020204020204" pitchFamily="34" charset="0"/>
              </a:defRPr>
            </a:lvl5pPr>
          </a:lstStyle>
          <a:p>
            <a:pPr lvl="0"/>
            <a:r>
              <a:rPr lang="en-GB"/>
              <a:t>Click to edit Master text styles</a:t>
            </a:r>
          </a:p>
          <a:p>
            <a:pPr lvl="1"/>
            <a:r>
              <a:rPr lang="en-GB"/>
              <a:t>Second level</a:t>
            </a:r>
          </a:p>
          <a:p>
            <a:pPr lvl="2"/>
            <a:r>
              <a:rPr lang="en-GB"/>
              <a:t>Third level</a:t>
            </a:r>
          </a:p>
        </p:txBody>
      </p:sp>
      <p:sp>
        <p:nvSpPr>
          <p:cNvPr id="15" name="Text Placeholder 8">
            <a:extLst>
              <a:ext uri="{FF2B5EF4-FFF2-40B4-BE49-F238E27FC236}">
                <a16:creationId xmlns:a16="http://schemas.microsoft.com/office/drawing/2014/main" id="{98D7851B-82CF-F0BA-C491-27E0B79BF6E5}"/>
              </a:ext>
            </a:extLst>
          </p:cNvPr>
          <p:cNvSpPr>
            <a:spLocks noGrp="1"/>
          </p:cNvSpPr>
          <p:nvPr>
            <p:ph type="body" sz="quarter" idx="27"/>
          </p:nvPr>
        </p:nvSpPr>
        <p:spPr>
          <a:xfrm>
            <a:off x="6691300" y="3202681"/>
            <a:ext cx="4646460" cy="4374090"/>
          </a:xfrm>
          <a:noFill/>
        </p:spPr>
        <p:txBody>
          <a:bodyPr>
            <a:noAutofit/>
          </a:bodyPr>
          <a:lstStyle>
            <a:lvl1pPr marL="0" indent="0">
              <a:lnSpc>
                <a:spcPct val="100000"/>
              </a:lnSpc>
              <a:spcBef>
                <a:spcPts val="600"/>
              </a:spcBef>
              <a:buNone/>
              <a:defRPr lang="en-US" sz="3600" b="0" i="0" kern="1200" dirty="0">
                <a:solidFill>
                  <a:schemeClr val="bg1"/>
                </a:solidFill>
                <a:latin typeface="Oracle Sans Light" panose="020B0403020204020204" pitchFamily="34" charset="0"/>
                <a:ea typeface="+mn-ea"/>
                <a:cs typeface="Oracle Sans Light" panose="020B0403020204020204" pitchFamily="34" charset="0"/>
              </a:defRPr>
            </a:lvl1pPr>
            <a:lvl2pPr marL="239713" indent="0">
              <a:lnSpc>
                <a:spcPct val="120000"/>
              </a:lnSpc>
              <a:spcBef>
                <a:spcPts val="600"/>
              </a:spcBef>
              <a:buNone/>
              <a:tabLst/>
              <a:defRPr sz="1800" b="0" i="0">
                <a:solidFill>
                  <a:schemeClr val="bg1"/>
                </a:solidFill>
                <a:latin typeface="Oracle Sans Light" panose="020B0403020204020204" pitchFamily="34" charset="0"/>
                <a:cs typeface="Oracle Sans Light" panose="020B0403020204020204" pitchFamily="34" charset="0"/>
              </a:defRPr>
            </a:lvl2pPr>
            <a:lvl3pPr marL="803275" indent="-225425">
              <a:lnSpc>
                <a:spcPct val="120000"/>
              </a:lnSpc>
              <a:spcBef>
                <a:spcPts val="600"/>
              </a:spcBef>
              <a:tabLst/>
              <a:defRPr sz="1800" b="0" i="0">
                <a:solidFill>
                  <a:schemeClr val="bg1"/>
                </a:solidFill>
                <a:latin typeface="Oracle Sans Light" panose="020B0403020204020204" pitchFamily="34" charset="0"/>
                <a:cs typeface="Oracle Sans Light" panose="020B0403020204020204" pitchFamily="34" charset="0"/>
              </a:defRPr>
            </a:lvl3pPr>
            <a:lvl4pPr>
              <a:lnSpc>
                <a:spcPct val="120000"/>
              </a:lnSpc>
              <a:spcBef>
                <a:spcPts val="600"/>
              </a:spcBef>
              <a:defRPr sz="2800" b="0" i="0">
                <a:latin typeface="Oracle Sans Light" panose="020B0403020204020204" pitchFamily="34" charset="0"/>
                <a:cs typeface="Oracle Sans Light" panose="020B0403020204020204" pitchFamily="34" charset="0"/>
              </a:defRPr>
            </a:lvl4pPr>
            <a:lvl5pPr>
              <a:lnSpc>
                <a:spcPct val="120000"/>
              </a:lnSpc>
              <a:spcBef>
                <a:spcPts val="600"/>
              </a:spcBef>
              <a:defRPr sz="2800" b="0" i="0">
                <a:latin typeface="Oracle Sans Light" panose="020B0403020204020204" pitchFamily="34" charset="0"/>
                <a:cs typeface="Oracle Sans Light" panose="020B0403020204020204" pitchFamily="34" charset="0"/>
              </a:defRPr>
            </a:lvl5pPr>
          </a:lstStyle>
          <a:p>
            <a:pPr lvl="0"/>
            <a:r>
              <a:rPr lang="en-GB"/>
              <a:t>Click to edit Master text styles</a:t>
            </a:r>
          </a:p>
          <a:p>
            <a:pPr lvl="1"/>
            <a:r>
              <a:rPr lang="en-GB"/>
              <a:t>Second level</a:t>
            </a:r>
          </a:p>
          <a:p>
            <a:pPr lvl="2"/>
            <a:r>
              <a:rPr lang="en-GB"/>
              <a:t>Third level</a:t>
            </a:r>
          </a:p>
        </p:txBody>
      </p:sp>
      <p:sp>
        <p:nvSpPr>
          <p:cNvPr id="16" name="Text Placeholder 8">
            <a:extLst>
              <a:ext uri="{FF2B5EF4-FFF2-40B4-BE49-F238E27FC236}">
                <a16:creationId xmlns:a16="http://schemas.microsoft.com/office/drawing/2014/main" id="{151032EE-CE51-C76A-738A-7EF2030D66C3}"/>
              </a:ext>
            </a:extLst>
          </p:cNvPr>
          <p:cNvSpPr>
            <a:spLocks noGrp="1"/>
          </p:cNvSpPr>
          <p:nvPr>
            <p:ph type="body" sz="quarter" idx="28"/>
          </p:nvPr>
        </p:nvSpPr>
        <p:spPr>
          <a:xfrm>
            <a:off x="11940201" y="3202681"/>
            <a:ext cx="4646460" cy="4374090"/>
          </a:xfrm>
          <a:noFill/>
        </p:spPr>
        <p:txBody>
          <a:bodyPr>
            <a:noAutofit/>
          </a:bodyPr>
          <a:lstStyle>
            <a:lvl1pPr marL="0" indent="0">
              <a:lnSpc>
                <a:spcPct val="100000"/>
              </a:lnSpc>
              <a:spcBef>
                <a:spcPts val="600"/>
              </a:spcBef>
              <a:buNone/>
              <a:defRPr lang="en-US" sz="3600" b="0" i="0" kern="1200" dirty="0">
                <a:solidFill>
                  <a:schemeClr val="bg1"/>
                </a:solidFill>
                <a:latin typeface="Oracle Sans Light" panose="020B0403020204020204" pitchFamily="34" charset="0"/>
                <a:ea typeface="+mn-ea"/>
                <a:cs typeface="Oracle Sans Light" panose="020B0403020204020204" pitchFamily="34" charset="0"/>
              </a:defRPr>
            </a:lvl1pPr>
            <a:lvl2pPr marL="239713" indent="0">
              <a:lnSpc>
                <a:spcPct val="120000"/>
              </a:lnSpc>
              <a:spcBef>
                <a:spcPts val="600"/>
              </a:spcBef>
              <a:buNone/>
              <a:tabLst/>
              <a:defRPr sz="1800" b="0" i="0">
                <a:solidFill>
                  <a:schemeClr val="bg1"/>
                </a:solidFill>
                <a:latin typeface="Oracle Sans Light" panose="020B0403020204020204" pitchFamily="34" charset="0"/>
                <a:cs typeface="Oracle Sans Light" panose="020B0403020204020204" pitchFamily="34" charset="0"/>
              </a:defRPr>
            </a:lvl2pPr>
            <a:lvl3pPr marL="803275" indent="-225425">
              <a:lnSpc>
                <a:spcPct val="120000"/>
              </a:lnSpc>
              <a:spcBef>
                <a:spcPts val="600"/>
              </a:spcBef>
              <a:tabLst/>
              <a:defRPr sz="1800" b="0" i="0">
                <a:solidFill>
                  <a:schemeClr val="bg1"/>
                </a:solidFill>
                <a:latin typeface="Oracle Sans Light" panose="020B0403020204020204" pitchFamily="34" charset="0"/>
                <a:cs typeface="Oracle Sans Light" panose="020B0403020204020204" pitchFamily="34" charset="0"/>
              </a:defRPr>
            </a:lvl3pPr>
            <a:lvl4pPr>
              <a:lnSpc>
                <a:spcPct val="120000"/>
              </a:lnSpc>
              <a:spcBef>
                <a:spcPts val="600"/>
              </a:spcBef>
              <a:defRPr sz="2800" b="0" i="0">
                <a:latin typeface="Oracle Sans Light" panose="020B0403020204020204" pitchFamily="34" charset="0"/>
                <a:cs typeface="Oracle Sans Light" panose="020B0403020204020204" pitchFamily="34" charset="0"/>
              </a:defRPr>
            </a:lvl4pPr>
            <a:lvl5pPr>
              <a:lnSpc>
                <a:spcPct val="120000"/>
              </a:lnSpc>
              <a:spcBef>
                <a:spcPts val="600"/>
              </a:spcBef>
              <a:defRPr sz="2800" b="0" i="0">
                <a:latin typeface="Oracle Sans Light" panose="020B0403020204020204" pitchFamily="34" charset="0"/>
                <a:cs typeface="Oracle Sans Light" panose="020B0403020204020204" pitchFamily="34" charset="0"/>
              </a:defRPr>
            </a:lvl5pPr>
          </a:lstStyle>
          <a:p>
            <a:pPr lvl="0"/>
            <a:r>
              <a:rPr lang="en-GB"/>
              <a:t>Click to edit Master text styles</a:t>
            </a:r>
          </a:p>
          <a:p>
            <a:pPr lvl="1"/>
            <a:r>
              <a:rPr lang="en-GB"/>
              <a:t>Second level</a:t>
            </a:r>
          </a:p>
          <a:p>
            <a:pPr lvl="2"/>
            <a:r>
              <a:rPr lang="en-GB"/>
              <a:t>Third level</a:t>
            </a:r>
          </a:p>
        </p:txBody>
      </p:sp>
      <p:sp>
        <p:nvSpPr>
          <p:cNvPr id="17" name="Text Placeholder 8">
            <a:extLst>
              <a:ext uri="{FF2B5EF4-FFF2-40B4-BE49-F238E27FC236}">
                <a16:creationId xmlns:a16="http://schemas.microsoft.com/office/drawing/2014/main" id="{76BC561D-1160-3723-EA40-32C15964C0F8}"/>
              </a:ext>
            </a:extLst>
          </p:cNvPr>
          <p:cNvSpPr>
            <a:spLocks noGrp="1"/>
          </p:cNvSpPr>
          <p:nvPr>
            <p:ph type="body" sz="quarter" idx="29"/>
          </p:nvPr>
        </p:nvSpPr>
        <p:spPr>
          <a:xfrm>
            <a:off x="17189103" y="3202681"/>
            <a:ext cx="4646460" cy="4374090"/>
          </a:xfrm>
          <a:noFill/>
        </p:spPr>
        <p:txBody>
          <a:bodyPr>
            <a:noAutofit/>
          </a:bodyPr>
          <a:lstStyle>
            <a:lvl1pPr marL="0" indent="0">
              <a:lnSpc>
                <a:spcPct val="100000"/>
              </a:lnSpc>
              <a:spcBef>
                <a:spcPts val="600"/>
              </a:spcBef>
              <a:buNone/>
              <a:defRPr lang="en-US" sz="3600" b="0" i="0" kern="1200" dirty="0">
                <a:solidFill>
                  <a:schemeClr val="bg1"/>
                </a:solidFill>
                <a:latin typeface="Oracle Sans Light" panose="020B0403020204020204" pitchFamily="34" charset="0"/>
                <a:ea typeface="+mn-ea"/>
                <a:cs typeface="Oracle Sans Light" panose="020B0403020204020204" pitchFamily="34" charset="0"/>
              </a:defRPr>
            </a:lvl1pPr>
            <a:lvl2pPr marL="239713" indent="0">
              <a:lnSpc>
                <a:spcPct val="120000"/>
              </a:lnSpc>
              <a:spcBef>
                <a:spcPts val="600"/>
              </a:spcBef>
              <a:buNone/>
              <a:tabLst/>
              <a:defRPr sz="1800" b="0" i="0">
                <a:solidFill>
                  <a:schemeClr val="bg1"/>
                </a:solidFill>
                <a:latin typeface="Oracle Sans Light" panose="020B0403020204020204" pitchFamily="34" charset="0"/>
                <a:cs typeface="Oracle Sans Light" panose="020B0403020204020204" pitchFamily="34" charset="0"/>
              </a:defRPr>
            </a:lvl2pPr>
            <a:lvl3pPr marL="803275" indent="-225425">
              <a:lnSpc>
                <a:spcPct val="120000"/>
              </a:lnSpc>
              <a:spcBef>
                <a:spcPts val="600"/>
              </a:spcBef>
              <a:tabLst/>
              <a:defRPr sz="1800" b="0" i="0">
                <a:solidFill>
                  <a:schemeClr val="bg1"/>
                </a:solidFill>
                <a:latin typeface="Oracle Sans Light" panose="020B0403020204020204" pitchFamily="34" charset="0"/>
                <a:cs typeface="Oracle Sans Light" panose="020B0403020204020204" pitchFamily="34" charset="0"/>
              </a:defRPr>
            </a:lvl3pPr>
            <a:lvl4pPr>
              <a:lnSpc>
                <a:spcPct val="120000"/>
              </a:lnSpc>
              <a:spcBef>
                <a:spcPts val="600"/>
              </a:spcBef>
              <a:defRPr sz="2800" b="0" i="0">
                <a:latin typeface="Oracle Sans Light" panose="020B0403020204020204" pitchFamily="34" charset="0"/>
                <a:cs typeface="Oracle Sans Light" panose="020B0403020204020204" pitchFamily="34" charset="0"/>
              </a:defRPr>
            </a:lvl4pPr>
            <a:lvl5pPr>
              <a:lnSpc>
                <a:spcPct val="120000"/>
              </a:lnSpc>
              <a:spcBef>
                <a:spcPts val="600"/>
              </a:spcBef>
              <a:defRPr sz="2800" b="0" i="0">
                <a:latin typeface="Oracle Sans Light" panose="020B0403020204020204" pitchFamily="34" charset="0"/>
                <a:cs typeface="Oracle Sans Light" panose="020B0403020204020204" pitchFamily="34" charset="0"/>
              </a:defRPr>
            </a:lvl5pPr>
          </a:lstStyle>
          <a:p>
            <a:pPr lvl="0"/>
            <a:r>
              <a:rPr lang="en-GB"/>
              <a:t>Click to edit Master text styles</a:t>
            </a:r>
          </a:p>
          <a:p>
            <a:pPr lvl="1"/>
            <a:r>
              <a:rPr lang="en-GB"/>
              <a:t>Second level</a:t>
            </a:r>
          </a:p>
          <a:p>
            <a:pPr lvl="2"/>
            <a:r>
              <a:rPr lang="en-GB"/>
              <a:t>Third level</a:t>
            </a:r>
          </a:p>
        </p:txBody>
      </p:sp>
      <p:sp>
        <p:nvSpPr>
          <p:cNvPr id="18" name="Text Placeholder 8">
            <a:extLst>
              <a:ext uri="{FF2B5EF4-FFF2-40B4-BE49-F238E27FC236}">
                <a16:creationId xmlns:a16="http://schemas.microsoft.com/office/drawing/2014/main" id="{D4844C56-524B-4252-3C19-7E4E6F0B4BB6}"/>
              </a:ext>
            </a:extLst>
          </p:cNvPr>
          <p:cNvSpPr>
            <a:spLocks noGrp="1"/>
          </p:cNvSpPr>
          <p:nvPr>
            <p:ph type="body" sz="quarter" idx="30"/>
          </p:nvPr>
        </p:nvSpPr>
        <p:spPr>
          <a:xfrm>
            <a:off x="2582391" y="9392710"/>
            <a:ext cx="4646460" cy="4374090"/>
          </a:xfrm>
          <a:noFill/>
        </p:spPr>
        <p:txBody>
          <a:bodyPr>
            <a:noAutofit/>
          </a:bodyPr>
          <a:lstStyle>
            <a:lvl1pPr marL="0" indent="0">
              <a:lnSpc>
                <a:spcPct val="100000"/>
              </a:lnSpc>
              <a:spcBef>
                <a:spcPts val="600"/>
              </a:spcBef>
              <a:buNone/>
              <a:defRPr lang="en-US" sz="3600" b="0" i="0" kern="1200" dirty="0">
                <a:solidFill>
                  <a:schemeClr val="bg1"/>
                </a:solidFill>
                <a:latin typeface="Oracle Sans Light" panose="020B0403020204020204" pitchFamily="34" charset="0"/>
                <a:ea typeface="+mn-ea"/>
                <a:cs typeface="Oracle Sans Light" panose="020B0403020204020204" pitchFamily="34" charset="0"/>
              </a:defRPr>
            </a:lvl1pPr>
            <a:lvl2pPr marL="239713" indent="0">
              <a:lnSpc>
                <a:spcPct val="120000"/>
              </a:lnSpc>
              <a:spcBef>
                <a:spcPts val="600"/>
              </a:spcBef>
              <a:buNone/>
              <a:tabLst/>
              <a:defRPr sz="1800" b="0" i="0">
                <a:solidFill>
                  <a:schemeClr val="bg1"/>
                </a:solidFill>
                <a:latin typeface="Oracle Sans Light" panose="020B0403020204020204" pitchFamily="34" charset="0"/>
                <a:cs typeface="Oracle Sans Light" panose="020B0403020204020204" pitchFamily="34" charset="0"/>
              </a:defRPr>
            </a:lvl2pPr>
            <a:lvl3pPr marL="803275" indent="-225425">
              <a:lnSpc>
                <a:spcPct val="120000"/>
              </a:lnSpc>
              <a:spcBef>
                <a:spcPts val="600"/>
              </a:spcBef>
              <a:tabLst/>
              <a:defRPr sz="1800" b="0" i="0">
                <a:solidFill>
                  <a:schemeClr val="bg1"/>
                </a:solidFill>
                <a:latin typeface="Oracle Sans Light" panose="020B0403020204020204" pitchFamily="34" charset="0"/>
                <a:cs typeface="Oracle Sans Light" panose="020B0403020204020204" pitchFamily="34" charset="0"/>
              </a:defRPr>
            </a:lvl3pPr>
            <a:lvl4pPr>
              <a:lnSpc>
                <a:spcPct val="120000"/>
              </a:lnSpc>
              <a:spcBef>
                <a:spcPts val="600"/>
              </a:spcBef>
              <a:defRPr sz="2800" b="0" i="0">
                <a:latin typeface="Oracle Sans Light" panose="020B0403020204020204" pitchFamily="34" charset="0"/>
                <a:cs typeface="Oracle Sans Light" panose="020B0403020204020204" pitchFamily="34" charset="0"/>
              </a:defRPr>
            </a:lvl4pPr>
            <a:lvl5pPr>
              <a:lnSpc>
                <a:spcPct val="120000"/>
              </a:lnSpc>
              <a:spcBef>
                <a:spcPts val="600"/>
              </a:spcBef>
              <a:defRPr sz="2800" b="0" i="0">
                <a:latin typeface="Oracle Sans Light" panose="020B0403020204020204" pitchFamily="34" charset="0"/>
                <a:cs typeface="Oracle Sans Light" panose="020B0403020204020204" pitchFamily="34" charset="0"/>
              </a:defRPr>
            </a:lvl5pPr>
          </a:lstStyle>
          <a:p>
            <a:pPr lvl="0"/>
            <a:r>
              <a:rPr lang="en-GB"/>
              <a:t>Click to edit Master text styles</a:t>
            </a:r>
          </a:p>
          <a:p>
            <a:pPr lvl="1"/>
            <a:r>
              <a:rPr lang="en-GB"/>
              <a:t>Second level</a:t>
            </a:r>
          </a:p>
          <a:p>
            <a:pPr lvl="2"/>
            <a:r>
              <a:rPr lang="en-GB"/>
              <a:t>Third level</a:t>
            </a:r>
          </a:p>
        </p:txBody>
      </p:sp>
      <p:sp>
        <p:nvSpPr>
          <p:cNvPr id="19" name="Text Placeholder 8">
            <a:extLst>
              <a:ext uri="{FF2B5EF4-FFF2-40B4-BE49-F238E27FC236}">
                <a16:creationId xmlns:a16="http://schemas.microsoft.com/office/drawing/2014/main" id="{7057B5CF-5F46-5438-009E-5C86916981C6}"/>
              </a:ext>
            </a:extLst>
          </p:cNvPr>
          <p:cNvSpPr>
            <a:spLocks noGrp="1"/>
          </p:cNvSpPr>
          <p:nvPr>
            <p:ph type="body" sz="quarter" idx="31"/>
          </p:nvPr>
        </p:nvSpPr>
        <p:spPr>
          <a:xfrm>
            <a:off x="7831292" y="9392710"/>
            <a:ext cx="4646460" cy="4374090"/>
          </a:xfrm>
          <a:noFill/>
        </p:spPr>
        <p:txBody>
          <a:bodyPr>
            <a:noAutofit/>
          </a:bodyPr>
          <a:lstStyle>
            <a:lvl1pPr marL="0" indent="0">
              <a:lnSpc>
                <a:spcPct val="100000"/>
              </a:lnSpc>
              <a:spcBef>
                <a:spcPts val="600"/>
              </a:spcBef>
              <a:buNone/>
              <a:defRPr lang="en-US" sz="3600" b="0" i="0" kern="1200" dirty="0">
                <a:solidFill>
                  <a:schemeClr val="bg1"/>
                </a:solidFill>
                <a:latin typeface="Oracle Sans Light" panose="020B0403020204020204" pitchFamily="34" charset="0"/>
                <a:ea typeface="+mn-ea"/>
                <a:cs typeface="Oracle Sans Light" panose="020B0403020204020204" pitchFamily="34" charset="0"/>
              </a:defRPr>
            </a:lvl1pPr>
            <a:lvl2pPr marL="239713" indent="0">
              <a:lnSpc>
                <a:spcPct val="120000"/>
              </a:lnSpc>
              <a:spcBef>
                <a:spcPts val="600"/>
              </a:spcBef>
              <a:buNone/>
              <a:tabLst/>
              <a:defRPr sz="1800" b="0" i="0">
                <a:solidFill>
                  <a:schemeClr val="bg1"/>
                </a:solidFill>
                <a:latin typeface="Oracle Sans Light" panose="020B0403020204020204" pitchFamily="34" charset="0"/>
                <a:cs typeface="Oracle Sans Light" panose="020B0403020204020204" pitchFamily="34" charset="0"/>
              </a:defRPr>
            </a:lvl2pPr>
            <a:lvl3pPr marL="803275" indent="-225425">
              <a:lnSpc>
                <a:spcPct val="120000"/>
              </a:lnSpc>
              <a:spcBef>
                <a:spcPts val="600"/>
              </a:spcBef>
              <a:tabLst/>
              <a:defRPr sz="1800" b="0" i="0">
                <a:solidFill>
                  <a:schemeClr val="bg1"/>
                </a:solidFill>
                <a:latin typeface="Oracle Sans Light" panose="020B0403020204020204" pitchFamily="34" charset="0"/>
                <a:cs typeface="Oracle Sans Light" panose="020B0403020204020204" pitchFamily="34" charset="0"/>
              </a:defRPr>
            </a:lvl3pPr>
            <a:lvl4pPr>
              <a:lnSpc>
                <a:spcPct val="120000"/>
              </a:lnSpc>
              <a:spcBef>
                <a:spcPts val="600"/>
              </a:spcBef>
              <a:defRPr sz="2800" b="0" i="0">
                <a:latin typeface="Oracle Sans Light" panose="020B0403020204020204" pitchFamily="34" charset="0"/>
                <a:cs typeface="Oracle Sans Light" panose="020B0403020204020204" pitchFamily="34" charset="0"/>
              </a:defRPr>
            </a:lvl4pPr>
            <a:lvl5pPr>
              <a:lnSpc>
                <a:spcPct val="120000"/>
              </a:lnSpc>
              <a:spcBef>
                <a:spcPts val="600"/>
              </a:spcBef>
              <a:defRPr sz="2800" b="0" i="0">
                <a:latin typeface="Oracle Sans Light" panose="020B0403020204020204" pitchFamily="34" charset="0"/>
                <a:cs typeface="Oracle Sans Light" panose="020B0403020204020204" pitchFamily="34" charset="0"/>
              </a:defRPr>
            </a:lvl5pPr>
          </a:lstStyle>
          <a:p>
            <a:pPr lvl="0"/>
            <a:r>
              <a:rPr lang="en-GB"/>
              <a:t>Click to edit Master text styles</a:t>
            </a:r>
          </a:p>
          <a:p>
            <a:pPr lvl="1"/>
            <a:r>
              <a:rPr lang="en-GB"/>
              <a:t>Second level</a:t>
            </a:r>
          </a:p>
          <a:p>
            <a:pPr lvl="2"/>
            <a:r>
              <a:rPr lang="en-GB"/>
              <a:t>Third level</a:t>
            </a:r>
          </a:p>
        </p:txBody>
      </p:sp>
      <p:sp>
        <p:nvSpPr>
          <p:cNvPr id="20" name="Text Placeholder 8">
            <a:extLst>
              <a:ext uri="{FF2B5EF4-FFF2-40B4-BE49-F238E27FC236}">
                <a16:creationId xmlns:a16="http://schemas.microsoft.com/office/drawing/2014/main" id="{F385C93E-3894-59A0-ACB8-73BF41FB0941}"/>
              </a:ext>
            </a:extLst>
          </p:cNvPr>
          <p:cNvSpPr>
            <a:spLocks noGrp="1"/>
          </p:cNvSpPr>
          <p:nvPr>
            <p:ph type="body" sz="quarter" idx="32"/>
          </p:nvPr>
        </p:nvSpPr>
        <p:spPr>
          <a:xfrm>
            <a:off x="13080193" y="9392710"/>
            <a:ext cx="4646460" cy="4374090"/>
          </a:xfrm>
          <a:noFill/>
        </p:spPr>
        <p:txBody>
          <a:bodyPr>
            <a:noAutofit/>
          </a:bodyPr>
          <a:lstStyle>
            <a:lvl1pPr marL="0" indent="0">
              <a:lnSpc>
                <a:spcPct val="100000"/>
              </a:lnSpc>
              <a:spcBef>
                <a:spcPts val="600"/>
              </a:spcBef>
              <a:buNone/>
              <a:defRPr lang="en-US" sz="3600" b="0" i="0" kern="1200" dirty="0">
                <a:solidFill>
                  <a:schemeClr val="bg1"/>
                </a:solidFill>
                <a:latin typeface="Oracle Sans Light" panose="020B0403020204020204" pitchFamily="34" charset="0"/>
                <a:ea typeface="+mn-ea"/>
                <a:cs typeface="Oracle Sans Light" panose="020B0403020204020204" pitchFamily="34" charset="0"/>
              </a:defRPr>
            </a:lvl1pPr>
            <a:lvl2pPr marL="239713" indent="0">
              <a:lnSpc>
                <a:spcPct val="120000"/>
              </a:lnSpc>
              <a:spcBef>
                <a:spcPts val="600"/>
              </a:spcBef>
              <a:buNone/>
              <a:tabLst/>
              <a:defRPr sz="1800" b="0" i="0">
                <a:solidFill>
                  <a:schemeClr val="bg1"/>
                </a:solidFill>
                <a:latin typeface="Oracle Sans Light" panose="020B0403020204020204" pitchFamily="34" charset="0"/>
                <a:cs typeface="Oracle Sans Light" panose="020B0403020204020204" pitchFamily="34" charset="0"/>
              </a:defRPr>
            </a:lvl2pPr>
            <a:lvl3pPr marL="803275" indent="-225425">
              <a:lnSpc>
                <a:spcPct val="120000"/>
              </a:lnSpc>
              <a:spcBef>
                <a:spcPts val="600"/>
              </a:spcBef>
              <a:tabLst/>
              <a:defRPr sz="1800" b="0" i="0">
                <a:solidFill>
                  <a:schemeClr val="bg1"/>
                </a:solidFill>
                <a:latin typeface="Oracle Sans Light" panose="020B0403020204020204" pitchFamily="34" charset="0"/>
                <a:cs typeface="Oracle Sans Light" panose="020B0403020204020204" pitchFamily="34" charset="0"/>
              </a:defRPr>
            </a:lvl3pPr>
            <a:lvl4pPr>
              <a:lnSpc>
                <a:spcPct val="120000"/>
              </a:lnSpc>
              <a:spcBef>
                <a:spcPts val="600"/>
              </a:spcBef>
              <a:defRPr sz="2800" b="0" i="0">
                <a:latin typeface="Oracle Sans Light" panose="020B0403020204020204" pitchFamily="34" charset="0"/>
                <a:cs typeface="Oracle Sans Light" panose="020B0403020204020204" pitchFamily="34" charset="0"/>
              </a:defRPr>
            </a:lvl4pPr>
            <a:lvl5pPr>
              <a:lnSpc>
                <a:spcPct val="120000"/>
              </a:lnSpc>
              <a:spcBef>
                <a:spcPts val="600"/>
              </a:spcBef>
              <a:defRPr sz="2800" b="0" i="0">
                <a:latin typeface="Oracle Sans Light" panose="020B0403020204020204" pitchFamily="34" charset="0"/>
                <a:cs typeface="Oracle Sans Light" panose="020B0403020204020204" pitchFamily="34" charset="0"/>
              </a:defRPr>
            </a:lvl5pPr>
          </a:lstStyle>
          <a:p>
            <a:pPr lvl="0"/>
            <a:r>
              <a:rPr lang="en-GB"/>
              <a:t>Click to edit Master text styles</a:t>
            </a:r>
          </a:p>
          <a:p>
            <a:pPr lvl="1"/>
            <a:r>
              <a:rPr lang="en-GB"/>
              <a:t>Second level</a:t>
            </a:r>
          </a:p>
          <a:p>
            <a:pPr lvl="2"/>
            <a:r>
              <a:rPr lang="en-GB"/>
              <a:t>Third level</a:t>
            </a:r>
          </a:p>
        </p:txBody>
      </p:sp>
      <p:sp>
        <p:nvSpPr>
          <p:cNvPr id="21" name="Text Placeholder 8">
            <a:extLst>
              <a:ext uri="{FF2B5EF4-FFF2-40B4-BE49-F238E27FC236}">
                <a16:creationId xmlns:a16="http://schemas.microsoft.com/office/drawing/2014/main" id="{FD4FD01D-32B9-1B8E-DD4D-6F8C35BC179D}"/>
              </a:ext>
            </a:extLst>
          </p:cNvPr>
          <p:cNvSpPr>
            <a:spLocks noGrp="1"/>
          </p:cNvSpPr>
          <p:nvPr>
            <p:ph type="body" sz="quarter" idx="33"/>
          </p:nvPr>
        </p:nvSpPr>
        <p:spPr>
          <a:xfrm>
            <a:off x="18329095" y="9392710"/>
            <a:ext cx="4646460" cy="4374090"/>
          </a:xfrm>
          <a:noFill/>
        </p:spPr>
        <p:txBody>
          <a:bodyPr>
            <a:noAutofit/>
          </a:bodyPr>
          <a:lstStyle>
            <a:lvl1pPr marL="0" indent="0">
              <a:lnSpc>
                <a:spcPct val="100000"/>
              </a:lnSpc>
              <a:spcBef>
                <a:spcPts val="600"/>
              </a:spcBef>
              <a:buNone/>
              <a:defRPr lang="en-US" sz="3600" b="0" i="0" kern="1200" dirty="0">
                <a:solidFill>
                  <a:schemeClr val="bg1"/>
                </a:solidFill>
                <a:latin typeface="Oracle Sans Light" panose="020B0403020204020204" pitchFamily="34" charset="0"/>
                <a:ea typeface="+mn-ea"/>
                <a:cs typeface="Oracle Sans Light" panose="020B0403020204020204" pitchFamily="34" charset="0"/>
              </a:defRPr>
            </a:lvl1pPr>
            <a:lvl2pPr marL="239713" indent="0">
              <a:lnSpc>
                <a:spcPct val="120000"/>
              </a:lnSpc>
              <a:spcBef>
                <a:spcPts val="600"/>
              </a:spcBef>
              <a:buNone/>
              <a:tabLst/>
              <a:defRPr sz="1800" b="0" i="0">
                <a:solidFill>
                  <a:schemeClr val="bg1"/>
                </a:solidFill>
                <a:latin typeface="Oracle Sans Light" panose="020B0403020204020204" pitchFamily="34" charset="0"/>
                <a:cs typeface="Oracle Sans Light" panose="020B0403020204020204" pitchFamily="34" charset="0"/>
              </a:defRPr>
            </a:lvl2pPr>
            <a:lvl3pPr marL="803275" indent="-225425">
              <a:lnSpc>
                <a:spcPct val="120000"/>
              </a:lnSpc>
              <a:spcBef>
                <a:spcPts val="600"/>
              </a:spcBef>
              <a:tabLst/>
              <a:defRPr sz="1800" b="0" i="0">
                <a:solidFill>
                  <a:schemeClr val="bg1"/>
                </a:solidFill>
                <a:latin typeface="Oracle Sans Light" panose="020B0403020204020204" pitchFamily="34" charset="0"/>
                <a:cs typeface="Oracle Sans Light" panose="020B0403020204020204" pitchFamily="34" charset="0"/>
              </a:defRPr>
            </a:lvl3pPr>
            <a:lvl4pPr>
              <a:lnSpc>
                <a:spcPct val="120000"/>
              </a:lnSpc>
              <a:spcBef>
                <a:spcPts val="600"/>
              </a:spcBef>
              <a:defRPr sz="2800" b="0" i="0">
                <a:latin typeface="Oracle Sans Light" panose="020B0403020204020204" pitchFamily="34" charset="0"/>
                <a:cs typeface="Oracle Sans Light" panose="020B0403020204020204" pitchFamily="34" charset="0"/>
              </a:defRPr>
            </a:lvl4pPr>
            <a:lvl5pPr>
              <a:lnSpc>
                <a:spcPct val="120000"/>
              </a:lnSpc>
              <a:spcBef>
                <a:spcPts val="600"/>
              </a:spcBef>
              <a:defRPr sz="2800" b="0" i="0">
                <a:latin typeface="Oracle Sans Light" panose="020B0403020204020204" pitchFamily="34" charset="0"/>
                <a:cs typeface="Oracle Sans Light" panose="020B0403020204020204" pitchFamily="34" charset="0"/>
              </a:defRPr>
            </a:lvl5pPr>
          </a:lstStyle>
          <a:p>
            <a:pPr lvl="0"/>
            <a:r>
              <a:rPr lang="en-GB"/>
              <a:t>Click to edit Master text styles</a:t>
            </a:r>
          </a:p>
          <a:p>
            <a:pPr lvl="1"/>
            <a:r>
              <a:rPr lang="en-GB"/>
              <a:t>Second level</a:t>
            </a:r>
          </a:p>
          <a:p>
            <a:pPr lvl="2"/>
            <a:r>
              <a:rPr lang="en-GB"/>
              <a:t>Third level</a:t>
            </a:r>
          </a:p>
        </p:txBody>
      </p:sp>
      <p:sp>
        <p:nvSpPr>
          <p:cNvPr id="22" name="Title 1">
            <a:extLst>
              <a:ext uri="{FF2B5EF4-FFF2-40B4-BE49-F238E27FC236}">
                <a16:creationId xmlns:a16="http://schemas.microsoft.com/office/drawing/2014/main" id="{D7599DB2-68AE-24AC-AAC6-58A892BDF4A3}"/>
              </a:ext>
            </a:extLst>
          </p:cNvPr>
          <p:cNvSpPr>
            <a:spLocks noGrp="1"/>
          </p:cNvSpPr>
          <p:nvPr>
            <p:ph type="title"/>
          </p:nvPr>
        </p:nvSpPr>
        <p:spPr>
          <a:xfrm>
            <a:off x="1379697" y="1185357"/>
            <a:ext cx="21370445" cy="1351986"/>
          </a:xfrm>
          <a:prstGeom prst="rect">
            <a:avLst/>
          </a:prstGeom>
        </p:spPr>
        <p:txBody>
          <a:bodyPr anchor="b">
            <a:noAutofit/>
          </a:bodyPr>
          <a:lstStyle>
            <a:lvl1pPr>
              <a:lnSpc>
                <a:spcPct val="100000"/>
              </a:lnSpc>
              <a:defRPr b="0" i="0">
                <a:solidFill>
                  <a:schemeClr val="bg1"/>
                </a:solidFill>
                <a:latin typeface="Oracle Sans Light" panose="020B0403020204020204" pitchFamily="34" charset="0"/>
                <a:cs typeface="Oracle Sans Light" panose="020B0403020204020204" pitchFamily="34" charset="0"/>
              </a:defRPr>
            </a:lvl1pPr>
          </a:lstStyle>
          <a:p>
            <a:r>
              <a:rPr lang="en-GB"/>
              <a:t>Click to edit Master title style</a:t>
            </a:r>
            <a:endParaRPr lang="en-US" dirty="0"/>
          </a:p>
        </p:txBody>
      </p:sp>
      <p:pic>
        <p:nvPicPr>
          <p:cNvPr id="12" name="Timeline">
            <a:extLst>
              <a:ext uri="{FF2B5EF4-FFF2-40B4-BE49-F238E27FC236}">
                <a16:creationId xmlns:a16="http://schemas.microsoft.com/office/drawing/2014/main" id="{2F84B483-66A5-A745-EB2E-4DD2E0858B6B}"/>
              </a:ext>
            </a:extLst>
          </p:cNvPr>
          <p:cNvPicPr>
            <a:picLocks noChangeAspect="1"/>
          </p:cNvPicPr>
          <p:nvPr/>
        </p:nvPicPr>
        <p:blipFill>
          <a:blip r:embed="rId3">
            <a:alphaModFix amt="27000"/>
          </a:blip>
          <a:stretch>
            <a:fillRect/>
          </a:stretch>
        </p:blipFill>
        <p:spPr>
          <a:xfrm>
            <a:off x="1" y="6460152"/>
            <a:ext cx="24387175" cy="2590631"/>
          </a:xfrm>
          <a:prstGeom prst="rect">
            <a:avLst/>
          </a:prstGeom>
        </p:spPr>
      </p:pic>
      <p:sp>
        <p:nvSpPr>
          <p:cNvPr id="3" name="Footer Placeholder 3">
            <a:extLst>
              <a:ext uri="{FF2B5EF4-FFF2-40B4-BE49-F238E27FC236}">
                <a16:creationId xmlns:a16="http://schemas.microsoft.com/office/drawing/2014/main" id="{72B6240A-C0F5-DD32-6115-9D4239F1B780}"/>
              </a:ext>
            </a:extLst>
          </p:cNvPr>
          <p:cNvSpPr>
            <a:spLocks noGrp="1"/>
          </p:cNvSpPr>
          <p:nvPr>
            <p:ph type="ftr" sz="quarter" idx="3"/>
          </p:nvPr>
        </p:nvSpPr>
        <p:spPr>
          <a:xfrm>
            <a:off x="1411345" y="12985749"/>
            <a:ext cx="10052413" cy="730250"/>
          </a:xfrm>
          <a:prstGeom prst="rect">
            <a:avLst/>
          </a:prstGeom>
        </p:spPr>
        <p:txBody>
          <a:bodyPr vert="horz" lIns="91440" tIns="45720" rIns="91440" bIns="45720" rtlCol="0" anchor="ctr"/>
          <a:lstStyle>
            <a:lvl1pPr algn="l">
              <a:defRPr sz="1400" b="0" i="0">
                <a:solidFill>
                  <a:schemeClr val="bg2"/>
                </a:solidFill>
                <a:latin typeface="Oracle Sans Light" panose="020B0403020204020204" pitchFamily="34" charset="0"/>
                <a:cs typeface="Oracle Sans Light" panose="020B0403020204020204" pitchFamily="34" charset="0"/>
              </a:defRPr>
            </a:lvl1p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CA" sz="1400" b="0" i="0" u="none" strike="noStrike" kern="1200" cap="none" spc="0" normalizeH="0" baseline="0" noProof="0" dirty="0">
                <a:ln>
                  <a:noFill/>
                </a:ln>
                <a:solidFill>
                  <a:schemeClr val="bg2"/>
                </a:solidFill>
                <a:effectLst/>
                <a:uLnTx/>
                <a:uFillTx/>
                <a:latin typeface="Oracle Sans Light" panose="020B0403020204020204" pitchFamily="34" charset="0"/>
                <a:ea typeface="+mn-ea"/>
                <a:cs typeface="Oracle Sans Light" panose="020B0403020204020204" pitchFamily="34" charset="0"/>
              </a:rPr>
              <a:t>Java Day Copyright © 2024, Oracle and/or its affiliates</a:t>
            </a:r>
          </a:p>
        </p:txBody>
      </p:sp>
      <p:sp>
        <p:nvSpPr>
          <p:cNvPr id="4" name="Slide Number Placeholder 5">
            <a:extLst>
              <a:ext uri="{FF2B5EF4-FFF2-40B4-BE49-F238E27FC236}">
                <a16:creationId xmlns:a16="http://schemas.microsoft.com/office/drawing/2014/main" id="{998E087D-F3F8-C2C7-8097-31EE7045F7FB}"/>
              </a:ext>
            </a:extLst>
          </p:cNvPr>
          <p:cNvSpPr>
            <a:spLocks noGrp="1"/>
          </p:cNvSpPr>
          <p:nvPr>
            <p:ph type="sldNum" sz="quarter" idx="4"/>
          </p:nvPr>
        </p:nvSpPr>
        <p:spPr>
          <a:xfrm>
            <a:off x="449152" y="12985749"/>
            <a:ext cx="871646" cy="730250"/>
          </a:xfrm>
          <a:prstGeom prst="rect">
            <a:avLst/>
          </a:prstGeom>
        </p:spPr>
        <p:txBody>
          <a:bodyPr vert="horz" lIns="91440" tIns="45720" rIns="91440" bIns="45720" rtlCol="0" anchor="ctr"/>
          <a:lstStyle>
            <a:lvl1pPr algn="l">
              <a:defRPr sz="1600">
                <a:solidFill>
                  <a:schemeClr val="bg2"/>
                </a:solidFill>
                <a:latin typeface="Oracle Sans" panose="020B0503020204020204" pitchFamily="34" charset="0"/>
                <a:cs typeface="Oracle Sans" panose="020B0503020204020204" pitchFamily="34" charset="0"/>
              </a:defRPr>
            </a:lvl1pPr>
          </a:lstStyle>
          <a:p>
            <a:fld id="{CFF4B978-1D82-7745-80C5-DBABA6B131D3}" type="slidenum">
              <a:rPr lang="en-US" smtClean="0"/>
              <a:pPr/>
              <a:t>‹#›</a:t>
            </a:fld>
            <a:endParaRPr lang="en-US"/>
          </a:p>
        </p:txBody>
      </p:sp>
      <p:pic>
        <p:nvPicPr>
          <p:cNvPr id="5" name="Picture 4">
            <a:extLst>
              <a:ext uri="{FF2B5EF4-FFF2-40B4-BE49-F238E27FC236}">
                <a16:creationId xmlns:a16="http://schemas.microsoft.com/office/drawing/2014/main" id="{4EF1EF88-AF90-8FBD-BCFB-485180CA819B}"/>
              </a:ext>
            </a:extLst>
          </p:cNvPr>
          <p:cNvPicPr>
            <a:picLocks noChangeAspect="1"/>
          </p:cNvPicPr>
          <p:nvPr userDrawn="1"/>
        </p:nvPicPr>
        <p:blipFill>
          <a:blip r:embed="rId4">
            <a:alphaModFix/>
          </a:blip>
          <a:stretch>
            <a:fillRect/>
          </a:stretch>
        </p:blipFill>
        <p:spPr>
          <a:xfrm>
            <a:off x="22762011" y="12898102"/>
            <a:ext cx="817080" cy="827423"/>
          </a:xfrm>
          <a:prstGeom prst="rect">
            <a:avLst/>
          </a:prstGeom>
        </p:spPr>
      </p:pic>
    </p:spTree>
    <p:extLst>
      <p:ext uri="{BB962C8B-B14F-4D97-AF65-F5344CB8AC3E}">
        <p14:creationId xmlns:p14="http://schemas.microsoft.com/office/powerpoint/2010/main" val="867338322"/>
      </p:ext>
    </p:extLst>
  </p:cSld>
  <p:clrMapOvr>
    <a:overrideClrMapping bg1="lt1" tx1="dk1" bg2="lt2" tx2="dk2" accent1="accent1" accent2="accent2" accent3="accent3" accent4="accent4" accent5="accent5" accent6="accent6" hlink="hlink" folHlink="folHlink"/>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showMasterSp="0" preserve="1">
  <p:cSld name="Logo Wall 5">
    <p:bg>
      <p:bgPr>
        <a:solidFill>
          <a:srgbClr val="00758F"/>
        </a:solidFill>
        <a:effectLst/>
      </p:bgPr>
    </p:bg>
    <p:spTree>
      <p:nvGrpSpPr>
        <p:cNvPr id="1" name=""/>
        <p:cNvGrpSpPr/>
        <p:nvPr/>
      </p:nvGrpSpPr>
      <p:grpSpPr>
        <a:xfrm>
          <a:off x="0" y="0"/>
          <a:ext cx="0" cy="0"/>
          <a:chOff x="0" y="0"/>
          <a:chExt cx="0" cy="0"/>
        </a:xfrm>
      </p:grpSpPr>
      <p:pic>
        <p:nvPicPr>
          <p:cNvPr id="2" name="Picture 1" descr="Background pattern&#10;&#10;Description automatically generated">
            <a:extLst>
              <a:ext uri="{FF2B5EF4-FFF2-40B4-BE49-F238E27FC236}">
                <a16:creationId xmlns:a16="http://schemas.microsoft.com/office/drawing/2014/main" id="{EEA65B8C-83BE-FB78-395C-EEA09FB61507}"/>
              </a:ext>
            </a:extLst>
          </p:cNvPr>
          <p:cNvPicPr>
            <a:picLocks noChangeAspect="1"/>
          </p:cNvPicPr>
          <p:nvPr userDrawn="1"/>
        </p:nvPicPr>
        <p:blipFill>
          <a:blip r:embed="rId2"/>
          <a:stretch>
            <a:fillRect/>
          </a:stretch>
        </p:blipFill>
        <p:spPr>
          <a:xfrm>
            <a:off x="0" y="0"/>
            <a:ext cx="24384000" cy="13716000"/>
          </a:xfrm>
          <a:prstGeom prst="rect">
            <a:avLst/>
          </a:prstGeom>
        </p:spPr>
      </p:pic>
      <p:sp>
        <p:nvSpPr>
          <p:cNvPr id="10" name="Rounded Rectangle 2">
            <a:extLst>
              <a:ext uri="{FF2B5EF4-FFF2-40B4-BE49-F238E27FC236}">
                <a16:creationId xmlns:a16="http://schemas.microsoft.com/office/drawing/2014/main" id="{C7E3E2A5-20CD-B778-FC82-08E56C07CD66}"/>
              </a:ext>
            </a:extLst>
          </p:cNvPr>
          <p:cNvSpPr/>
          <p:nvPr/>
        </p:nvSpPr>
        <p:spPr>
          <a:xfrm>
            <a:off x="1097280" y="4987636"/>
            <a:ext cx="22028728" cy="4837386"/>
          </a:xfrm>
          <a:prstGeom prst="roundRect">
            <a:avLst>
              <a:gd name="adj" fmla="val 1550"/>
            </a:avLst>
          </a:prstGeom>
          <a:solidFill>
            <a:srgbClr val="F1EEE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3" name="Rounded Rectangle 2">
            <a:extLst>
              <a:ext uri="{FF2B5EF4-FFF2-40B4-BE49-F238E27FC236}">
                <a16:creationId xmlns:a16="http://schemas.microsoft.com/office/drawing/2014/main" id="{F209BC21-5F61-4E32-572C-5438183CE042}"/>
              </a:ext>
            </a:extLst>
          </p:cNvPr>
          <p:cNvSpPr/>
          <p:nvPr/>
        </p:nvSpPr>
        <p:spPr>
          <a:xfrm>
            <a:off x="1097280" y="4987636"/>
            <a:ext cx="22028728" cy="4837386"/>
          </a:xfrm>
          <a:prstGeom prst="roundRect">
            <a:avLst>
              <a:gd name="adj" fmla="val 1550"/>
            </a:avLst>
          </a:prstGeom>
          <a:solidFill>
            <a:srgbClr val="F1EEE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11" name="Text Placeholder 10">
            <a:extLst>
              <a:ext uri="{FF2B5EF4-FFF2-40B4-BE49-F238E27FC236}">
                <a16:creationId xmlns:a16="http://schemas.microsoft.com/office/drawing/2014/main" id="{9B942022-9F0A-BD4C-AF43-752FEFC469E8}"/>
              </a:ext>
            </a:extLst>
          </p:cNvPr>
          <p:cNvSpPr>
            <a:spLocks noGrp="1"/>
          </p:cNvSpPr>
          <p:nvPr>
            <p:ph type="body" sz="quarter" idx="14"/>
          </p:nvPr>
        </p:nvSpPr>
        <p:spPr>
          <a:xfrm>
            <a:off x="1422570" y="3281379"/>
            <a:ext cx="5910995" cy="609600"/>
          </a:xfrm>
          <a:prstGeom prst="rect">
            <a:avLst/>
          </a:prstGeom>
        </p:spPr>
        <p:txBody>
          <a:bodyPr>
            <a:noAutofit/>
          </a:bodyPr>
          <a:lstStyle>
            <a:lvl1pPr marL="0" indent="0">
              <a:buNone/>
              <a:defRPr sz="2000" b="1" i="0" cap="all" spc="200" baseline="0">
                <a:solidFill>
                  <a:srgbClr val="8EE1F0"/>
                </a:solidFill>
                <a:latin typeface="Oracle Sans Semi Bold" panose="020B0503020204020204" pitchFamily="34" charset="0"/>
                <a:cs typeface="Oracle Sans Semi Bold" panose="020B0503020204020204" pitchFamily="34"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GB"/>
              <a:t>Click to edit Master text styles</a:t>
            </a:r>
          </a:p>
        </p:txBody>
      </p:sp>
      <p:sp>
        <p:nvSpPr>
          <p:cNvPr id="15" name="Title 1">
            <a:extLst>
              <a:ext uri="{FF2B5EF4-FFF2-40B4-BE49-F238E27FC236}">
                <a16:creationId xmlns:a16="http://schemas.microsoft.com/office/drawing/2014/main" id="{7FC653B1-DD3C-83B7-99D6-BEA08967F77D}"/>
              </a:ext>
            </a:extLst>
          </p:cNvPr>
          <p:cNvSpPr>
            <a:spLocks noGrp="1"/>
          </p:cNvSpPr>
          <p:nvPr>
            <p:ph type="title"/>
          </p:nvPr>
        </p:nvSpPr>
        <p:spPr>
          <a:xfrm>
            <a:off x="1379697" y="1185357"/>
            <a:ext cx="21370445" cy="1351986"/>
          </a:xfrm>
          <a:prstGeom prst="rect">
            <a:avLst/>
          </a:prstGeom>
        </p:spPr>
        <p:txBody>
          <a:bodyPr anchor="b">
            <a:noAutofit/>
          </a:bodyPr>
          <a:lstStyle>
            <a:lvl1pPr>
              <a:lnSpc>
                <a:spcPct val="100000"/>
              </a:lnSpc>
              <a:defRPr b="0" i="0">
                <a:solidFill>
                  <a:schemeClr val="bg1"/>
                </a:solidFill>
                <a:latin typeface="Oracle Sans Light" panose="020B0403020204020204" pitchFamily="34" charset="0"/>
                <a:cs typeface="Oracle Sans Light" panose="020B0403020204020204" pitchFamily="34" charset="0"/>
              </a:defRPr>
            </a:lvl1pPr>
          </a:lstStyle>
          <a:p>
            <a:r>
              <a:rPr lang="en-GB"/>
              <a:t>Click to edit Master title style</a:t>
            </a:r>
            <a:endParaRPr lang="en-US" dirty="0"/>
          </a:p>
        </p:txBody>
      </p:sp>
      <p:sp>
        <p:nvSpPr>
          <p:cNvPr id="4" name="Picture Placeholder 3">
            <a:extLst>
              <a:ext uri="{FF2B5EF4-FFF2-40B4-BE49-F238E27FC236}">
                <a16:creationId xmlns:a16="http://schemas.microsoft.com/office/drawing/2014/main" id="{ECBDB8C2-1B26-2719-B893-51867E386F93}"/>
              </a:ext>
            </a:extLst>
          </p:cNvPr>
          <p:cNvSpPr>
            <a:spLocks noGrp="1"/>
          </p:cNvSpPr>
          <p:nvPr>
            <p:ph type="pic" sz="quarter" idx="28"/>
          </p:nvPr>
        </p:nvSpPr>
        <p:spPr>
          <a:xfrm>
            <a:off x="1379807" y="5336960"/>
            <a:ext cx="4115604" cy="4114800"/>
          </a:xfrm>
          <a:prstGeom prst="rect">
            <a:avLst/>
          </a:prstGeom>
        </p:spPr>
        <p:txBody>
          <a:bodyPr anchor="ctr">
            <a:normAutofit/>
          </a:bodyPr>
          <a:lstStyle>
            <a:lvl1pPr marL="0" indent="0" algn="ctr">
              <a:buNone/>
              <a:defRPr sz="3200"/>
            </a:lvl1pPr>
          </a:lstStyle>
          <a:p>
            <a:r>
              <a:rPr lang="en-GB"/>
              <a:t>Click icon to add picture</a:t>
            </a:r>
            <a:endParaRPr lang="en-US"/>
          </a:p>
        </p:txBody>
      </p:sp>
      <p:sp>
        <p:nvSpPr>
          <p:cNvPr id="28" name="Picture Placeholder 3">
            <a:extLst>
              <a:ext uri="{FF2B5EF4-FFF2-40B4-BE49-F238E27FC236}">
                <a16:creationId xmlns:a16="http://schemas.microsoft.com/office/drawing/2014/main" id="{687F6D29-CAD5-5216-A7ED-BFCF7587BAA7}"/>
              </a:ext>
            </a:extLst>
          </p:cNvPr>
          <p:cNvSpPr>
            <a:spLocks noGrp="1"/>
          </p:cNvSpPr>
          <p:nvPr>
            <p:ph type="pic" sz="quarter" idx="29"/>
          </p:nvPr>
        </p:nvSpPr>
        <p:spPr>
          <a:xfrm>
            <a:off x="5695475" y="5336960"/>
            <a:ext cx="4115604" cy="4114800"/>
          </a:xfrm>
          <a:prstGeom prst="rect">
            <a:avLst/>
          </a:prstGeom>
        </p:spPr>
        <p:txBody>
          <a:bodyPr anchor="ctr">
            <a:normAutofit/>
          </a:bodyPr>
          <a:lstStyle>
            <a:lvl1pPr marL="0" indent="0" algn="ctr">
              <a:buNone/>
              <a:defRPr sz="3200"/>
            </a:lvl1pPr>
          </a:lstStyle>
          <a:p>
            <a:r>
              <a:rPr lang="en-GB"/>
              <a:t>Click icon to add picture</a:t>
            </a:r>
            <a:endParaRPr lang="en-US"/>
          </a:p>
        </p:txBody>
      </p:sp>
      <p:sp>
        <p:nvSpPr>
          <p:cNvPr id="29" name="Picture Placeholder 3">
            <a:extLst>
              <a:ext uri="{FF2B5EF4-FFF2-40B4-BE49-F238E27FC236}">
                <a16:creationId xmlns:a16="http://schemas.microsoft.com/office/drawing/2014/main" id="{9FFBAC28-5147-6B39-DB3A-9A7732D53353}"/>
              </a:ext>
            </a:extLst>
          </p:cNvPr>
          <p:cNvSpPr>
            <a:spLocks noGrp="1"/>
          </p:cNvSpPr>
          <p:nvPr>
            <p:ph type="pic" sz="quarter" idx="30"/>
          </p:nvPr>
        </p:nvSpPr>
        <p:spPr>
          <a:xfrm>
            <a:off x="10011143" y="5336960"/>
            <a:ext cx="4115604" cy="4114800"/>
          </a:xfrm>
          <a:prstGeom prst="rect">
            <a:avLst/>
          </a:prstGeom>
        </p:spPr>
        <p:txBody>
          <a:bodyPr anchor="ctr">
            <a:normAutofit/>
          </a:bodyPr>
          <a:lstStyle>
            <a:lvl1pPr marL="0" indent="0" algn="ctr">
              <a:buNone/>
              <a:defRPr sz="3200"/>
            </a:lvl1pPr>
          </a:lstStyle>
          <a:p>
            <a:r>
              <a:rPr lang="en-GB"/>
              <a:t>Click icon to add picture</a:t>
            </a:r>
            <a:endParaRPr lang="en-US"/>
          </a:p>
        </p:txBody>
      </p:sp>
      <p:sp>
        <p:nvSpPr>
          <p:cNvPr id="30" name="Picture Placeholder 3">
            <a:extLst>
              <a:ext uri="{FF2B5EF4-FFF2-40B4-BE49-F238E27FC236}">
                <a16:creationId xmlns:a16="http://schemas.microsoft.com/office/drawing/2014/main" id="{D0BB7290-BC7E-548A-14B0-1AC54E91DE73}"/>
              </a:ext>
            </a:extLst>
          </p:cNvPr>
          <p:cNvSpPr>
            <a:spLocks noGrp="1"/>
          </p:cNvSpPr>
          <p:nvPr>
            <p:ph type="pic" sz="quarter" idx="31"/>
          </p:nvPr>
        </p:nvSpPr>
        <p:spPr>
          <a:xfrm>
            <a:off x="14326810" y="5336960"/>
            <a:ext cx="4115604" cy="4114800"/>
          </a:xfrm>
          <a:prstGeom prst="rect">
            <a:avLst/>
          </a:prstGeom>
        </p:spPr>
        <p:txBody>
          <a:bodyPr anchor="ctr">
            <a:normAutofit/>
          </a:bodyPr>
          <a:lstStyle>
            <a:lvl1pPr marL="0" indent="0" algn="ctr">
              <a:buNone/>
              <a:defRPr sz="3200"/>
            </a:lvl1pPr>
          </a:lstStyle>
          <a:p>
            <a:r>
              <a:rPr lang="en-GB"/>
              <a:t>Click icon to add picture</a:t>
            </a:r>
            <a:endParaRPr lang="en-US"/>
          </a:p>
        </p:txBody>
      </p:sp>
      <p:sp>
        <p:nvSpPr>
          <p:cNvPr id="31" name="Picture Placeholder 3">
            <a:extLst>
              <a:ext uri="{FF2B5EF4-FFF2-40B4-BE49-F238E27FC236}">
                <a16:creationId xmlns:a16="http://schemas.microsoft.com/office/drawing/2014/main" id="{0E680EAD-1C78-FF7B-C8FA-6CD8AE32C04B}"/>
              </a:ext>
            </a:extLst>
          </p:cNvPr>
          <p:cNvSpPr>
            <a:spLocks noGrp="1"/>
          </p:cNvSpPr>
          <p:nvPr>
            <p:ph type="pic" sz="quarter" idx="32"/>
          </p:nvPr>
        </p:nvSpPr>
        <p:spPr>
          <a:xfrm>
            <a:off x="18642478" y="5336960"/>
            <a:ext cx="4115604" cy="4114800"/>
          </a:xfrm>
          <a:prstGeom prst="rect">
            <a:avLst/>
          </a:prstGeom>
        </p:spPr>
        <p:txBody>
          <a:bodyPr anchor="ctr">
            <a:normAutofit/>
          </a:bodyPr>
          <a:lstStyle>
            <a:lvl1pPr marL="0" indent="0" algn="ctr">
              <a:buNone/>
              <a:defRPr sz="3200"/>
            </a:lvl1pPr>
          </a:lstStyle>
          <a:p>
            <a:r>
              <a:rPr lang="en-GB"/>
              <a:t>Click icon to add picture</a:t>
            </a:r>
            <a:endParaRPr lang="en-US"/>
          </a:p>
        </p:txBody>
      </p:sp>
      <p:sp>
        <p:nvSpPr>
          <p:cNvPr id="5" name="Footer Placeholder 3">
            <a:extLst>
              <a:ext uri="{FF2B5EF4-FFF2-40B4-BE49-F238E27FC236}">
                <a16:creationId xmlns:a16="http://schemas.microsoft.com/office/drawing/2014/main" id="{5C34FE33-1747-785F-C688-DBDC777EEAC4}"/>
              </a:ext>
            </a:extLst>
          </p:cNvPr>
          <p:cNvSpPr>
            <a:spLocks noGrp="1"/>
          </p:cNvSpPr>
          <p:nvPr>
            <p:ph type="ftr" sz="quarter" idx="3"/>
          </p:nvPr>
        </p:nvSpPr>
        <p:spPr>
          <a:xfrm>
            <a:off x="1411345" y="12985749"/>
            <a:ext cx="10052413" cy="730250"/>
          </a:xfrm>
          <a:prstGeom prst="rect">
            <a:avLst/>
          </a:prstGeom>
        </p:spPr>
        <p:txBody>
          <a:bodyPr vert="horz" lIns="91440" tIns="45720" rIns="91440" bIns="45720" rtlCol="0" anchor="ctr"/>
          <a:lstStyle>
            <a:lvl1pPr algn="l">
              <a:defRPr sz="1400" b="0" i="0">
                <a:solidFill>
                  <a:schemeClr val="bg2"/>
                </a:solidFill>
                <a:latin typeface="Oracle Sans Light" panose="020B0403020204020204" pitchFamily="34" charset="0"/>
                <a:cs typeface="Oracle Sans Light" panose="020B0403020204020204" pitchFamily="34" charset="0"/>
              </a:defRPr>
            </a:lvl1p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CA" sz="1400" b="0" i="0" u="none" strike="noStrike" kern="1200" cap="none" spc="0" normalizeH="0" baseline="0" noProof="0" dirty="0">
                <a:ln>
                  <a:noFill/>
                </a:ln>
                <a:solidFill>
                  <a:schemeClr val="bg2"/>
                </a:solidFill>
                <a:effectLst/>
                <a:uLnTx/>
                <a:uFillTx/>
                <a:latin typeface="Oracle Sans Light" panose="020B0403020204020204" pitchFamily="34" charset="0"/>
                <a:ea typeface="+mn-ea"/>
                <a:cs typeface="Oracle Sans Light" panose="020B0403020204020204" pitchFamily="34" charset="0"/>
              </a:rPr>
              <a:t>Java Day Copyright © 2024, Oracle and/or its affiliates</a:t>
            </a:r>
          </a:p>
        </p:txBody>
      </p:sp>
      <p:sp>
        <p:nvSpPr>
          <p:cNvPr id="6" name="Slide Number Placeholder 5">
            <a:extLst>
              <a:ext uri="{FF2B5EF4-FFF2-40B4-BE49-F238E27FC236}">
                <a16:creationId xmlns:a16="http://schemas.microsoft.com/office/drawing/2014/main" id="{713079BD-762E-12CB-ADDD-D2683510903E}"/>
              </a:ext>
            </a:extLst>
          </p:cNvPr>
          <p:cNvSpPr>
            <a:spLocks noGrp="1"/>
          </p:cNvSpPr>
          <p:nvPr>
            <p:ph type="sldNum" sz="quarter" idx="4"/>
          </p:nvPr>
        </p:nvSpPr>
        <p:spPr>
          <a:xfrm>
            <a:off x="449152" y="12985749"/>
            <a:ext cx="871646" cy="730250"/>
          </a:xfrm>
          <a:prstGeom prst="rect">
            <a:avLst/>
          </a:prstGeom>
        </p:spPr>
        <p:txBody>
          <a:bodyPr vert="horz" lIns="91440" tIns="45720" rIns="91440" bIns="45720" rtlCol="0" anchor="ctr"/>
          <a:lstStyle>
            <a:lvl1pPr algn="l">
              <a:defRPr sz="1600">
                <a:solidFill>
                  <a:schemeClr val="bg2"/>
                </a:solidFill>
                <a:latin typeface="Oracle Sans" panose="020B0503020204020204" pitchFamily="34" charset="0"/>
                <a:cs typeface="Oracle Sans" panose="020B0503020204020204" pitchFamily="34" charset="0"/>
              </a:defRPr>
            </a:lvl1pPr>
          </a:lstStyle>
          <a:p>
            <a:fld id="{CFF4B978-1D82-7745-80C5-DBABA6B131D3}" type="slidenum">
              <a:rPr lang="en-US" smtClean="0"/>
              <a:pPr/>
              <a:t>‹#›</a:t>
            </a:fld>
            <a:endParaRPr lang="en-US"/>
          </a:p>
        </p:txBody>
      </p:sp>
      <p:pic>
        <p:nvPicPr>
          <p:cNvPr id="7" name="Picture 6">
            <a:extLst>
              <a:ext uri="{FF2B5EF4-FFF2-40B4-BE49-F238E27FC236}">
                <a16:creationId xmlns:a16="http://schemas.microsoft.com/office/drawing/2014/main" id="{DBF3467C-D82E-C4ED-554B-39AE6258CEC0}"/>
              </a:ext>
            </a:extLst>
          </p:cNvPr>
          <p:cNvPicPr>
            <a:picLocks noChangeAspect="1"/>
          </p:cNvPicPr>
          <p:nvPr userDrawn="1"/>
        </p:nvPicPr>
        <p:blipFill>
          <a:blip r:embed="rId3">
            <a:alphaModFix/>
          </a:blip>
          <a:stretch>
            <a:fillRect/>
          </a:stretch>
        </p:blipFill>
        <p:spPr>
          <a:xfrm>
            <a:off x="22762011" y="12898102"/>
            <a:ext cx="817080" cy="827423"/>
          </a:xfrm>
          <a:prstGeom prst="rect">
            <a:avLst/>
          </a:prstGeom>
        </p:spPr>
      </p:pic>
    </p:spTree>
    <p:extLst>
      <p:ext uri="{BB962C8B-B14F-4D97-AF65-F5344CB8AC3E}">
        <p14:creationId xmlns:p14="http://schemas.microsoft.com/office/powerpoint/2010/main" val="383862074"/>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showMasterSp="0" preserve="1">
  <p:cSld name="Logo Wall 10">
    <p:bg>
      <p:bgPr>
        <a:solidFill>
          <a:srgbClr val="00758F"/>
        </a:solidFill>
        <a:effectLst/>
      </p:bgPr>
    </p:bg>
    <p:spTree>
      <p:nvGrpSpPr>
        <p:cNvPr id="1" name=""/>
        <p:cNvGrpSpPr/>
        <p:nvPr/>
      </p:nvGrpSpPr>
      <p:grpSpPr>
        <a:xfrm>
          <a:off x="0" y="0"/>
          <a:ext cx="0" cy="0"/>
          <a:chOff x="0" y="0"/>
          <a:chExt cx="0" cy="0"/>
        </a:xfrm>
      </p:grpSpPr>
      <p:pic>
        <p:nvPicPr>
          <p:cNvPr id="3" name="Picture 2" descr="Background pattern&#10;&#10;Description automatically generated">
            <a:extLst>
              <a:ext uri="{FF2B5EF4-FFF2-40B4-BE49-F238E27FC236}">
                <a16:creationId xmlns:a16="http://schemas.microsoft.com/office/drawing/2014/main" id="{D43B83BB-3643-045A-56BE-C7F22CE639F7}"/>
              </a:ext>
            </a:extLst>
          </p:cNvPr>
          <p:cNvPicPr>
            <a:picLocks noChangeAspect="1"/>
          </p:cNvPicPr>
          <p:nvPr userDrawn="1"/>
        </p:nvPicPr>
        <p:blipFill>
          <a:blip r:embed="rId2"/>
          <a:stretch>
            <a:fillRect/>
          </a:stretch>
        </p:blipFill>
        <p:spPr>
          <a:xfrm>
            <a:off x="0" y="0"/>
            <a:ext cx="24384000" cy="13716000"/>
          </a:xfrm>
          <a:prstGeom prst="rect">
            <a:avLst/>
          </a:prstGeom>
        </p:spPr>
      </p:pic>
      <p:sp>
        <p:nvSpPr>
          <p:cNvPr id="18" name="Rounded Rectangle 1">
            <a:extLst>
              <a:ext uri="{FF2B5EF4-FFF2-40B4-BE49-F238E27FC236}">
                <a16:creationId xmlns:a16="http://schemas.microsoft.com/office/drawing/2014/main" id="{391F3E9F-1539-4D73-C56E-0D1F71A0DFE4}"/>
              </a:ext>
            </a:extLst>
          </p:cNvPr>
          <p:cNvSpPr/>
          <p:nvPr/>
        </p:nvSpPr>
        <p:spPr>
          <a:xfrm>
            <a:off x="1097280" y="4446452"/>
            <a:ext cx="22028728" cy="7921196"/>
          </a:xfrm>
          <a:prstGeom prst="roundRect">
            <a:avLst>
              <a:gd name="adj" fmla="val 1550"/>
            </a:avLst>
          </a:prstGeom>
          <a:solidFill>
            <a:srgbClr val="F1EEE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2" name="Rounded Rectangle 1">
            <a:extLst>
              <a:ext uri="{FF2B5EF4-FFF2-40B4-BE49-F238E27FC236}">
                <a16:creationId xmlns:a16="http://schemas.microsoft.com/office/drawing/2014/main" id="{3EF409E2-3BF4-1D6A-CFB0-9C7D486037B0}"/>
              </a:ext>
            </a:extLst>
          </p:cNvPr>
          <p:cNvSpPr/>
          <p:nvPr/>
        </p:nvSpPr>
        <p:spPr>
          <a:xfrm>
            <a:off x="1097280" y="4446452"/>
            <a:ext cx="22028728" cy="7921196"/>
          </a:xfrm>
          <a:prstGeom prst="roundRect">
            <a:avLst>
              <a:gd name="adj" fmla="val 1550"/>
            </a:avLst>
          </a:prstGeom>
          <a:solidFill>
            <a:srgbClr val="F1EEE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11" name="Text Placeholder 10">
            <a:extLst>
              <a:ext uri="{FF2B5EF4-FFF2-40B4-BE49-F238E27FC236}">
                <a16:creationId xmlns:a16="http://schemas.microsoft.com/office/drawing/2014/main" id="{9B942022-9F0A-BD4C-AF43-752FEFC469E8}"/>
              </a:ext>
            </a:extLst>
          </p:cNvPr>
          <p:cNvSpPr>
            <a:spLocks noGrp="1"/>
          </p:cNvSpPr>
          <p:nvPr>
            <p:ph type="body" sz="quarter" idx="14"/>
          </p:nvPr>
        </p:nvSpPr>
        <p:spPr>
          <a:xfrm>
            <a:off x="1422570" y="3281379"/>
            <a:ext cx="5910995" cy="609600"/>
          </a:xfrm>
          <a:prstGeom prst="rect">
            <a:avLst/>
          </a:prstGeom>
        </p:spPr>
        <p:txBody>
          <a:bodyPr>
            <a:noAutofit/>
          </a:bodyPr>
          <a:lstStyle>
            <a:lvl1pPr marL="0" indent="0">
              <a:buNone/>
              <a:defRPr sz="2000" b="1" i="0" cap="all" spc="200" baseline="0">
                <a:solidFill>
                  <a:srgbClr val="8EE1F0"/>
                </a:solidFill>
                <a:latin typeface="Oracle Sans Semi Bold" panose="020B0503020204020204" pitchFamily="34" charset="0"/>
                <a:cs typeface="Oracle Sans Semi Bold" panose="020B0503020204020204" pitchFamily="34"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GB"/>
              <a:t>Click to edit Master text styles</a:t>
            </a:r>
          </a:p>
        </p:txBody>
      </p:sp>
      <p:sp>
        <p:nvSpPr>
          <p:cNvPr id="15" name="Title 1">
            <a:extLst>
              <a:ext uri="{FF2B5EF4-FFF2-40B4-BE49-F238E27FC236}">
                <a16:creationId xmlns:a16="http://schemas.microsoft.com/office/drawing/2014/main" id="{7FC653B1-DD3C-83B7-99D6-BEA08967F77D}"/>
              </a:ext>
            </a:extLst>
          </p:cNvPr>
          <p:cNvSpPr>
            <a:spLocks noGrp="1"/>
          </p:cNvSpPr>
          <p:nvPr>
            <p:ph type="title"/>
          </p:nvPr>
        </p:nvSpPr>
        <p:spPr>
          <a:xfrm>
            <a:off x="1379697" y="1185357"/>
            <a:ext cx="21370445" cy="1351986"/>
          </a:xfrm>
          <a:prstGeom prst="rect">
            <a:avLst/>
          </a:prstGeom>
        </p:spPr>
        <p:txBody>
          <a:bodyPr anchor="b">
            <a:noAutofit/>
          </a:bodyPr>
          <a:lstStyle>
            <a:lvl1pPr>
              <a:lnSpc>
                <a:spcPct val="100000"/>
              </a:lnSpc>
              <a:defRPr b="0" i="0">
                <a:solidFill>
                  <a:schemeClr val="bg1"/>
                </a:solidFill>
                <a:latin typeface="Oracle Sans Light" panose="020B0403020204020204" pitchFamily="34" charset="0"/>
                <a:cs typeface="Oracle Sans Light" panose="020B0403020204020204" pitchFamily="34" charset="0"/>
              </a:defRPr>
            </a:lvl1pPr>
          </a:lstStyle>
          <a:p>
            <a:r>
              <a:rPr lang="en-GB"/>
              <a:t>Click to edit Master title style</a:t>
            </a:r>
            <a:endParaRPr lang="en-US" dirty="0"/>
          </a:p>
        </p:txBody>
      </p:sp>
      <p:sp>
        <p:nvSpPr>
          <p:cNvPr id="4" name="Picture Placeholder 3">
            <a:extLst>
              <a:ext uri="{FF2B5EF4-FFF2-40B4-BE49-F238E27FC236}">
                <a16:creationId xmlns:a16="http://schemas.microsoft.com/office/drawing/2014/main" id="{ECBDB8C2-1B26-2719-B893-51867E386F93}"/>
              </a:ext>
            </a:extLst>
          </p:cNvPr>
          <p:cNvSpPr>
            <a:spLocks noGrp="1"/>
          </p:cNvSpPr>
          <p:nvPr>
            <p:ph type="pic" sz="quarter" idx="28"/>
          </p:nvPr>
        </p:nvSpPr>
        <p:spPr>
          <a:xfrm>
            <a:off x="1379807" y="4762500"/>
            <a:ext cx="4115604" cy="3524756"/>
          </a:xfrm>
          <a:prstGeom prst="rect">
            <a:avLst/>
          </a:prstGeom>
        </p:spPr>
        <p:txBody>
          <a:bodyPr anchor="ctr">
            <a:normAutofit/>
          </a:bodyPr>
          <a:lstStyle>
            <a:lvl1pPr marL="0" indent="0" algn="ctr">
              <a:buNone/>
              <a:defRPr sz="3200"/>
            </a:lvl1pPr>
          </a:lstStyle>
          <a:p>
            <a:r>
              <a:rPr lang="en-GB"/>
              <a:t>Click icon to add picture</a:t>
            </a:r>
            <a:endParaRPr lang="en-US"/>
          </a:p>
        </p:txBody>
      </p:sp>
      <p:sp>
        <p:nvSpPr>
          <p:cNvPr id="28" name="Picture Placeholder 3">
            <a:extLst>
              <a:ext uri="{FF2B5EF4-FFF2-40B4-BE49-F238E27FC236}">
                <a16:creationId xmlns:a16="http://schemas.microsoft.com/office/drawing/2014/main" id="{687F6D29-CAD5-5216-A7ED-BFCF7587BAA7}"/>
              </a:ext>
            </a:extLst>
          </p:cNvPr>
          <p:cNvSpPr>
            <a:spLocks noGrp="1"/>
          </p:cNvSpPr>
          <p:nvPr>
            <p:ph type="pic" sz="quarter" idx="29"/>
          </p:nvPr>
        </p:nvSpPr>
        <p:spPr>
          <a:xfrm>
            <a:off x="5695475" y="4762500"/>
            <a:ext cx="4115604" cy="3524756"/>
          </a:xfrm>
          <a:prstGeom prst="rect">
            <a:avLst/>
          </a:prstGeom>
        </p:spPr>
        <p:txBody>
          <a:bodyPr anchor="ctr">
            <a:normAutofit/>
          </a:bodyPr>
          <a:lstStyle>
            <a:lvl1pPr marL="0" indent="0" algn="ctr">
              <a:buNone/>
              <a:defRPr sz="3200"/>
            </a:lvl1pPr>
          </a:lstStyle>
          <a:p>
            <a:r>
              <a:rPr lang="en-GB"/>
              <a:t>Click icon to add picture</a:t>
            </a:r>
            <a:endParaRPr lang="en-US"/>
          </a:p>
        </p:txBody>
      </p:sp>
      <p:sp>
        <p:nvSpPr>
          <p:cNvPr id="29" name="Picture Placeholder 3">
            <a:extLst>
              <a:ext uri="{FF2B5EF4-FFF2-40B4-BE49-F238E27FC236}">
                <a16:creationId xmlns:a16="http://schemas.microsoft.com/office/drawing/2014/main" id="{9FFBAC28-5147-6B39-DB3A-9A7732D53353}"/>
              </a:ext>
            </a:extLst>
          </p:cNvPr>
          <p:cNvSpPr>
            <a:spLocks noGrp="1"/>
          </p:cNvSpPr>
          <p:nvPr>
            <p:ph type="pic" sz="quarter" idx="30"/>
          </p:nvPr>
        </p:nvSpPr>
        <p:spPr>
          <a:xfrm>
            <a:off x="10011143" y="4762500"/>
            <a:ext cx="4115604" cy="3524756"/>
          </a:xfrm>
          <a:prstGeom prst="rect">
            <a:avLst/>
          </a:prstGeom>
        </p:spPr>
        <p:txBody>
          <a:bodyPr anchor="ctr">
            <a:normAutofit/>
          </a:bodyPr>
          <a:lstStyle>
            <a:lvl1pPr marL="0" indent="0" algn="ctr">
              <a:buNone/>
              <a:defRPr sz="3200"/>
            </a:lvl1pPr>
          </a:lstStyle>
          <a:p>
            <a:r>
              <a:rPr lang="en-GB"/>
              <a:t>Click icon to add picture</a:t>
            </a:r>
            <a:endParaRPr lang="en-US"/>
          </a:p>
        </p:txBody>
      </p:sp>
      <p:sp>
        <p:nvSpPr>
          <p:cNvPr id="30" name="Picture Placeholder 3">
            <a:extLst>
              <a:ext uri="{FF2B5EF4-FFF2-40B4-BE49-F238E27FC236}">
                <a16:creationId xmlns:a16="http://schemas.microsoft.com/office/drawing/2014/main" id="{D0BB7290-BC7E-548A-14B0-1AC54E91DE73}"/>
              </a:ext>
            </a:extLst>
          </p:cNvPr>
          <p:cNvSpPr>
            <a:spLocks noGrp="1"/>
          </p:cNvSpPr>
          <p:nvPr>
            <p:ph type="pic" sz="quarter" idx="31"/>
          </p:nvPr>
        </p:nvSpPr>
        <p:spPr>
          <a:xfrm>
            <a:off x="14326810" y="4762500"/>
            <a:ext cx="4115604" cy="3524756"/>
          </a:xfrm>
          <a:prstGeom prst="rect">
            <a:avLst/>
          </a:prstGeom>
        </p:spPr>
        <p:txBody>
          <a:bodyPr anchor="ctr">
            <a:normAutofit/>
          </a:bodyPr>
          <a:lstStyle>
            <a:lvl1pPr marL="0" indent="0" algn="ctr">
              <a:buNone/>
              <a:defRPr sz="3200"/>
            </a:lvl1pPr>
          </a:lstStyle>
          <a:p>
            <a:r>
              <a:rPr lang="en-GB"/>
              <a:t>Click icon to add picture</a:t>
            </a:r>
            <a:endParaRPr lang="en-US"/>
          </a:p>
        </p:txBody>
      </p:sp>
      <p:sp>
        <p:nvSpPr>
          <p:cNvPr id="31" name="Picture Placeholder 3">
            <a:extLst>
              <a:ext uri="{FF2B5EF4-FFF2-40B4-BE49-F238E27FC236}">
                <a16:creationId xmlns:a16="http://schemas.microsoft.com/office/drawing/2014/main" id="{0E680EAD-1C78-FF7B-C8FA-6CD8AE32C04B}"/>
              </a:ext>
            </a:extLst>
          </p:cNvPr>
          <p:cNvSpPr>
            <a:spLocks noGrp="1"/>
          </p:cNvSpPr>
          <p:nvPr>
            <p:ph type="pic" sz="quarter" idx="32"/>
          </p:nvPr>
        </p:nvSpPr>
        <p:spPr>
          <a:xfrm>
            <a:off x="18642478" y="4762500"/>
            <a:ext cx="4115604" cy="3524756"/>
          </a:xfrm>
          <a:prstGeom prst="rect">
            <a:avLst/>
          </a:prstGeom>
        </p:spPr>
        <p:txBody>
          <a:bodyPr anchor="ctr">
            <a:normAutofit/>
          </a:bodyPr>
          <a:lstStyle>
            <a:lvl1pPr marL="0" indent="0" algn="ctr">
              <a:buNone/>
              <a:defRPr sz="3200"/>
            </a:lvl1pPr>
          </a:lstStyle>
          <a:p>
            <a:r>
              <a:rPr lang="en-GB"/>
              <a:t>Click icon to add picture</a:t>
            </a:r>
            <a:endParaRPr lang="en-US"/>
          </a:p>
        </p:txBody>
      </p:sp>
      <p:sp>
        <p:nvSpPr>
          <p:cNvPr id="12" name="Picture Placeholder 3">
            <a:extLst>
              <a:ext uri="{FF2B5EF4-FFF2-40B4-BE49-F238E27FC236}">
                <a16:creationId xmlns:a16="http://schemas.microsoft.com/office/drawing/2014/main" id="{E7DB89CA-030F-647C-3A3C-BAD744E67595}"/>
              </a:ext>
            </a:extLst>
          </p:cNvPr>
          <p:cNvSpPr>
            <a:spLocks noGrp="1"/>
          </p:cNvSpPr>
          <p:nvPr>
            <p:ph type="pic" sz="quarter" idx="33"/>
          </p:nvPr>
        </p:nvSpPr>
        <p:spPr>
          <a:xfrm>
            <a:off x="1379807" y="8514844"/>
            <a:ext cx="4115604" cy="3524756"/>
          </a:xfrm>
          <a:prstGeom prst="rect">
            <a:avLst/>
          </a:prstGeom>
        </p:spPr>
        <p:txBody>
          <a:bodyPr anchor="ctr">
            <a:normAutofit/>
          </a:bodyPr>
          <a:lstStyle>
            <a:lvl1pPr marL="0" indent="0" algn="ctr">
              <a:buNone/>
              <a:defRPr sz="3200"/>
            </a:lvl1pPr>
          </a:lstStyle>
          <a:p>
            <a:r>
              <a:rPr lang="en-GB"/>
              <a:t>Click icon to add picture</a:t>
            </a:r>
            <a:endParaRPr lang="en-US"/>
          </a:p>
        </p:txBody>
      </p:sp>
      <p:sp>
        <p:nvSpPr>
          <p:cNvPr id="13" name="Picture Placeholder 3">
            <a:extLst>
              <a:ext uri="{FF2B5EF4-FFF2-40B4-BE49-F238E27FC236}">
                <a16:creationId xmlns:a16="http://schemas.microsoft.com/office/drawing/2014/main" id="{B2BA326C-DF3A-CFEA-051A-D12F36AABB08}"/>
              </a:ext>
            </a:extLst>
          </p:cNvPr>
          <p:cNvSpPr>
            <a:spLocks noGrp="1"/>
          </p:cNvSpPr>
          <p:nvPr>
            <p:ph type="pic" sz="quarter" idx="34"/>
          </p:nvPr>
        </p:nvSpPr>
        <p:spPr>
          <a:xfrm>
            <a:off x="5695475" y="8514844"/>
            <a:ext cx="4115604" cy="3524756"/>
          </a:xfrm>
          <a:prstGeom prst="rect">
            <a:avLst/>
          </a:prstGeom>
        </p:spPr>
        <p:txBody>
          <a:bodyPr anchor="ctr">
            <a:normAutofit/>
          </a:bodyPr>
          <a:lstStyle>
            <a:lvl1pPr marL="0" indent="0" algn="ctr">
              <a:buNone/>
              <a:defRPr sz="3200"/>
            </a:lvl1pPr>
          </a:lstStyle>
          <a:p>
            <a:r>
              <a:rPr lang="en-GB"/>
              <a:t>Click icon to add picture</a:t>
            </a:r>
            <a:endParaRPr lang="en-US"/>
          </a:p>
        </p:txBody>
      </p:sp>
      <p:sp>
        <p:nvSpPr>
          <p:cNvPr id="14" name="Picture Placeholder 3">
            <a:extLst>
              <a:ext uri="{FF2B5EF4-FFF2-40B4-BE49-F238E27FC236}">
                <a16:creationId xmlns:a16="http://schemas.microsoft.com/office/drawing/2014/main" id="{7BDEDC64-2601-A8BF-762A-8BC832045E93}"/>
              </a:ext>
            </a:extLst>
          </p:cNvPr>
          <p:cNvSpPr>
            <a:spLocks noGrp="1"/>
          </p:cNvSpPr>
          <p:nvPr>
            <p:ph type="pic" sz="quarter" idx="35"/>
          </p:nvPr>
        </p:nvSpPr>
        <p:spPr>
          <a:xfrm>
            <a:off x="10011143" y="8514844"/>
            <a:ext cx="4115604" cy="3524756"/>
          </a:xfrm>
          <a:prstGeom prst="rect">
            <a:avLst/>
          </a:prstGeom>
        </p:spPr>
        <p:txBody>
          <a:bodyPr anchor="ctr">
            <a:normAutofit/>
          </a:bodyPr>
          <a:lstStyle>
            <a:lvl1pPr marL="0" indent="0" algn="ctr">
              <a:buNone/>
              <a:defRPr sz="3200"/>
            </a:lvl1pPr>
          </a:lstStyle>
          <a:p>
            <a:r>
              <a:rPr lang="en-GB"/>
              <a:t>Click icon to add picture</a:t>
            </a:r>
            <a:endParaRPr lang="en-US"/>
          </a:p>
        </p:txBody>
      </p:sp>
      <p:sp>
        <p:nvSpPr>
          <p:cNvPr id="16" name="Picture Placeholder 3">
            <a:extLst>
              <a:ext uri="{FF2B5EF4-FFF2-40B4-BE49-F238E27FC236}">
                <a16:creationId xmlns:a16="http://schemas.microsoft.com/office/drawing/2014/main" id="{C2F7B804-3193-E934-2BD5-9BCE826859A2}"/>
              </a:ext>
            </a:extLst>
          </p:cNvPr>
          <p:cNvSpPr>
            <a:spLocks noGrp="1"/>
          </p:cNvSpPr>
          <p:nvPr>
            <p:ph type="pic" sz="quarter" idx="36"/>
          </p:nvPr>
        </p:nvSpPr>
        <p:spPr>
          <a:xfrm>
            <a:off x="14326810" y="8514844"/>
            <a:ext cx="4115604" cy="3524756"/>
          </a:xfrm>
          <a:prstGeom prst="rect">
            <a:avLst/>
          </a:prstGeom>
        </p:spPr>
        <p:txBody>
          <a:bodyPr anchor="ctr">
            <a:normAutofit/>
          </a:bodyPr>
          <a:lstStyle>
            <a:lvl1pPr marL="0" indent="0" algn="ctr">
              <a:buNone/>
              <a:defRPr sz="3200"/>
            </a:lvl1pPr>
          </a:lstStyle>
          <a:p>
            <a:r>
              <a:rPr lang="en-GB"/>
              <a:t>Click icon to add picture</a:t>
            </a:r>
            <a:endParaRPr lang="en-US"/>
          </a:p>
        </p:txBody>
      </p:sp>
      <p:sp>
        <p:nvSpPr>
          <p:cNvPr id="17" name="Picture Placeholder 3">
            <a:extLst>
              <a:ext uri="{FF2B5EF4-FFF2-40B4-BE49-F238E27FC236}">
                <a16:creationId xmlns:a16="http://schemas.microsoft.com/office/drawing/2014/main" id="{528F92F4-A4DD-493F-D574-E495A88B3D13}"/>
              </a:ext>
            </a:extLst>
          </p:cNvPr>
          <p:cNvSpPr>
            <a:spLocks noGrp="1"/>
          </p:cNvSpPr>
          <p:nvPr>
            <p:ph type="pic" sz="quarter" idx="37"/>
          </p:nvPr>
        </p:nvSpPr>
        <p:spPr>
          <a:xfrm>
            <a:off x="18642478" y="8514844"/>
            <a:ext cx="4115604" cy="3524756"/>
          </a:xfrm>
          <a:prstGeom prst="rect">
            <a:avLst/>
          </a:prstGeom>
        </p:spPr>
        <p:txBody>
          <a:bodyPr anchor="ctr">
            <a:normAutofit/>
          </a:bodyPr>
          <a:lstStyle>
            <a:lvl1pPr marL="0" indent="0" algn="ctr">
              <a:buNone/>
              <a:defRPr sz="3200"/>
            </a:lvl1pPr>
          </a:lstStyle>
          <a:p>
            <a:r>
              <a:rPr lang="en-GB"/>
              <a:t>Click icon to add picture</a:t>
            </a:r>
            <a:endParaRPr lang="en-US"/>
          </a:p>
        </p:txBody>
      </p:sp>
      <p:sp>
        <p:nvSpPr>
          <p:cNvPr id="5" name="Footer Placeholder 3">
            <a:extLst>
              <a:ext uri="{FF2B5EF4-FFF2-40B4-BE49-F238E27FC236}">
                <a16:creationId xmlns:a16="http://schemas.microsoft.com/office/drawing/2014/main" id="{9A33D9B5-9BAE-6138-3A15-FCBC03051C8D}"/>
              </a:ext>
            </a:extLst>
          </p:cNvPr>
          <p:cNvSpPr>
            <a:spLocks noGrp="1"/>
          </p:cNvSpPr>
          <p:nvPr>
            <p:ph type="ftr" sz="quarter" idx="3"/>
          </p:nvPr>
        </p:nvSpPr>
        <p:spPr>
          <a:xfrm>
            <a:off x="1411345" y="12985749"/>
            <a:ext cx="10052413" cy="730250"/>
          </a:xfrm>
          <a:prstGeom prst="rect">
            <a:avLst/>
          </a:prstGeom>
        </p:spPr>
        <p:txBody>
          <a:bodyPr vert="horz" lIns="91440" tIns="45720" rIns="91440" bIns="45720" rtlCol="0" anchor="ctr"/>
          <a:lstStyle>
            <a:lvl1pPr algn="l">
              <a:defRPr sz="1400" b="0" i="0">
                <a:solidFill>
                  <a:schemeClr val="bg2"/>
                </a:solidFill>
                <a:latin typeface="Oracle Sans Light" panose="020B0403020204020204" pitchFamily="34" charset="0"/>
                <a:cs typeface="Oracle Sans Light" panose="020B0403020204020204" pitchFamily="34" charset="0"/>
              </a:defRPr>
            </a:lvl1p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CA" sz="1400" b="0" i="0" u="none" strike="noStrike" kern="1200" cap="none" spc="0" normalizeH="0" baseline="0" noProof="0" dirty="0">
                <a:ln>
                  <a:noFill/>
                </a:ln>
                <a:solidFill>
                  <a:schemeClr val="bg2"/>
                </a:solidFill>
                <a:effectLst/>
                <a:uLnTx/>
                <a:uFillTx/>
                <a:latin typeface="Oracle Sans Light" panose="020B0403020204020204" pitchFamily="34" charset="0"/>
                <a:ea typeface="+mn-ea"/>
                <a:cs typeface="Oracle Sans Light" panose="020B0403020204020204" pitchFamily="34" charset="0"/>
              </a:rPr>
              <a:t>Java Day Copyright © 2024, Oracle and/or its affiliates</a:t>
            </a:r>
          </a:p>
        </p:txBody>
      </p:sp>
      <p:sp>
        <p:nvSpPr>
          <p:cNvPr id="6" name="Slide Number Placeholder 5">
            <a:extLst>
              <a:ext uri="{FF2B5EF4-FFF2-40B4-BE49-F238E27FC236}">
                <a16:creationId xmlns:a16="http://schemas.microsoft.com/office/drawing/2014/main" id="{52BBE291-003E-EAB8-B1FF-1D3BE393ABC3}"/>
              </a:ext>
            </a:extLst>
          </p:cNvPr>
          <p:cNvSpPr>
            <a:spLocks noGrp="1"/>
          </p:cNvSpPr>
          <p:nvPr>
            <p:ph type="sldNum" sz="quarter" idx="4"/>
          </p:nvPr>
        </p:nvSpPr>
        <p:spPr>
          <a:xfrm>
            <a:off x="449152" y="12985749"/>
            <a:ext cx="871646" cy="730250"/>
          </a:xfrm>
          <a:prstGeom prst="rect">
            <a:avLst/>
          </a:prstGeom>
        </p:spPr>
        <p:txBody>
          <a:bodyPr vert="horz" lIns="91440" tIns="45720" rIns="91440" bIns="45720" rtlCol="0" anchor="ctr"/>
          <a:lstStyle>
            <a:lvl1pPr algn="l">
              <a:defRPr sz="1600">
                <a:solidFill>
                  <a:schemeClr val="bg2"/>
                </a:solidFill>
                <a:latin typeface="Oracle Sans" panose="020B0503020204020204" pitchFamily="34" charset="0"/>
                <a:cs typeface="Oracle Sans" panose="020B0503020204020204" pitchFamily="34" charset="0"/>
              </a:defRPr>
            </a:lvl1pPr>
          </a:lstStyle>
          <a:p>
            <a:fld id="{CFF4B978-1D82-7745-80C5-DBABA6B131D3}" type="slidenum">
              <a:rPr lang="en-US" smtClean="0"/>
              <a:pPr/>
              <a:t>‹#›</a:t>
            </a:fld>
            <a:endParaRPr lang="en-US"/>
          </a:p>
        </p:txBody>
      </p:sp>
      <p:pic>
        <p:nvPicPr>
          <p:cNvPr id="7" name="Picture 6">
            <a:extLst>
              <a:ext uri="{FF2B5EF4-FFF2-40B4-BE49-F238E27FC236}">
                <a16:creationId xmlns:a16="http://schemas.microsoft.com/office/drawing/2014/main" id="{29B1BADE-1928-EEF8-CB34-18D938529AC0}"/>
              </a:ext>
            </a:extLst>
          </p:cNvPr>
          <p:cNvPicPr>
            <a:picLocks noChangeAspect="1"/>
          </p:cNvPicPr>
          <p:nvPr userDrawn="1"/>
        </p:nvPicPr>
        <p:blipFill>
          <a:blip r:embed="rId3">
            <a:alphaModFix/>
          </a:blip>
          <a:stretch>
            <a:fillRect/>
          </a:stretch>
        </p:blipFill>
        <p:spPr>
          <a:xfrm>
            <a:off x="22762011" y="12898102"/>
            <a:ext cx="817080" cy="827423"/>
          </a:xfrm>
          <a:prstGeom prst="rect">
            <a:avLst/>
          </a:prstGeom>
        </p:spPr>
      </p:pic>
    </p:spTree>
    <p:extLst>
      <p:ext uri="{BB962C8B-B14F-4D97-AF65-F5344CB8AC3E}">
        <p14:creationId xmlns:p14="http://schemas.microsoft.com/office/powerpoint/2010/main" val="3557903831"/>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showMasterSp="0" preserve="1">
  <p:cSld name="Logo Wall 20">
    <p:bg>
      <p:bgPr>
        <a:solidFill>
          <a:srgbClr val="00758F"/>
        </a:solidFill>
        <a:effectLst/>
      </p:bgPr>
    </p:bg>
    <p:spTree>
      <p:nvGrpSpPr>
        <p:cNvPr id="1" name=""/>
        <p:cNvGrpSpPr/>
        <p:nvPr/>
      </p:nvGrpSpPr>
      <p:grpSpPr>
        <a:xfrm>
          <a:off x="0" y="0"/>
          <a:ext cx="0" cy="0"/>
          <a:chOff x="0" y="0"/>
          <a:chExt cx="0" cy="0"/>
        </a:xfrm>
      </p:grpSpPr>
      <p:pic>
        <p:nvPicPr>
          <p:cNvPr id="2" name="Picture 1" descr="Background pattern&#10;&#10;Description automatically generated">
            <a:extLst>
              <a:ext uri="{FF2B5EF4-FFF2-40B4-BE49-F238E27FC236}">
                <a16:creationId xmlns:a16="http://schemas.microsoft.com/office/drawing/2014/main" id="{30DB8178-9A2D-9F48-2520-34EC95416FFD}"/>
              </a:ext>
            </a:extLst>
          </p:cNvPr>
          <p:cNvPicPr>
            <a:picLocks noChangeAspect="1"/>
          </p:cNvPicPr>
          <p:nvPr userDrawn="1"/>
        </p:nvPicPr>
        <p:blipFill>
          <a:blip r:embed="rId2"/>
          <a:stretch>
            <a:fillRect/>
          </a:stretch>
        </p:blipFill>
        <p:spPr>
          <a:xfrm>
            <a:off x="0" y="0"/>
            <a:ext cx="24384000" cy="13716000"/>
          </a:xfrm>
          <a:prstGeom prst="rect">
            <a:avLst/>
          </a:prstGeom>
        </p:spPr>
      </p:pic>
      <p:sp>
        <p:nvSpPr>
          <p:cNvPr id="25" name="Rounded Rectangle 2">
            <a:extLst>
              <a:ext uri="{FF2B5EF4-FFF2-40B4-BE49-F238E27FC236}">
                <a16:creationId xmlns:a16="http://schemas.microsoft.com/office/drawing/2014/main" id="{D262DF9C-1D5B-B92A-20E6-9133CB28E826}"/>
              </a:ext>
            </a:extLst>
          </p:cNvPr>
          <p:cNvSpPr/>
          <p:nvPr/>
        </p:nvSpPr>
        <p:spPr>
          <a:xfrm>
            <a:off x="1097280" y="4446452"/>
            <a:ext cx="22028728" cy="7921196"/>
          </a:xfrm>
          <a:prstGeom prst="roundRect">
            <a:avLst>
              <a:gd name="adj" fmla="val 1550"/>
            </a:avLst>
          </a:prstGeom>
          <a:solidFill>
            <a:srgbClr val="F1EEE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3" name="Rounded Rectangle 2">
            <a:extLst>
              <a:ext uri="{FF2B5EF4-FFF2-40B4-BE49-F238E27FC236}">
                <a16:creationId xmlns:a16="http://schemas.microsoft.com/office/drawing/2014/main" id="{69672172-37ED-2656-C2C7-1D87436CE0AD}"/>
              </a:ext>
            </a:extLst>
          </p:cNvPr>
          <p:cNvSpPr/>
          <p:nvPr/>
        </p:nvSpPr>
        <p:spPr>
          <a:xfrm>
            <a:off x="1097280" y="4446452"/>
            <a:ext cx="22028728" cy="7921196"/>
          </a:xfrm>
          <a:prstGeom prst="roundRect">
            <a:avLst>
              <a:gd name="adj" fmla="val 1550"/>
            </a:avLst>
          </a:prstGeom>
          <a:solidFill>
            <a:srgbClr val="F1EEE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11" name="Text Placeholder 10">
            <a:extLst>
              <a:ext uri="{FF2B5EF4-FFF2-40B4-BE49-F238E27FC236}">
                <a16:creationId xmlns:a16="http://schemas.microsoft.com/office/drawing/2014/main" id="{9B942022-9F0A-BD4C-AF43-752FEFC469E8}"/>
              </a:ext>
            </a:extLst>
          </p:cNvPr>
          <p:cNvSpPr>
            <a:spLocks noGrp="1"/>
          </p:cNvSpPr>
          <p:nvPr>
            <p:ph type="body" sz="quarter" idx="14"/>
          </p:nvPr>
        </p:nvSpPr>
        <p:spPr>
          <a:xfrm>
            <a:off x="1422570" y="3281379"/>
            <a:ext cx="5910995" cy="609600"/>
          </a:xfrm>
          <a:prstGeom prst="rect">
            <a:avLst/>
          </a:prstGeom>
        </p:spPr>
        <p:txBody>
          <a:bodyPr>
            <a:noAutofit/>
          </a:bodyPr>
          <a:lstStyle>
            <a:lvl1pPr marL="0" indent="0">
              <a:buNone/>
              <a:defRPr sz="2000" b="1" i="0" cap="all" spc="200" baseline="0">
                <a:solidFill>
                  <a:srgbClr val="8EE1F0"/>
                </a:solidFill>
                <a:latin typeface="Oracle Sans Semi Bold" panose="020B0503020204020204" pitchFamily="34" charset="0"/>
                <a:cs typeface="Oracle Sans Semi Bold" panose="020B0503020204020204" pitchFamily="34"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GB"/>
              <a:t>Click to edit Master text styles</a:t>
            </a:r>
          </a:p>
        </p:txBody>
      </p:sp>
      <p:sp>
        <p:nvSpPr>
          <p:cNvPr id="15" name="Title 1">
            <a:extLst>
              <a:ext uri="{FF2B5EF4-FFF2-40B4-BE49-F238E27FC236}">
                <a16:creationId xmlns:a16="http://schemas.microsoft.com/office/drawing/2014/main" id="{7FC653B1-DD3C-83B7-99D6-BEA08967F77D}"/>
              </a:ext>
            </a:extLst>
          </p:cNvPr>
          <p:cNvSpPr>
            <a:spLocks noGrp="1"/>
          </p:cNvSpPr>
          <p:nvPr>
            <p:ph type="title"/>
          </p:nvPr>
        </p:nvSpPr>
        <p:spPr>
          <a:xfrm>
            <a:off x="1379697" y="1185357"/>
            <a:ext cx="21370445" cy="1351986"/>
          </a:xfrm>
          <a:prstGeom prst="rect">
            <a:avLst/>
          </a:prstGeom>
        </p:spPr>
        <p:txBody>
          <a:bodyPr anchor="b">
            <a:noAutofit/>
          </a:bodyPr>
          <a:lstStyle>
            <a:lvl1pPr>
              <a:lnSpc>
                <a:spcPct val="100000"/>
              </a:lnSpc>
              <a:defRPr b="0" i="0">
                <a:solidFill>
                  <a:schemeClr val="bg1"/>
                </a:solidFill>
                <a:latin typeface="Oracle Sans Light" panose="020B0403020204020204" pitchFamily="34" charset="0"/>
                <a:cs typeface="Oracle Sans Light" panose="020B0403020204020204" pitchFamily="34" charset="0"/>
              </a:defRPr>
            </a:lvl1pPr>
          </a:lstStyle>
          <a:p>
            <a:r>
              <a:rPr lang="en-GB"/>
              <a:t>Click to edit Master title style</a:t>
            </a:r>
            <a:endParaRPr lang="en-US" dirty="0"/>
          </a:p>
        </p:txBody>
      </p:sp>
      <p:sp>
        <p:nvSpPr>
          <p:cNvPr id="4" name="Picture Placeholder 3">
            <a:extLst>
              <a:ext uri="{FF2B5EF4-FFF2-40B4-BE49-F238E27FC236}">
                <a16:creationId xmlns:a16="http://schemas.microsoft.com/office/drawing/2014/main" id="{ECBDB8C2-1B26-2719-B893-51867E386F93}"/>
              </a:ext>
            </a:extLst>
          </p:cNvPr>
          <p:cNvSpPr>
            <a:spLocks noGrp="1"/>
          </p:cNvSpPr>
          <p:nvPr>
            <p:ph type="pic" sz="quarter" idx="28"/>
          </p:nvPr>
        </p:nvSpPr>
        <p:spPr>
          <a:xfrm>
            <a:off x="1379807" y="4762500"/>
            <a:ext cx="4321876" cy="1606409"/>
          </a:xfrm>
          <a:prstGeom prst="rect">
            <a:avLst/>
          </a:prstGeom>
        </p:spPr>
        <p:txBody>
          <a:bodyPr anchor="ctr">
            <a:normAutofit/>
          </a:bodyPr>
          <a:lstStyle>
            <a:lvl1pPr marL="0" indent="0" algn="ctr">
              <a:buNone/>
              <a:defRPr sz="2800"/>
            </a:lvl1pPr>
          </a:lstStyle>
          <a:p>
            <a:r>
              <a:rPr lang="en-GB"/>
              <a:t>Click icon to add picture</a:t>
            </a:r>
            <a:endParaRPr lang="en-US"/>
          </a:p>
        </p:txBody>
      </p:sp>
      <p:sp>
        <p:nvSpPr>
          <p:cNvPr id="28" name="Picture Placeholder 3">
            <a:extLst>
              <a:ext uri="{FF2B5EF4-FFF2-40B4-BE49-F238E27FC236}">
                <a16:creationId xmlns:a16="http://schemas.microsoft.com/office/drawing/2014/main" id="{687F6D29-CAD5-5216-A7ED-BFCF7587BAA7}"/>
              </a:ext>
            </a:extLst>
          </p:cNvPr>
          <p:cNvSpPr>
            <a:spLocks noGrp="1"/>
          </p:cNvSpPr>
          <p:nvPr>
            <p:ph type="pic" sz="quarter" idx="29"/>
          </p:nvPr>
        </p:nvSpPr>
        <p:spPr>
          <a:xfrm>
            <a:off x="9904038" y="4762500"/>
            <a:ext cx="4321876" cy="1606409"/>
          </a:xfrm>
          <a:prstGeom prst="rect">
            <a:avLst/>
          </a:prstGeom>
        </p:spPr>
        <p:txBody>
          <a:bodyPr anchor="ctr">
            <a:normAutofit/>
          </a:bodyPr>
          <a:lstStyle>
            <a:lvl1pPr marL="0" indent="0" algn="ctr">
              <a:buNone/>
              <a:defRPr sz="2800"/>
            </a:lvl1pPr>
          </a:lstStyle>
          <a:p>
            <a:r>
              <a:rPr lang="en-GB"/>
              <a:t>Click icon to add picture</a:t>
            </a:r>
            <a:endParaRPr lang="en-US"/>
          </a:p>
        </p:txBody>
      </p:sp>
      <p:sp>
        <p:nvSpPr>
          <p:cNvPr id="29" name="Picture Placeholder 3">
            <a:extLst>
              <a:ext uri="{FF2B5EF4-FFF2-40B4-BE49-F238E27FC236}">
                <a16:creationId xmlns:a16="http://schemas.microsoft.com/office/drawing/2014/main" id="{9FFBAC28-5147-6B39-DB3A-9A7732D53353}"/>
              </a:ext>
            </a:extLst>
          </p:cNvPr>
          <p:cNvSpPr>
            <a:spLocks noGrp="1"/>
          </p:cNvSpPr>
          <p:nvPr>
            <p:ph type="pic" sz="quarter" idx="30"/>
          </p:nvPr>
        </p:nvSpPr>
        <p:spPr>
          <a:xfrm>
            <a:off x="18428266" y="4762500"/>
            <a:ext cx="4321876" cy="1606409"/>
          </a:xfrm>
          <a:prstGeom prst="rect">
            <a:avLst/>
          </a:prstGeom>
        </p:spPr>
        <p:txBody>
          <a:bodyPr anchor="ctr">
            <a:normAutofit/>
          </a:bodyPr>
          <a:lstStyle>
            <a:lvl1pPr marL="0" indent="0" algn="ctr">
              <a:buNone/>
              <a:defRPr sz="2800"/>
            </a:lvl1pPr>
          </a:lstStyle>
          <a:p>
            <a:r>
              <a:rPr lang="en-GB"/>
              <a:t>Click icon to add picture</a:t>
            </a:r>
            <a:endParaRPr lang="en-US"/>
          </a:p>
        </p:txBody>
      </p:sp>
      <p:sp>
        <p:nvSpPr>
          <p:cNvPr id="12" name="Picture Placeholder 3">
            <a:extLst>
              <a:ext uri="{FF2B5EF4-FFF2-40B4-BE49-F238E27FC236}">
                <a16:creationId xmlns:a16="http://schemas.microsoft.com/office/drawing/2014/main" id="{E7DB89CA-030F-647C-3A3C-BAD744E67595}"/>
              </a:ext>
            </a:extLst>
          </p:cNvPr>
          <p:cNvSpPr>
            <a:spLocks noGrp="1"/>
          </p:cNvSpPr>
          <p:nvPr>
            <p:ph type="pic" sz="quarter" idx="33"/>
          </p:nvPr>
        </p:nvSpPr>
        <p:spPr>
          <a:xfrm>
            <a:off x="1379807" y="6645322"/>
            <a:ext cx="4321876" cy="1606409"/>
          </a:xfrm>
          <a:prstGeom prst="rect">
            <a:avLst/>
          </a:prstGeom>
        </p:spPr>
        <p:txBody>
          <a:bodyPr anchor="ctr">
            <a:normAutofit/>
          </a:bodyPr>
          <a:lstStyle>
            <a:lvl1pPr marL="0" indent="0" algn="ctr">
              <a:buNone/>
              <a:defRPr sz="2800"/>
            </a:lvl1pPr>
          </a:lstStyle>
          <a:p>
            <a:r>
              <a:rPr lang="en-GB"/>
              <a:t>Click icon to add picture</a:t>
            </a:r>
            <a:endParaRPr lang="en-US"/>
          </a:p>
        </p:txBody>
      </p:sp>
      <p:sp>
        <p:nvSpPr>
          <p:cNvPr id="13" name="Picture Placeholder 3">
            <a:extLst>
              <a:ext uri="{FF2B5EF4-FFF2-40B4-BE49-F238E27FC236}">
                <a16:creationId xmlns:a16="http://schemas.microsoft.com/office/drawing/2014/main" id="{B2BA326C-DF3A-CFEA-051A-D12F36AABB08}"/>
              </a:ext>
            </a:extLst>
          </p:cNvPr>
          <p:cNvSpPr>
            <a:spLocks noGrp="1"/>
          </p:cNvSpPr>
          <p:nvPr>
            <p:ph type="pic" sz="quarter" idx="34"/>
          </p:nvPr>
        </p:nvSpPr>
        <p:spPr>
          <a:xfrm>
            <a:off x="9904038" y="6645322"/>
            <a:ext cx="4321876" cy="1606409"/>
          </a:xfrm>
          <a:prstGeom prst="rect">
            <a:avLst/>
          </a:prstGeom>
        </p:spPr>
        <p:txBody>
          <a:bodyPr anchor="ctr">
            <a:normAutofit/>
          </a:bodyPr>
          <a:lstStyle>
            <a:lvl1pPr marL="0" indent="0" algn="ctr">
              <a:buNone/>
              <a:defRPr sz="2800"/>
            </a:lvl1pPr>
          </a:lstStyle>
          <a:p>
            <a:r>
              <a:rPr lang="en-GB"/>
              <a:t>Click icon to add picture</a:t>
            </a:r>
            <a:endParaRPr lang="en-US"/>
          </a:p>
        </p:txBody>
      </p:sp>
      <p:sp>
        <p:nvSpPr>
          <p:cNvPr id="14" name="Picture Placeholder 3">
            <a:extLst>
              <a:ext uri="{FF2B5EF4-FFF2-40B4-BE49-F238E27FC236}">
                <a16:creationId xmlns:a16="http://schemas.microsoft.com/office/drawing/2014/main" id="{7BDEDC64-2601-A8BF-762A-8BC832045E93}"/>
              </a:ext>
            </a:extLst>
          </p:cNvPr>
          <p:cNvSpPr>
            <a:spLocks noGrp="1"/>
          </p:cNvSpPr>
          <p:nvPr>
            <p:ph type="pic" sz="quarter" idx="35"/>
          </p:nvPr>
        </p:nvSpPr>
        <p:spPr>
          <a:xfrm>
            <a:off x="18428266" y="6645322"/>
            <a:ext cx="4321876" cy="1606409"/>
          </a:xfrm>
          <a:prstGeom prst="rect">
            <a:avLst/>
          </a:prstGeom>
        </p:spPr>
        <p:txBody>
          <a:bodyPr anchor="ctr">
            <a:normAutofit/>
          </a:bodyPr>
          <a:lstStyle>
            <a:lvl1pPr marL="0" indent="0" algn="ctr">
              <a:buNone/>
              <a:defRPr sz="2800"/>
            </a:lvl1pPr>
          </a:lstStyle>
          <a:p>
            <a:r>
              <a:rPr lang="en-GB"/>
              <a:t>Click icon to add picture</a:t>
            </a:r>
            <a:endParaRPr lang="en-US"/>
          </a:p>
        </p:txBody>
      </p:sp>
      <p:sp>
        <p:nvSpPr>
          <p:cNvPr id="18" name="Picture Placeholder 3">
            <a:extLst>
              <a:ext uri="{FF2B5EF4-FFF2-40B4-BE49-F238E27FC236}">
                <a16:creationId xmlns:a16="http://schemas.microsoft.com/office/drawing/2014/main" id="{BAFAE2DE-6C38-D110-71D7-AF74A2190A8C}"/>
              </a:ext>
            </a:extLst>
          </p:cNvPr>
          <p:cNvSpPr>
            <a:spLocks noGrp="1"/>
          </p:cNvSpPr>
          <p:nvPr>
            <p:ph type="pic" sz="quarter" idx="38"/>
          </p:nvPr>
        </p:nvSpPr>
        <p:spPr>
          <a:xfrm>
            <a:off x="5641923" y="4762500"/>
            <a:ext cx="4321876" cy="1606409"/>
          </a:xfrm>
          <a:prstGeom prst="rect">
            <a:avLst/>
          </a:prstGeom>
        </p:spPr>
        <p:txBody>
          <a:bodyPr anchor="ctr">
            <a:normAutofit/>
          </a:bodyPr>
          <a:lstStyle>
            <a:lvl1pPr marL="0" indent="0" algn="ctr">
              <a:buNone/>
              <a:defRPr sz="2800"/>
            </a:lvl1pPr>
          </a:lstStyle>
          <a:p>
            <a:r>
              <a:rPr lang="en-GB"/>
              <a:t>Click icon to add picture</a:t>
            </a:r>
            <a:endParaRPr lang="en-US"/>
          </a:p>
        </p:txBody>
      </p:sp>
      <p:sp>
        <p:nvSpPr>
          <p:cNvPr id="19" name="Picture Placeholder 3">
            <a:extLst>
              <a:ext uri="{FF2B5EF4-FFF2-40B4-BE49-F238E27FC236}">
                <a16:creationId xmlns:a16="http://schemas.microsoft.com/office/drawing/2014/main" id="{5C25FA3E-F79A-B239-898F-D109525DC3BF}"/>
              </a:ext>
            </a:extLst>
          </p:cNvPr>
          <p:cNvSpPr>
            <a:spLocks noGrp="1"/>
          </p:cNvSpPr>
          <p:nvPr>
            <p:ph type="pic" sz="quarter" idx="39"/>
          </p:nvPr>
        </p:nvSpPr>
        <p:spPr>
          <a:xfrm>
            <a:off x="14166153" y="4762500"/>
            <a:ext cx="4321876" cy="1606409"/>
          </a:xfrm>
          <a:prstGeom prst="rect">
            <a:avLst/>
          </a:prstGeom>
        </p:spPr>
        <p:txBody>
          <a:bodyPr anchor="ctr">
            <a:normAutofit/>
          </a:bodyPr>
          <a:lstStyle>
            <a:lvl1pPr marL="0" indent="0" algn="ctr">
              <a:buNone/>
              <a:defRPr sz="2800"/>
            </a:lvl1pPr>
          </a:lstStyle>
          <a:p>
            <a:r>
              <a:rPr lang="en-GB"/>
              <a:t>Click icon to add picture</a:t>
            </a:r>
            <a:endParaRPr lang="en-US"/>
          </a:p>
        </p:txBody>
      </p:sp>
      <p:sp>
        <p:nvSpPr>
          <p:cNvPr id="23" name="Picture Placeholder 3">
            <a:extLst>
              <a:ext uri="{FF2B5EF4-FFF2-40B4-BE49-F238E27FC236}">
                <a16:creationId xmlns:a16="http://schemas.microsoft.com/office/drawing/2014/main" id="{CD030A62-DBCF-D50C-8595-26040212994E}"/>
              </a:ext>
            </a:extLst>
          </p:cNvPr>
          <p:cNvSpPr>
            <a:spLocks noGrp="1"/>
          </p:cNvSpPr>
          <p:nvPr>
            <p:ph type="pic" sz="quarter" idx="43"/>
          </p:nvPr>
        </p:nvSpPr>
        <p:spPr>
          <a:xfrm>
            <a:off x="5641923" y="6645322"/>
            <a:ext cx="4321876" cy="1606409"/>
          </a:xfrm>
          <a:prstGeom prst="rect">
            <a:avLst/>
          </a:prstGeom>
        </p:spPr>
        <p:txBody>
          <a:bodyPr anchor="ctr">
            <a:normAutofit/>
          </a:bodyPr>
          <a:lstStyle>
            <a:lvl1pPr marL="0" indent="0" algn="ctr">
              <a:buNone/>
              <a:defRPr sz="2800"/>
            </a:lvl1pPr>
          </a:lstStyle>
          <a:p>
            <a:r>
              <a:rPr lang="en-GB"/>
              <a:t>Click icon to add picture</a:t>
            </a:r>
            <a:endParaRPr lang="en-US"/>
          </a:p>
        </p:txBody>
      </p:sp>
      <p:sp>
        <p:nvSpPr>
          <p:cNvPr id="24" name="Picture Placeholder 3">
            <a:extLst>
              <a:ext uri="{FF2B5EF4-FFF2-40B4-BE49-F238E27FC236}">
                <a16:creationId xmlns:a16="http://schemas.microsoft.com/office/drawing/2014/main" id="{30A970F0-7CF5-6DA7-6C8E-1A0DF975F752}"/>
              </a:ext>
            </a:extLst>
          </p:cNvPr>
          <p:cNvSpPr>
            <a:spLocks noGrp="1"/>
          </p:cNvSpPr>
          <p:nvPr>
            <p:ph type="pic" sz="quarter" idx="44"/>
          </p:nvPr>
        </p:nvSpPr>
        <p:spPr>
          <a:xfrm>
            <a:off x="14166153" y="6645322"/>
            <a:ext cx="4321876" cy="1606409"/>
          </a:xfrm>
          <a:prstGeom prst="rect">
            <a:avLst/>
          </a:prstGeom>
        </p:spPr>
        <p:txBody>
          <a:bodyPr anchor="ctr">
            <a:normAutofit/>
          </a:bodyPr>
          <a:lstStyle>
            <a:lvl1pPr marL="0" indent="0" algn="ctr">
              <a:buNone/>
              <a:defRPr sz="2800"/>
            </a:lvl1pPr>
          </a:lstStyle>
          <a:p>
            <a:r>
              <a:rPr lang="en-GB"/>
              <a:t>Click icon to add picture</a:t>
            </a:r>
            <a:endParaRPr lang="en-US"/>
          </a:p>
        </p:txBody>
      </p:sp>
      <p:sp>
        <p:nvSpPr>
          <p:cNvPr id="32" name="Picture Placeholder 3">
            <a:extLst>
              <a:ext uri="{FF2B5EF4-FFF2-40B4-BE49-F238E27FC236}">
                <a16:creationId xmlns:a16="http://schemas.microsoft.com/office/drawing/2014/main" id="{09E38E8E-6E7C-49B4-06AA-3B0515367037}"/>
              </a:ext>
            </a:extLst>
          </p:cNvPr>
          <p:cNvSpPr>
            <a:spLocks noGrp="1"/>
          </p:cNvSpPr>
          <p:nvPr>
            <p:ph type="pic" sz="quarter" idx="48"/>
          </p:nvPr>
        </p:nvSpPr>
        <p:spPr>
          <a:xfrm>
            <a:off x="1379807" y="8528144"/>
            <a:ext cx="4321876" cy="1606409"/>
          </a:xfrm>
          <a:prstGeom prst="rect">
            <a:avLst/>
          </a:prstGeom>
        </p:spPr>
        <p:txBody>
          <a:bodyPr anchor="ctr">
            <a:normAutofit/>
          </a:bodyPr>
          <a:lstStyle>
            <a:lvl1pPr marL="0" indent="0" algn="ctr">
              <a:buNone/>
              <a:defRPr sz="2800"/>
            </a:lvl1pPr>
          </a:lstStyle>
          <a:p>
            <a:r>
              <a:rPr lang="en-GB"/>
              <a:t>Click icon to add picture</a:t>
            </a:r>
            <a:endParaRPr lang="en-US"/>
          </a:p>
        </p:txBody>
      </p:sp>
      <p:sp>
        <p:nvSpPr>
          <p:cNvPr id="33" name="Picture Placeholder 3">
            <a:extLst>
              <a:ext uri="{FF2B5EF4-FFF2-40B4-BE49-F238E27FC236}">
                <a16:creationId xmlns:a16="http://schemas.microsoft.com/office/drawing/2014/main" id="{1F6CB1F0-D51B-02EC-53D5-BDB61B8B06A1}"/>
              </a:ext>
            </a:extLst>
          </p:cNvPr>
          <p:cNvSpPr>
            <a:spLocks noGrp="1"/>
          </p:cNvSpPr>
          <p:nvPr>
            <p:ph type="pic" sz="quarter" idx="49"/>
          </p:nvPr>
        </p:nvSpPr>
        <p:spPr>
          <a:xfrm>
            <a:off x="9904038" y="8528144"/>
            <a:ext cx="4321876" cy="1606409"/>
          </a:xfrm>
          <a:prstGeom prst="rect">
            <a:avLst/>
          </a:prstGeom>
        </p:spPr>
        <p:txBody>
          <a:bodyPr anchor="ctr">
            <a:normAutofit/>
          </a:bodyPr>
          <a:lstStyle>
            <a:lvl1pPr marL="0" indent="0" algn="ctr">
              <a:buNone/>
              <a:defRPr sz="2800"/>
            </a:lvl1pPr>
          </a:lstStyle>
          <a:p>
            <a:r>
              <a:rPr lang="en-GB"/>
              <a:t>Click icon to add picture</a:t>
            </a:r>
            <a:endParaRPr lang="en-US"/>
          </a:p>
        </p:txBody>
      </p:sp>
      <p:sp>
        <p:nvSpPr>
          <p:cNvPr id="34" name="Picture Placeholder 3">
            <a:extLst>
              <a:ext uri="{FF2B5EF4-FFF2-40B4-BE49-F238E27FC236}">
                <a16:creationId xmlns:a16="http://schemas.microsoft.com/office/drawing/2014/main" id="{5C04E740-A45E-8DC0-EFE4-C1F2956361D3}"/>
              </a:ext>
            </a:extLst>
          </p:cNvPr>
          <p:cNvSpPr>
            <a:spLocks noGrp="1"/>
          </p:cNvSpPr>
          <p:nvPr>
            <p:ph type="pic" sz="quarter" idx="50"/>
          </p:nvPr>
        </p:nvSpPr>
        <p:spPr>
          <a:xfrm>
            <a:off x="18428266" y="8528144"/>
            <a:ext cx="4321876" cy="1606409"/>
          </a:xfrm>
          <a:prstGeom prst="rect">
            <a:avLst/>
          </a:prstGeom>
        </p:spPr>
        <p:txBody>
          <a:bodyPr anchor="ctr">
            <a:normAutofit/>
          </a:bodyPr>
          <a:lstStyle>
            <a:lvl1pPr marL="0" indent="0" algn="ctr">
              <a:buNone/>
              <a:defRPr sz="2800"/>
            </a:lvl1pPr>
          </a:lstStyle>
          <a:p>
            <a:r>
              <a:rPr lang="en-GB"/>
              <a:t>Click icon to add picture</a:t>
            </a:r>
            <a:endParaRPr lang="en-US"/>
          </a:p>
        </p:txBody>
      </p:sp>
      <p:sp>
        <p:nvSpPr>
          <p:cNvPr id="37" name="Picture Placeholder 3">
            <a:extLst>
              <a:ext uri="{FF2B5EF4-FFF2-40B4-BE49-F238E27FC236}">
                <a16:creationId xmlns:a16="http://schemas.microsoft.com/office/drawing/2014/main" id="{C642A532-6565-B014-740F-ED8E6AA391DC}"/>
              </a:ext>
            </a:extLst>
          </p:cNvPr>
          <p:cNvSpPr>
            <a:spLocks noGrp="1"/>
          </p:cNvSpPr>
          <p:nvPr>
            <p:ph type="pic" sz="quarter" idx="53"/>
          </p:nvPr>
        </p:nvSpPr>
        <p:spPr>
          <a:xfrm>
            <a:off x="1379807" y="10410965"/>
            <a:ext cx="4321876" cy="1606409"/>
          </a:xfrm>
          <a:prstGeom prst="rect">
            <a:avLst/>
          </a:prstGeom>
        </p:spPr>
        <p:txBody>
          <a:bodyPr anchor="ctr">
            <a:normAutofit/>
          </a:bodyPr>
          <a:lstStyle>
            <a:lvl1pPr marL="0" indent="0" algn="ctr">
              <a:buNone/>
              <a:defRPr sz="2800"/>
            </a:lvl1pPr>
          </a:lstStyle>
          <a:p>
            <a:r>
              <a:rPr lang="en-GB"/>
              <a:t>Click icon to add picture</a:t>
            </a:r>
            <a:endParaRPr lang="en-US"/>
          </a:p>
        </p:txBody>
      </p:sp>
      <p:sp>
        <p:nvSpPr>
          <p:cNvPr id="38" name="Picture Placeholder 3">
            <a:extLst>
              <a:ext uri="{FF2B5EF4-FFF2-40B4-BE49-F238E27FC236}">
                <a16:creationId xmlns:a16="http://schemas.microsoft.com/office/drawing/2014/main" id="{86CC26A8-C9B4-E5ED-41C6-E220FAFAE052}"/>
              </a:ext>
            </a:extLst>
          </p:cNvPr>
          <p:cNvSpPr>
            <a:spLocks noGrp="1"/>
          </p:cNvSpPr>
          <p:nvPr>
            <p:ph type="pic" sz="quarter" idx="54"/>
          </p:nvPr>
        </p:nvSpPr>
        <p:spPr>
          <a:xfrm>
            <a:off x="9904038" y="10410965"/>
            <a:ext cx="4321876" cy="1606409"/>
          </a:xfrm>
          <a:prstGeom prst="rect">
            <a:avLst/>
          </a:prstGeom>
        </p:spPr>
        <p:txBody>
          <a:bodyPr anchor="ctr">
            <a:normAutofit/>
          </a:bodyPr>
          <a:lstStyle>
            <a:lvl1pPr marL="0" indent="0" algn="ctr">
              <a:buNone/>
              <a:defRPr sz="2800"/>
            </a:lvl1pPr>
          </a:lstStyle>
          <a:p>
            <a:r>
              <a:rPr lang="en-GB"/>
              <a:t>Click icon to add picture</a:t>
            </a:r>
            <a:endParaRPr lang="en-US"/>
          </a:p>
        </p:txBody>
      </p:sp>
      <p:sp>
        <p:nvSpPr>
          <p:cNvPr id="39" name="Picture Placeholder 3">
            <a:extLst>
              <a:ext uri="{FF2B5EF4-FFF2-40B4-BE49-F238E27FC236}">
                <a16:creationId xmlns:a16="http://schemas.microsoft.com/office/drawing/2014/main" id="{23D55DE9-57D5-4A1A-4607-33848C33B0E6}"/>
              </a:ext>
            </a:extLst>
          </p:cNvPr>
          <p:cNvSpPr>
            <a:spLocks noGrp="1"/>
          </p:cNvSpPr>
          <p:nvPr>
            <p:ph type="pic" sz="quarter" idx="55"/>
          </p:nvPr>
        </p:nvSpPr>
        <p:spPr>
          <a:xfrm>
            <a:off x="18428266" y="10410965"/>
            <a:ext cx="4321876" cy="1606409"/>
          </a:xfrm>
          <a:prstGeom prst="rect">
            <a:avLst/>
          </a:prstGeom>
        </p:spPr>
        <p:txBody>
          <a:bodyPr anchor="ctr">
            <a:normAutofit/>
          </a:bodyPr>
          <a:lstStyle>
            <a:lvl1pPr marL="0" indent="0" algn="ctr">
              <a:buNone/>
              <a:defRPr sz="2800"/>
            </a:lvl1pPr>
          </a:lstStyle>
          <a:p>
            <a:r>
              <a:rPr lang="en-GB"/>
              <a:t>Click icon to add picture</a:t>
            </a:r>
            <a:endParaRPr lang="en-US"/>
          </a:p>
        </p:txBody>
      </p:sp>
      <p:sp>
        <p:nvSpPr>
          <p:cNvPr id="42" name="Picture Placeholder 3">
            <a:extLst>
              <a:ext uri="{FF2B5EF4-FFF2-40B4-BE49-F238E27FC236}">
                <a16:creationId xmlns:a16="http://schemas.microsoft.com/office/drawing/2014/main" id="{1299BF32-8F79-D8EE-C4AC-74116FF2F15D}"/>
              </a:ext>
            </a:extLst>
          </p:cNvPr>
          <p:cNvSpPr>
            <a:spLocks noGrp="1"/>
          </p:cNvSpPr>
          <p:nvPr>
            <p:ph type="pic" sz="quarter" idx="58"/>
          </p:nvPr>
        </p:nvSpPr>
        <p:spPr>
          <a:xfrm>
            <a:off x="5641923" y="8528144"/>
            <a:ext cx="4321876" cy="1606409"/>
          </a:xfrm>
          <a:prstGeom prst="rect">
            <a:avLst/>
          </a:prstGeom>
        </p:spPr>
        <p:txBody>
          <a:bodyPr anchor="ctr">
            <a:normAutofit/>
          </a:bodyPr>
          <a:lstStyle>
            <a:lvl1pPr marL="0" indent="0" algn="ctr">
              <a:buNone/>
              <a:defRPr sz="2800"/>
            </a:lvl1pPr>
          </a:lstStyle>
          <a:p>
            <a:r>
              <a:rPr lang="en-GB"/>
              <a:t>Click icon to add picture</a:t>
            </a:r>
            <a:endParaRPr lang="en-US"/>
          </a:p>
        </p:txBody>
      </p:sp>
      <p:sp>
        <p:nvSpPr>
          <p:cNvPr id="43" name="Picture Placeholder 3">
            <a:extLst>
              <a:ext uri="{FF2B5EF4-FFF2-40B4-BE49-F238E27FC236}">
                <a16:creationId xmlns:a16="http://schemas.microsoft.com/office/drawing/2014/main" id="{1CEF1084-CE8C-6855-1F60-DA3C4432334A}"/>
              </a:ext>
            </a:extLst>
          </p:cNvPr>
          <p:cNvSpPr>
            <a:spLocks noGrp="1"/>
          </p:cNvSpPr>
          <p:nvPr>
            <p:ph type="pic" sz="quarter" idx="59"/>
          </p:nvPr>
        </p:nvSpPr>
        <p:spPr>
          <a:xfrm>
            <a:off x="14166153" y="8528144"/>
            <a:ext cx="4321876" cy="1606409"/>
          </a:xfrm>
          <a:prstGeom prst="rect">
            <a:avLst/>
          </a:prstGeom>
        </p:spPr>
        <p:txBody>
          <a:bodyPr anchor="ctr">
            <a:normAutofit/>
          </a:bodyPr>
          <a:lstStyle>
            <a:lvl1pPr marL="0" indent="0" algn="ctr">
              <a:buNone/>
              <a:defRPr sz="2800"/>
            </a:lvl1pPr>
          </a:lstStyle>
          <a:p>
            <a:r>
              <a:rPr lang="en-GB"/>
              <a:t>Click icon to add picture</a:t>
            </a:r>
            <a:endParaRPr lang="en-US"/>
          </a:p>
        </p:txBody>
      </p:sp>
      <p:sp>
        <p:nvSpPr>
          <p:cNvPr id="47" name="Picture Placeholder 3">
            <a:extLst>
              <a:ext uri="{FF2B5EF4-FFF2-40B4-BE49-F238E27FC236}">
                <a16:creationId xmlns:a16="http://schemas.microsoft.com/office/drawing/2014/main" id="{C30FF93F-B0E7-4200-0585-B4C045ACDF78}"/>
              </a:ext>
            </a:extLst>
          </p:cNvPr>
          <p:cNvSpPr>
            <a:spLocks noGrp="1"/>
          </p:cNvSpPr>
          <p:nvPr>
            <p:ph type="pic" sz="quarter" idx="63"/>
          </p:nvPr>
        </p:nvSpPr>
        <p:spPr>
          <a:xfrm>
            <a:off x="5641923" y="10410965"/>
            <a:ext cx="4321876" cy="1606409"/>
          </a:xfrm>
          <a:prstGeom prst="rect">
            <a:avLst/>
          </a:prstGeom>
        </p:spPr>
        <p:txBody>
          <a:bodyPr anchor="ctr">
            <a:normAutofit/>
          </a:bodyPr>
          <a:lstStyle>
            <a:lvl1pPr marL="0" indent="0" algn="ctr">
              <a:buNone/>
              <a:defRPr sz="2800"/>
            </a:lvl1pPr>
          </a:lstStyle>
          <a:p>
            <a:r>
              <a:rPr lang="en-GB"/>
              <a:t>Click icon to add picture</a:t>
            </a:r>
            <a:endParaRPr lang="en-US"/>
          </a:p>
        </p:txBody>
      </p:sp>
      <p:sp>
        <p:nvSpPr>
          <p:cNvPr id="48" name="Picture Placeholder 3">
            <a:extLst>
              <a:ext uri="{FF2B5EF4-FFF2-40B4-BE49-F238E27FC236}">
                <a16:creationId xmlns:a16="http://schemas.microsoft.com/office/drawing/2014/main" id="{679C0708-614D-6F51-5E3D-8BE435EBBF57}"/>
              </a:ext>
            </a:extLst>
          </p:cNvPr>
          <p:cNvSpPr>
            <a:spLocks noGrp="1"/>
          </p:cNvSpPr>
          <p:nvPr>
            <p:ph type="pic" sz="quarter" idx="64"/>
          </p:nvPr>
        </p:nvSpPr>
        <p:spPr>
          <a:xfrm>
            <a:off x="14166153" y="10410965"/>
            <a:ext cx="4321876" cy="1606409"/>
          </a:xfrm>
          <a:prstGeom prst="rect">
            <a:avLst/>
          </a:prstGeom>
        </p:spPr>
        <p:txBody>
          <a:bodyPr anchor="ctr">
            <a:normAutofit/>
          </a:bodyPr>
          <a:lstStyle>
            <a:lvl1pPr marL="0" indent="0" algn="ctr">
              <a:buNone/>
              <a:defRPr sz="2800"/>
            </a:lvl1pPr>
          </a:lstStyle>
          <a:p>
            <a:r>
              <a:rPr lang="en-GB"/>
              <a:t>Click icon to add picture</a:t>
            </a:r>
            <a:endParaRPr lang="en-US"/>
          </a:p>
        </p:txBody>
      </p:sp>
      <p:sp>
        <p:nvSpPr>
          <p:cNvPr id="5" name="Footer Placeholder 3">
            <a:extLst>
              <a:ext uri="{FF2B5EF4-FFF2-40B4-BE49-F238E27FC236}">
                <a16:creationId xmlns:a16="http://schemas.microsoft.com/office/drawing/2014/main" id="{BC949C88-DDCE-A228-A36F-F124371794FC}"/>
              </a:ext>
            </a:extLst>
          </p:cNvPr>
          <p:cNvSpPr>
            <a:spLocks noGrp="1"/>
          </p:cNvSpPr>
          <p:nvPr>
            <p:ph type="ftr" sz="quarter" idx="3"/>
          </p:nvPr>
        </p:nvSpPr>
        <p:spPr>
          <a:xfrm>
            <a:off x="1411345" y="12985749"/>
            <a:ext cx="10052413" cy="730250"/>
          </a:xfrm>
          <a:prstGeom prst="rect">
            <a:avLst/>
          </a:prstGeom>
        </p:spPr>
        <p:txBody>
          <a:bodyPr vert="horz" lIns="91440" tIns="45720" rIns="91440" bIns="45720" rtlCol="0" anchor="ctr"/>
          <a:lstStyle>
            <a:lvl1pPr algn="l">
              <a:defRPr sz="1400" b="0" i="0">
                <a:solidFill>
                  <a:schemeClr val="bg2"/>
                </a:solidFill>
                <a:latin typeface="Oracle Sans Light" panose="020B0403020204020204" pitchFamily="34" charset="0"/>
                <a:cs typeface="Oracle Sans Light" panose="020B0403020204020204" pitchFamily="34" charset="0"/>
              </a:defRPr>
            </a:lvl1p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CA" sz="1400" b="0" i="0" u="none" strike="noStrike" kern="1200" cap="none" spc="0" normalizeH="0" baseline="0" noProof="0" dirty="0">
                <a:ln>
                  <a:noFill/>
                </a:ln>
                <a:solidFill>
                  <a:schemeClr val="bg2"/>
                </a:solidFill>
                <a:effectLst/>
                <a:uLnTx/>
                <a:uFillTx/>
                <a:latin typeface="Oracle Sans Light" panose="020B0403020204020204" pitchFamily="34" charset="0"/>
                <a:ea typeface="+mn-ea"/>
                <a:cs typeface="Oracle Sans Light" panose="020B0403020204020204" pitchFamily="34" charset="0"/>
              </a:rPr>
              <a:t>Java Day Copyright © 2024, Oracle and/or its affiliates</a:t>
            </a:r>
          </a:p>
        </p:txBody>
      </p:sp>
      <p:sp>
        <p:nvSpPr>
          <p:cNvPr id="6" name="Slide Number Placeholder 5">
            <a:extLst>
              <a:ext uri="{FF2B5EF4-FFF2-40B4-BE49-F238E27FC236}">
                <a16:creationId xmlns:a16="http://schemas.microsoft.com/office/drawing/2014/main" id="{83066C44-F15B-8B90-CA66-4537D85965B5}"/>
              </a:ext>
            </a:extLst>
          </p:cNvPr>
          <p:cNvSpPr>
            <a:spLocks noGrp="1"/>
          </p:cNvSpPr>
          <p:nvPr>
            <p:ph type="sldNum" sz="quarter" idx="4"/>
          </p:nvPr>
        </p:nvSpPr>
        <p:spPr>
          <a:xfrm>
            <a:off x="449152" y="12985749"/>
            <a:ext cx="871646" cy="730250"/>
          </a:xfrm>
          <a:prstGeom prst="rect">
            <a:avLst/>
          </a:prstGeom>
        </p:spPr>
        <p:txBody>
          <a:bodyPr vert="horz" lIns="91440" tIns="45720" rIns="91440" bIns="45720" rtlCol="0" anchor="ctr"/>
          <a:lstStyle>
            <a:lvl1pPr algn="l">
              <a:defRPr sz="1600">
                <a:solidFill>
                  <a:schemeClr val="bg2"/>
                </a:solidFill>
                <a:latin typeface="Oracle Sans" panose="020B0503020204020204" pitchFamily="34" charset="0"/>
                <a:cs typeface="Oracle Sans" panose="020B0503020204020204" pitchFamily="34" charset="0"/>
              </a:defRPr>
            </a:lvl1pPr>
          </a:lstStyle>
          <a:p>
            <a:fld id="{CFF4B978-1D82-7745-80C5-DBABA6B131D3}" type="slidenum">
              <a:rPr lang="en-US" smtClean="0"/>
              <a:pPr/>
              <a:t>‹#›</a:t>
            </a:fld>
            <a:endParaRPr lang="en-US"/>
          </a:p>
        </p:txBody>
      </p:sp>
      <p:pic>
        <p:nvPicPr>
          <p:cNvPr id="7" name="Picture 6">
            <a:extLst>
              <a:ext uri="{FF2B5EF4-FFF2-40B4-BE49-F238E27FC236}">
                <a16:creationId xmlns:a16="http://schemas.microsoft.com/office/drawing/2014/main" id="{45C1C7D9-5AB9-199B-117D-4097D833EA9E}"/>
              </a:ext>
            </a:extLst>
          </p:cNvPr>
          <p:cNvPicPr>
            <a:picLocks noChangeAspect="1"/>
          </p:cNvPicPr>
          <p:nvPr userDrawn="1"/>
        </p:nvPicPr>
        <p:blipFill>
          <a:blip r:embed="rId3">
            <a:alphaModFix/>
          </a:blip>
          <a:stretch>
            <a:fillRect/>
          </a:stretch>
        </p:blipFill>
        <p:spPr>
          <a:xfrm>
            <a:off x="22762011" y="12898102"/>
            <a:ext cx="817080" cy="827423"/>
          </a:xfrm>
          <a:prstGeom prst="rect">
            <a:avLst/>
          </a:prstGeom>
        </p:spPr>
      </p:pic>
    </p:spTree>
    <p:extLst>
      <p:ext uri="{BB962C8B-B14F-4D97-AF65-F5344CB8AC3E}">
        <p14:creationId xmlns:p14="http://schemas.microsoft.com/office/powerpoint/2010/main" val="1861964370"/>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p:cSld name="Blank Dark">
    <p:bg>
      <p:bgPr>
        <a:solidFill>
          <a:srgbClr val="00758F"/>
        </a:solidFill>
        <a:effectLst/>
      </p:bgPr>
    </p:bg>
    <p:spTree>
      <p:nvGrpSpPr>
        <p:cNvPr id="1" name=""/>
        <p:cNvGrpSpPr/>
        <p:nvPr/>
      </p:nvGrpSpPr>
      <p:grpSpPr>
        <a:xfrm>
          <a:off x="0" y="0"/>
          <a:ext cx="0" cy="0"/>
          <a:chOff x="0" y="0"/>
          <a:chExt cx="0" cy="0"/>
        </a:xfrm>
      </p:grpSpPr>
      <p:pic>
        <p:nvPicPr>
          <p:cNvPr id="2" name="Picture 1" descr="Background pattern&#10;&#10;Description automatically generated">
            <a:extLst>
              <a:ext uri="{FF2B5EF4-FFF2-40B4-BE49-F238E27FC236}">
                <a16:creationId xmlns:a16="http://schemas.microsoft.com/office/drawing/2014/main" id="{DAC141ED-89E9-DEAE-568F-4F500E4FA252}"/>
              </a:ext>
            </a:extLst>
          </p:cNvPr>
          <p:cNvPicPr>
            <a:picLocks noChangeAspect="1"/>
          </p:cNvPicPr>
          <p:nvPr userDrawn="1"/>
        </p:nvPicPr>
        <p:blipFill>
          <a:blip r:embed="rId2"/>
          <a:stretch>
            <a:fillRect/>
          </a:stretch>
        </p:blipFill>
        <p:spPr>
          <a:xfrm>
            <a:off x="0" y="0"/>
            <a:ext cx="24384000" cy="13716000"/>
          </a:xfrm>
          <a:prstGeom prst="rect">
            <a:avLst/>
          </a:prstGeom>
        </p:spPr>
      </p:pic>
      <p:sp>
        <p:nvSpPr>
          <p:cNvPr id="3" name="Footer Placeholder 3">
            <a:extLst>
              <a:ext uri="{FF2B5EF4-FFF2-40B4-BE49-F238E27FC236}">
                <a16:creationId xmlns:a16="http://schemas.microsoft.com/office/drawing/2014/main" id="{291B693F-14D8-8227-0425-1786A5E347A7}"/>
              </a:ext>
            </a:extLst>
          </p:cNvPr>
          <p:cNvSpPr>
            <a:spLocks noGrp="1"/>
          </p:cNvSpPr>
          <p:nvPr>
            <p:ph type="ftr" sz="quarter" idx="3"/>
          </p:nvPr>
        </p:nvSpPr>
        <p:spPr>
          <a:xfrm>
            <a:off x="1411345" y="12985749"/>
            <a:ext cx="10052413" cy="730250"/>
          </a:xfrm>
          <a:prstGeom prst="rect">
            <a:avLst/>
          </a:prstGeom>
        </p:spPr>
        <p:txBody>
          <a:bodyPr vert="horz" lIns="91440" tIns="45720" rIns="91440" bIns="45720" rtlCol="0" anchor="ctr"/>
          <a:lstStyle>
            <a:lvl1pPr algn="l">
              <a:defRPr sz="1400" b="0" i="0">
                <a:solidFill>
                  <a:schemeClr val="bg2"/>
                </a:solidFill>
                <a:latin typeface="Oracle Sans Light" panose="020B0403020204020204" pitchFamily="34" charset="0"/>
                <a:cs typeface="Oracle Sans Light" panose="020B0403020204020204" pitchFamily="34" charset="0"/>
              </a:defRPr>
            </a:lvl1p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CA" sz="1400" b="0" i="0" u="none" strike="noStrike" kern="1200" cap="none" spc="0" normalizeH="0" baseline="0" noProof="0" dirty="0">
                <a:ln>
                  <a:noFill/>
                </a:ln>
                <a:solidFill>
                  <a:schemeClr val="bg2"/>
                </a:solidFill>
                <a:effectLst/>
                <a:uLnTx/>
                <a:uFillTx/>
                <a:latin typeface="Oracle Sans Light" panose="020B0403020204020204" pitchFamily="34" charset="0"/>
                <a:ea typeface="+mn-ea"/>
                <a:cs typeface="Oracle Sans Light" panose="020B0403020204020204" pitchFamily="34" charset="0"/>
              </a:rPr>
              <a:t>Java Day Copyright © 2024, Oracle and/or its affiliates</a:t>
            </a:r>
          </a:p>
        </p:txBody>
      </p:sp>
      <p:sp>
        <p:nvSpPr>
          <p:cNvPr id="4" name="Slide Number Placeholder 5">
            <a:extLst>
              <a:ext uri="{FF2B5EF4-FFF2-40B4-BE49-F238E27FC236}">
                <a16:creationId xmlns:a16="http://schemas.microsoft.com/office/drawing/2014/main" id="{286D9954-4292-F6CE-208B-2332887FC457}"/>
              </a:ext>
            </a:extLst>
          </p:cNvPr>
          <p:cNvSpPr>
            <a:spLocks noGrp="1"/>
          </p:cNvSpPr>
          <p:nvPr>
            <p:ph type="sldNum" sz="quarter" idx="4"/>
          </p:nvPr>
        </p:nvSpPr>
        <p:spPr>
          <a:xfrm>
            <a:off x="449152" y="12985749"/>
            <a:ext cx="871646" cy="730250"/>
          </a:xfrm>
          <a:prstGeom prst="rect">
            <a:avLst/>
          </a:prstGeom>
        </p:spPr>
        <p:txBody>
          <a:bodyPr vert="horz" lIns="91440" tIns="45720" rIns="91440" bIns="45720" rtlCol="0" anchor="ctr"/>
          <a:lstStyle>
            <a:lvl1pPr algn="l">
              <a:defRPr sz="1600">
                <a:solidFill>
                  <a:schemeClr val="bg2"/>
                </a:solidFill>
                <a:latin typeface="Oracle Sans" panose="020B0503020204020204" pitchFamily="34" charset="0"/>
                <a:cs typeface="Oracle Sans" panose="020B0503020204020204" pitchFamily="34" charset="0"/>
              </a:defRPr>
            </a:lvl1pPr>
          </a:lstStyle>
          <a:p>
            <a:fld id="{CFF4B978-1D82-7745-80C5-DBABA6B131D3}" type="slidenum">
              <a:rPr lang="en-US" smtClean="0"/>
              <a:pPr/>
              <a:t>‹#›</a:t>
            </a:fld>
            <a:endParaRPr lang="en-US"/>
          </a:p>
        </p:txBody>
      </p:sp>
      <p:pic>
        <p:nvPicPr>
          <p:cNvPr id="5" name="Picture 4">
            <a:extLst>
              <a:ext uri="{FF2B5EF4-FFF2-40B4-BE49-F238E27FC236}">
                <a16:creationId xmlns:a16="http://schemas.microsoft.com/office/drawing/2014/main" id="{7AC24898-F9EB-7582-98C5-E5820FE40471}"/>
              </a:ext>
            </a:extLst>
          </p:cNvPr>
          <p:cNvPicPr>
            <a:picLocks noChangeAspect="1"/>
          </p:cNvPicPr>
          <p:nvPr userDrawn="1"/>
        </p:nvPicPr>
        <p:blipFill>
          <a:blip r:embed="rId3">
            <a:alphaModFix/>
          </a:blip>
          <a:stretch>
            <a:fillRect/>
          </a:stretch>
        </p:blipFill>
        <p:spPr>
          <a:xfrm>
            <a:off x="22762011" y="12898102"/>
            <a:ext cx="817080" cy="827423"/>
          </a:xfrm>
          <a:prstGeom prst="rect">
            <a:avLst/>
          </a:prstGeom>
        </p:spPr>
      </p:pic>
    </p:spTree>
    <p:extLst>
      <p:ext uri="{BB962C8B-B14F-4D97-AF65-F5344CB8AC3E}">
        <p14:creationId xmlns:p14="http://schemas.microsoft.com/office/powerpoint/2010/main" val="1048629320"/>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p:cSld name="2_Blank Dark">
    <p:bg>
      <p:bgPr>
        <a:solidFill>
          <a:srgbClr val="00758F"/>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CE7BDB95-10FD-BB90-0E18-8869B69E50DF}"/>
              </a:ext>
            </a:extLst>
          </p:cNvPr>
          <p:cNvPicPr>
            <a:picLocks noChangeAspect="1"/>
          </p:cNvPicPr>
          <p:nvPr userDrawn="1"/>
        </p:nvPicPr>
        <p:blipFill>
          <a:blip r:embed="rId2"/>
          <a:stretch>
            <a:fillRect/>
          </a:stretch>
        </p:blipFill>
        <p:spPr>
          <a:xfrm>
            <a:off x="1587" y="0"/>
            <a:ext cx="24384000" cy="13716000"/>
          </a:xfrm>
          <a:prstGeom prst="rect">
            <a:avLst/>
          </a:prstGeom>
        </p:spPr>
      </p:pic>
      <p:sp>
        <p:nvSpPr>
          <p:cNvPr id="3" name="Footer Placeholder 3">
            <a:extLst>
              <a:ext uri="{FF2B5EF4-FFF2-40B4-BE49-F238E27FC236}">
                <a16:creationId xmlns:a16="http://schemas.microsoft.com/office/drawing/2014/main" id="{45D2DEC1-654C-6129-D132-6F5A076D9497}"/>
              </a:ext>
            </a:extLst>
          </p:cNvPr>
          <p:cNvSpPr>
            <a:spLocks noGrp="1"/>
          </p:cNvSpPr>
          <p:nvPr>
            <p:ph type="ftr" sz="quarter" idx="3"/>
          </p:nvPr>
        </p:nvSpPr>
        <p:spPr>
          <a:xfrm>
            <a:off x="1411345" y="12985749"/>
            <a:ext cx="10052413" cy="730250"/>
          </a:xfrm>
          <a:prstGeom prst="rect">
            <a:avLst/>
          </a:prstGeom>
        </p:spPr>
        <p:txBody>
          <a:bodyPr vert="horz" lIns="91440" tIns="45720" rIns="91440" bIns="45720" rtlCol="0" anchor="ctr"/>
          <a:lstStyle>
            <a:lvl1pPr algn="l">
              <a:defRPr sz="1400" b="0" i="0">
                <a:solidFill>
                  <a:schemeClr val="bg2"/>
                </a:solidFill>
                <a:latin typeface="Oracle Sans Light" panose="020B0403020204020204" pitchFamily="34" charset="0"/>
                <a:cs typeface="Oracle Sans Light" panose="020B0403020204020204" pitchFamily="34" charset="0"/>
              </a:defRPr>
            </a:lvl1p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CA" sz="1400" b="0" i="0" u="none" strike="noStrike" kern="1200" cap="none" spc="0" normalizeH="0" baseline="0" noProof="0" dirty="0">
                <a:ln>
                  <a:noFill/>
                </a:ln>
                <a:solidFill>
                  <a:schemeClr val="bg2"/>
                </a:solidFill>
                <a:effectLst/>
                <a:uLnTx/>
                <a:uFillTx/>
                <a:latin typeface="Oracle Sans Light" panose="020B0403020204020204" pitchFamily="34" charset="0"/>
                <a:ea typeface="+mn-ea"/>
                <a:cs typeface="Oracle Sans Light" panose="020B0403020204020204" pitchFamily="34" charset="0"/>
              </a:rPr>
              <a:t>Java Day Copyright © 2024, Oracle and/or its affiliates</a:t>
            </a:r>
          </a:p>
        </p:txBody>
      </p:sp>
      <p:sp>
        <p:nvSpPr>
          <p:cNvPr id="4" name="Slide Number Placeholder 5">
            <a:extLst>
              <a:ext uri="{FF2B5EF4-FFF2-40B4-BE49-F238E27FC236}">
                <a16:creationId xmlns:a16="http://schemas.microsoft.com/office/drawing/2014/main" id="{EEB9B837-B50B-F7A2-D959-0F4B4F4D374E}"/>
              </a:ext>
            </a:extLst>
          </p:cNvPr>
          <p:cNvSpPr>
            <a:spLocks noGrp="1"/>
          </p:cNvSpPr>
          <p:nvPr>
            <p:ph type="sldNum" sz="quarter" idx="4"/>
          </p:nvPr>
        </p:nvSpPr>
        <p:spPr>
          <a:xfrm>
            <a:off x="449152" y="12985749"/>
            <a:ext cx="871646" cy="730250"/>
          </a:xfrm>
          <a:prstGeom prst="rect">
            <a:avLst/>
          </a:prstGeom>
        </p:spPr>
        <p:txBody>
          <a:bodyPr vert="horz" lIns="91440" tIns="45720" rIns="91440" bIns="45720" rtlCol="0" anchor="ctr"/>
          <a:lstStyle>
            <a:lvl1pPr algn="l">
              <a:defRPr sz="1600">
                <a:solidFill>
                  <a:schemeClr val="bg2"/>
                </a:solidFill>
                <a:latin typeface="Oracle Sans" panose="020B0503020204020204" pitchFamily="34" charset="0"/>
                <a:cs typeface="Oracle Sans" panose="020B0503020204020204" pitchFamily="34" charset="0"/>
              </a:defRPr>
            </a:lvl1pPr>
          </a:lstStyle>
          <a:p>
            <a:fld id="{CFF4B978-1D82-7745-80C5-DBABA6B131D3}" type="slidenum">
              <a:rPr lang="en-US" smtClean="0"/>
              <a:pPr/>
              <a:t>‹#›</a:t>
            </a:fld>
            <a:endParaRPr lang="en-US"/>
          </a:p>
        </p:txBody>
      </p:sp>
      <p:pic>
        <p:nvPicPr>
          <p:cNvPr id="5" name="Picture 4">
            <a:extLst>
              <a:ext uri="{FF2B5EF4-FFF2-40B4-BE49-F238E27FC236}">
                <a16:creationId xmlns:a16="http://schemas.microsoft.com/office/drawing/2014/main" id="{AA4B8AE9-65A8-5F8C-2631-D215C6797866}"/>
              </a:ext>
            </a:extLst>
          </p:cNvPr>
          <p:cNvPicPr>
            <a:picLocks noChangeAspect="1"/>
          </p:cNvPicPr>
          <p:nvPr userDrawn="1"/>
        </p:nvPicPr>
        <p:blipFill>
          <a:blip r:embed="rId3">
            <a:alphaModFix/>
          </a:blip>
          <a:stretch>
            <a:fillRect/>
          </a:stretch>
        </p:blipFill>
        <p:spPr>
          <a:xfrm>
            <a:off x="22762011" y="12898102"/>
            <a:ext cx="817080" cy="827423"/>
          </a:xfrm>
          <a:prstGeom prst="rect">
            <a:avLst/>
          </a:prstGeom>
        </p:spPr>
      </p:pic>
    </p:spTree>
    <p:extLst>
      <p:ext uri="{BB962C8B-B14F-4D97-AF65-F5344CB8AC3E}">
        <p14:creationId xmlns:p14="http://schemas.microsoft.com/office/powerpoint/2010/main" val="1952816388"/>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p:cSld name="1_Blank Dark">
    <p:bg>
      <p:bgPr>
        <a:solidFill>
          <a:srgbClr val="00758F"/>
        </a:solidFill>
        <a:effectLst/>
      </p:bgPr>
    </p:bg>
    <p:spTree>
      <p:nvGrpSpPr>
        <p:cNvPr id="1" name=""/>
        <p:cNvGrpSpPr/>
        <p:nvPr/>
      </p:nvGrpSpPr>
      <p:grpSpPr>
        <a:xfrm>
          <a:off x="0" y="0"/>
          <a:ext cx="0" cy="0"/>
          <a:chOff x="0" y="0"/>
          <a:chExt cx="0" cy="0"/>
        </a:xfrm>
      </p:grpSpPr>
      <p:pic>
        <p:nvPicPr>
          <p:cNvPr id="2" name="Picture 1" descr="Background pattern&#10;&#10;Description automatically generated">
            <a:extLst>
              <a:ext uri="{FF2B5EF4-FFF2-40B4-BE49-F238E27FC236}">
                <a16:creationId xmlns:a16="http://schemas.microsoft.com/office/drawing/2014/main" id="{015E3814-C2C0-4E21-28A5-EB8C2745B34D}"/>
              </a:ext>
            </a:extLst>
          </p:cNvPr>
          <p:cNvPicPr>
            <a:picLocks noChangeAspect="1"/>
          </p:cNvPicPr>
          <p:nvPr userDrawn="1"/>
        </p:nvPicPr>
        <p:blipFill>
          <a:blip r:embed="rId2"/>
          <a:stretch>
            <a:fillRect/>
          </a:stretch>
        </p:blipFill>
        <p:spPr>
          <a:xfrm>
            <a:off x="0" y="0"/>
            <a:ext cx="24384000" cy="13716000"/>
          </a:xfrm>
          <a:prstGeom prst="rect">
            <a:avLst/>
          </a:prstGeom>
        </p:spPr>
      </p:pic>
      <p:sp>
        <p:nvSpPr>
          <p:cNvPr id="3" name="Footer Placeholder 3">
            <a:extLst>
              <a:ext uri="{FF2B5EF4-FFF2-40B4-BE49-F238E27FC236}">
                <a16:creationId xmlns:a16="http://schemas.microsoft.com/office/drawing/2014/main" id="{8F2A7B30-65A4-0CA4-AA3A-40A74C2B7849}"/>
              </a:ext>
            </a:extLst>
          </p:cNvPr>
          <p:cNvSpPr>
            <a:spLocks noGrp="1"/>
          </p:cNvSpPr>
          <p:nvPr>
            <p:ph type="ftr" sz="quarter" idx="3"/>
          </p:nvPr>
        </p:nvSpPr>
        <p:spPr>
          <a:xfrm>
            <a:off x="1411345" y="12985749"/>
            <a:ext cx="10052413" cy="730250"/>
          </a:xfrm>
          <a:prstGeom prst="rect">
            <a:avLst/>
          </a:prstGeom>
        </p:spPr>
        <p:txBody>
          <a:bodyPr vert="horz" lIns="91440" tIns="45720" rIns="91440" bIns="45720" rtlCol="0" anchor="ctr"/>
          <a:lstStyle>
            <a:lvl1pPr algn="l">
              <a:defRPr sz="1400" b="0" i="0">
                <a:solidFill>
                  <a:schemeClr val="bg2"/>
                </a:solidFill>
                <a:latin typeface="Oracle Sans Light" panose="020B0403020204020204" pitchFamily="34" charset="0"/>
                <a:cs typeface="Oracle Sans Light" panose="020B0403020204020204" pitchFamily="34" charset="0"/>
              </a:defRPr>
            </a:lvl1p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CA" sz="1400" b="0" i="0" u="none" strike="noStrike" kern="1200" cap="none" spc="0" normalizeH="0" baseline="0" noProof="0" dirty="0">
                <a:ln>
                  <a:noFill/>
                </a:ln>
                <a:solidFill>
                  <a:schemeClr val="bg2"/>
                </a:solidFill>
                <a:effectLst/>
                <a:uLnTx/>
                <a:uFillTx/>
                <a:latin typeface="Oracle Sans Light" panose="020B0403020204020204" pitchFamily="34" charset="0"/>
                <a:ea typeface="+mn-ea"/>
                <a:cs typeface="Oracle Sans Light" panose="020B0403020204020204" pitchFamily="34" charset="0"/>
              </a:rPr>
              <a:t>Java Day Copyright © 2024, Oracle and/or its affiliates</a:t>
            </a:r>
          </a:p>
        </p:txBody>
      </p:sp>
      <p:sp>
        <p:nvSpPr>
          <p:cNvPr id="4" name="Slide Number Placeholder 5">
            <a:extLst>
              <a:ext uri="{FF2B5EF4-FFF2-40B4-BE49-F238E27FC236}">
                <a16:creationId xmlns:a16="http://schemas.microsoft.com/office/drawing/2014/main" id="{7C72A64D-F39C-2803-6015-5B8F968113C9}"/>
              </a:ext>
            </a:extLst>
          </p:cNvPr>
          <p:cNvSpPr>
            <a:spLocks noGrp="1"/>
          </p:cNvSpPr>
          <p:nvPr>
            <p:ph type="sldNum" sz="quarter" idx="4"/>
          </p:nvPr>
        </p:nvSpPr>
        <p:spPr>
          <a:xfrm>
            <a:off x="449152" y="12985749"/>
            <a:ext cx="871646" cy="730250"/>
          </a:xfrm>
          <a:prstGeom prst="rect">
            <a:avLst/>
          </a:prstGeom>
        </p:spPr>
        <p:txBody>
          <a:bodyPr vert="horz" lIns="91440" tIns="45720" rIns="91440" bIns="45720" rtlCol="0" anchor="ctr"/>
          <a:lstStyle>
            <a:lvl1pPr algn="l">
              <a:defRPr sz="1600">
                <a:solidFill>
                  <a:schemeClr val="bg2"/>
                </a:solidFill>
                <a:latin typeface="Oracle Sans" panose="020B0503020204020204" pitchFamily="34" charset="0"/>
                <a:cs typeface="Oracle Sans" panose="020B0503020204020204" pitchFamily="34" charset="0"/>
              </a:defRPr>
            </a:lvl1pPr>
          </a:lstStyle>
          <a:p>
            <a:fld id="{CFF4B978-1D82-7745-80C5-DBABA6B131D3}" type="slidenum">
              <a:rPr lang="en-US" smtClean="0"/>
              <a:pPr/>
              <a:t>‹#›</a:t>
            </a:fld>
            <a:endParaRPr lang="en-US"/>
          </a:p>
        </p:txBody>
      </p:sp>
      <p:pic>
        <p:nvPicPr>
          <p:cNvPr id="5" name="Picture 4">
            <a:extLst>
              <a:ext uri="{FF2B5EF4-FFF2-40B4-BE49-F238E27FC236}">
                <a16:creationId xmlns:a16="http://schemas.microsoft.com/office/drawing/2014/main" id="{3B263CA4-028C-B144-8F10-959252AED76E}"/>
              </a:ext>
            </a:extLst>
          </p:cNvPr>
          <p:cNvPicPr>
            <a:picLocks noChangeAspect="1"/>
          </p:cNvPicPr>
          <p:nvPr userDrawn="1"/>
        </p:nvPicPr>
        <p:blipFill>
          <a:blip r:embed="rId3">
            <a:alphaModFix/>
          </a:blip>
          <a:stretch>
            <a:fillRect/>
          </a:stretch>
        </p:blipFill>
        <p:spPr>
          <a:xfrm>
            <a:off x="22762011" y="12898102"/>
            <a:ext cx="817080" cy="827423"/>
          </a:xfrm>
          <a:prstGeom prst="rect">
            <a:avLst/>
          </a:prstGeom>
        </p:spPr>
      </p:pic>
    </p:spTree>
    <p:extLst>
      <p:ext uri="{BB962C8B-B14F-4D97-AF65-F5344CB8AC3E}">
        <p14:creationId xmlns:p14="http://schemas.microsoft.com/office/powerpoint/2010/main" val="3768102803"/>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p:cSld name="3_Blank Dark">
    <p:bg>
      <p:bgPr>
        <a:solidFill>
          <a:srgbClr val="00758F"/>
        </a:solidFill>
        <a:effectLst/>
      </p:bgPr>
    </p:bg>
    <p:spTree>
      <p:nvGrpSpPr>
        <p:cNvPr id="1" name=""/>
        <p:cNvGrpSpPr/>
        <p:nvPr/>
      </p:nvGrpSpPr>
      <p:grpSpPr>
        <a:xfrm>
          <a:off x="0" y="0"/>
          <a:ext cx="0" cy="0"/>
          <a:chOff x="0" y="0"/>
          <a:chExt cx="0" cy="0"/>
        </a:xfrm>
      </p:grpSpPr>
      <p:pic>
        <p:nvPicPr>
          <p:cNvPr id="3" name="Picture 2" descr="Background pattern&#10;&#10;Description automatically generated">
            <a:extLst>
              <a:ext uri="{FF2B5EF4-FFF2-40B4-BE49-F238E27FC236}">
                <a16:creationId xmlns:a16="http://schemas.microsoft.com/office/drawing/2014/main" id="{71C6D2D3-6C06-6D56-BBBC-F6D1E904B044}"/>
              </a:ext>
            </a:extLst>
          </p:cNvPr>
          <p:cNvPicPr>
            <a:picLocks noChangeAspect="1"/>
          </p:cNvPicPr>
          <p:nvPr userDrawn="1"/>
        </p:nvPicPr>
        <p:blipFill>
          <a:blip r:embed="rId2"/>
          <a:stretch>
            <a:fillRect/>
          </a:stretch>
        </p:blipFill>
        <p:spPr>
          <a:xfrm>
            <a:off x="1587" y="0"/>
            <a:ext cx="24384000" cy="13716000"/>
          </a:xfrm>
          <a:prstGeom prst="rect">
            <a:avLst/>
          </a:prstGeom>
        </p:spPr>
      </p:pic>
      <p:sp>
        <p:nvSpPr>
          <p:cNvPr id="2" name="Footer Placeholder 3">
            <a:extLst>
              <a:ext uri="{FF2B5EF4-FFF2-40B4-BE49-F238E27FC236}">
                <a16:creationId xmlns:a16="http://schemas.microsoft.com/office/drawing/2014/main" id="{FBC5BF92-7750-BEEA-6327-27C3BFC9C734}"/>
              </a:ext>
            </a:extLst>
          </p:cNvPr>
          <p:cNvSpPr>
            <a:spLocks noGrp="1"/>
          </p:cNvSpPr>
          <p:nvPr>
            <p:ph type="ftr" sz="quarter" idx="3"/>
          </p:nvPr>
        </p:nvSpPr>
        <p:spPr>
          <a:xfrm>
            <a:off x="1411345" y="12985749"/>
            <a:ext cx="10052413" cy="730250"/>
          </a:xfrm>
          <a:prstGeom prst="rect">
            <a:avLst/>
          </a:prstGeom>
        </p:spPr>
        <p:txBody>
          <a:bodyPr vert="horz" lIns="91440" tIns="45720" rIns="91440" bIns="45720" rtlCol="0" anchor="ctr"/>
          <a:lstStyle>
            <a:lvl1pPr algn="l">
              <a:defRPr sz="1400" b="0" i="0">
                <a:solidFill>
                  <a:schemeClr val="bg2"/>
                </a:solidFill>
                <a:latin typeface="Oracle Sans Light" panose="020B0403020204020204" pitchFamily="34" charset="0"/>
                <a:cs typeface="Oracle Sans Light" panose="020B0403020204020204" pitchFamily="34" charset="0"/>
              </a:defRPr>
            </a:lvl1p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CA" sz="1400" b="0" i="0" u="none" strike="noStrike" kern="1200" cap="none" spc="0" normalizeH="0" baseline="0" noProof="0" dirty="0">
                <a:ln>
                  <a:noFill/>
                </a:ln>
                <a:solidFill>
                  <a:schemeClr val="bg2"/>
                </a:solidFill>
                <a:effectLst/>
                <a:uLnTx/>
                <a:uFillTx/>
                <a:latin typeface="Oracle Sans Light" panose="020B0403020204020204" pitchFamily="34" charset="0"/>
                <a:ea typeface="+mn-ea"/>
                <a:cs typeface="Oracle Sans Light" panose="020B0403020204020204" pitchFamily="34" charset="0"/>
              </a:rPr>
              <a:t>Java Day Copyright © 2024, Oracle and/or its affiliates</a:t>
            </a:r>
          </a:p>
        </p:txBody>
      </p:sp>
      <p:sp>
        <p:nvSpPr>
          <p:cNvPr id="4" name="Slide Number Placeholder 5">
            <a:extLst>
              <a:ext uri="{FF2B5EF4-FFF2-40B4-BE49-F238E27FC236}">
                <a16:creationId xmlns:a16="http://schemas.microsoft.com/office/drawing/2014/main" id="{7D3A0404-32DA-E646-80AF-C3D18A9D11EC}"/>
              </a:ext>
            </a:extLst>
          </p:cNvPr>
          <p:cNvSpPr>
            <a:spLocks noGrp="1"/>
          </p:cNvSpPr>
          <p:nvPr>
            <p:ph type="sldNum" sz="quarter" idx="4"/>
          </p:nvPr>
        </p:nvSpPr>
        <p:spPr>
          <a:xfrm>
            <a:off x="449152" y="12985749"/>
            <a:ext cx="871646" cy="730250"/>
          </a:xfrm>
          <a:prstGeom prst="rect">
            <a:avLst/>
          </a:prstGeom>
        </p:spPr>
        <p:txBody>
          <a:bodyPr vert="horz" lIns="91440" tIns="45720" rIns="91440" bIns="45720" rtlCol="0" anchor="ctr"/>
          <a:lstStyle>
            <a:lvl1pPr algn="l">
              <a:defRPr sz="1600">
                <a:solidFill>
                  <a:schemeClr val="bg2"/>
                </a:solidFill>
                <a:latin typeface="Oracle Sans" panose="020B0503020204020204" pitchFamily="34" charset="0"/>
                <a:cs typeface="Oracle Sans" panose="020B0503020204020204" pitchFamily="34" charset="0"/>
              </a:defRPr>
            </a:lvl1pPr>
          </a:lstStyle>
          <a:p>
            <a:fld id="{CFF4B978-1D82-7745-80C5-DBABA6B131D3}" type="slidenum">
              <a:rPr lang="en-US" smtClean="0"/>
              <a:pPr/>
              <a:t>‹#›</a:t>
            </a:fld>
            <a:endParaRPr lang="en-US"/>
          </a:p>
        </p:txBody>
      </p:sp>
      <p:pic>
        <p:nvPicPr>
          <p:cNvPr id="5" name="Picture 4">
            <a:extLst>
              <a:ext uri="{FF2B5EF4-FFF2-40B4-BE49-F238E27FC236}">
                <a16:creationId xmlns:a16="http://schemas.microsoft.com/office/drawing/2014/main" id="{B31A2723-C8DE-E8F7-A922-1AFC04A8C39D}"/>
              </a:ext>
            </a:extLst>
          </p:cNvPr>
          <p:cNvPicPr>
            <a:picLocks noChangeAspect="1"/>
          </p:cNvPicPr>
          <p:nvPr userDrawn="1"/>
        </p:nvPicPr>
        <p:blipFill>
          <a:blip r:embed="rId3">
            <a:alphaModFix/>
          </a:blip>
          <a:stretch>
            <a:fillRect/>
          </a:stretch>
        </p:blipFill>
        <p:spPr>
          <a:xfrm>
            <a:off x="22762011" y="12898102"/>
            <a:ext cx="817080" cy="827423"/>
          </a:xfrm>
          <a:prstGeom prst="rect">
            <a:avLst/>
          </a:prstGeom>
        </p:spPr>
      </p:pic>
    </p:spTree>
    <p:extLst>
      <p:ext uri="{BB962C8B-B14F-4D97-AF65-F5344CB8AC3E}">
        <p14:creationId xmlns:p14="http://schemas.microsoft.com/office/powerpoint/2010/main" val="2134057944"/>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p:cSld name="4_Blank Dark">
    <p:bg>
      <p:bgPr>
        <a:solidFill>
          <a:srgbClr val="00758F"/>
        </a:solidFill>
        <a:effectLst/>
      </p:bgPr>
    </p:bg>
    <p:spTree>
      <p:nvGrpSpPr>
        <p:cNvPr id="1" name=""/>
        <p:cNvGrpSpPr/>
        <p:nvPr/>
      </p:nvGrpSpPr>
      <p:grpSpPr>
        <a:xfrm>
          <a:off x="0" y="0"/>
          <a:ext cx="0" cy="0"/>
          <a:chOff x="0" y="0"/>
          <a:chExt cx="0" cy="0"/>
        </a:xfrm>
      </p:grpSpPr>
      <p:pic>
        <p:nvPicPr>
          <p:cNvPr id="2" name="Picture 1" descr="Background pattern&#10;&#10;Description automatically generated with medium confidence">
            <a:extLst>
              <a:ext uri="{FF2B5EF4-FFF2-40B4-BE49-F238E27FC236}">
                <a16:creationId xmlns:a16="http://schemas.microsoft.com/office/drawing/2014/main" id="{EC9904E1-871F-12C3-0BFE-611B9D7EC40C}"/>
              </a:ext>
            </a:extLst>
          </p:cNvPr>
          <p:cNvPicPr>
            <a:picLocks noChangeAspect="1"/>
          </p:cNvPicPr>
          <p:nvPr userDrawn="1"/>
        </p:nvPicPr>
        <p:blipFill>
          <a:blip r:embed="rId2"/>
          <a:stretch>
            <a:fillRect/>
          </a:stretch>
        </p:blipFill>
        <p:spPr>
          <a:xfrm>
            <a:off x="1587" y="0"/>
            <a:ext cx="24384000" cy="13716000"/>
          </a:xfrm>
          <a:prstGeom prst="rect">
            <a:avLst/>
          </a:prstGeom>
        </p:spPr>
      </p:pic>
      <p:sp>
        <p:nvSpPr>
          <p:cNvPr id="3" name="Footer Placeholder 3">
            <a:extLst>
              <a:ext uri="{FF2B5EF4-FFF2-40B4-BE49-F238E27FC236}">
                <a16:creationId xmlns:a16="http://schemas.microsoft.com/office/drawing/2014/main" id="{C96B4B33-CFC2-69E2-00E4-33D05C4DCEAE}"/>
              </a:ext>
            </a:extLst>
          </p:cNvPr>
          <p:cNvSpPr>
            <a:spLocks noGrp="1"/>
          </p:cNvSpPr>
          <p:nvPr>
            <p:ph type="ftr" sz="quarter" idx="3"/>
          </p:nvPr>
        </p:nvSpPr>
        <p:spPr>
          <a:xfrm>
            <a:off x="1411345" y="12985749"/>
            <a:ext cx="10052413" cy="730250"/>
          </a:xfrm>
          <a:prstGeom prst="rect">
            <a:avLst/>
          </a:prstGeom>
        </p:spPr>
        <p:txBody>
          <a:bodyPr vert="horz" lIns="91440" tIns="45720" rIns="91440" bIns="45720" rtlCol="0" anchor="ctr"/>
          <a:lstStyle>
            <a:lvl1pPr algn="l">
              <a:defRPr sz="1400" b="0" i="0">
                <a:solidFill>
                  <a:schemeClr val="bg2"/>
                </a:solidFill>
                <a:latin typeface="Oracle Sans Light" panose="020B0403020204020204" pitchFamily="34" charset="0"/>
                <a:cs typeface="Oracle Sans Light" panose="020B0403020204020204" pitchFamily="34" charset="0"/>
              </a:defRPr>
            </a:lvl1p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CA" sz="1400" b="0" i="0" u="none" strike="noStrike" kern="1200" cap="none" spc="0" normalizeH="0" baseline="0" noProof="0" dirty="0">
                <a:ln>
                  <a:noFill/>
                </a:ln>
                <a:solidFill>
                  <a:schemeClr val="bg2"/>
                </a:solidFill>
                <a:effectLst/>
                <a:uLnTx/>
                <a:uFillTx/>
                <a:latin typeface="Oracle Sans Light" panose="020B0403020204020204" pitchFamily="34" charset="0"/>
                <a:ea typeface="+mn-ea"/>
                <a:cs typeface="Oracle Sans Light" panose="020B0403020204020204" pitchFamily="34" charset="0"/>
              </a:rPr>
              <a:t>Java Day Copyright © 2024, Oracle and/or its affiliates</a:t>
            </a:r>
          </a:p>
        </p:txBody>
      </p:sp>
      <p:sp>
        <p:nvSpPr>
          <p:cNvPr id="4" name="Slide Number Placeholder 5">
            <a:extLst>
              <a:ext uri="{FF2B5EF4-FFF2-40B4-BE49-F238E27FC236}">
                <a16:creationId xmlns:a16="http://schemas.microsoft.com/office/drawing/2014/main" id="{21D94968-AB2A-254F-2330-7056979354C1}"/>
              </a:ext>
            </a:extLst>
          </p:cNvPr>
          <p:cNvSpPr>
            <a:spLocks noGrp="1"/>
          </p:cNvSpPr>
          <p:nvPr>
            <p:ph type="sldNum" sz="quarter" idx="4"/>
          </p:nvPr>
        </p:nvSpPr>
        <p:spPr>
          <a:xfrm>
            <a:off x="449152" y="12985749"/>
            <a:ext cx="871646" cy="730250"/>
          </a:xfrm>
          <a:prstGeom prst="rect">
            <a:avLst/>
          </a:prstGeom>
        </p:spPr>
        <p:txBody>
          <a:bodyPr vert="horz" lIns="91440" tIns="45720" rIns="91440" bIns="45720" rtlCol="0" anchor="ctr"/>
          <a:lstStyle>
            <a:lvl1pPr algn="l">
              <a:defRPr sz="1600">
                <a:solidFill>
                  <a:schemeClr val="bg2"/>
                </a:solidFill>
                <a:latin typeface="Oracle Sans" panose="020B0503020204020204" pitchFamily="34" charset="0"/>
                <a:cs typeface="Oracle Sans" panose="020B0503020204020204" pitchFamily="34" charset="0"/>
              </a:defRPr>
            </a:lvl1pPr>
          </a:lstStyle>
          <a:p>
            <a:fld id="{CFF4B978-1D82-7745-80C5-DBABA6B131D3}" type="slidenum">
              <a:rPr lang="en-US" smtClean="0"/>
              <a:pPr/>
              <a:t>‹#›</a:t>
            </a:fld>
            <a:endParaRPr lang="en-US"/>
          </a:p>
        </p:txBody>
      </p:sp>
      <p:pic>
        <p:nvPicPr>
          <p:cNvPr id="5" name="Picture 4">
            <a:extLst>
              <a:ext uri="{FF2B5EF4-FFF2-40B4-BE49-F238E27FC236}">
                <a16:creationId xmlns:a16="http://schemas.microsoft.com/office/drawing/2014/main" id="{D9745FE3-1309-6670-98F8-9A305AA02C25}"/>
              </a:ext>
            </a:extLst>
          </p:cNvPr>
          <p:cNvPicPr>
            <a:picLocks noChangeAspect="1"/>
          </p:cNvPicPr>
          <p:nvPr userDrawn="1"/>
        </p:nvPicPr>
        <p:blipFill>
          <a:blip r:embed="rId3">
            <a:alphaModFix/>
          </a:blip>
          <a:stretch>
            <a:fillRect/>
          </a:stretch>
        </p:blipFill>
        <p:spPr>
          <a:xfrm>
            <a:off x="22762011" y="12898102"/>
            <a:ext cx="817080" cy="827423"/>
          </a:xfrm>
          <a:prstGeom prst="rect">
            <a:avLst/>
          </a:prstGeom>
        </p:spPr>
      </p:pic>
    </p:spTree>
    <p:extLst>
      <p:ext uri="{BB962C8B-B14F-4D97-AF65-F5344CB8AC3E}">
        <p14:creationId xmlns:p14="http://schemas.microsoft.com/office/powerpoint/2010/main" val="90487314"/>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p:cSld name="Blank Light">
    <p:bg>
      <p:bgPr>
        <a:solidFill>
          <a:srgbClr val="00758F"/>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70167B20-5CDD-9389-2E38-1A5871C24B6A}"/>
              </a:ext>
            </a:extLst>
          </p:cNvPr>
          <p:cNvPicPr>
            <a:picLocks noChangeAspect="1"/>
          </p:cNvPicPr>
          <p:nvPr userDrawn="1"/>
        </p:nvPicPr>
        <p:blipFill>
          <a:blip r:embed="rId2"/>
          <a:stretch>
            <a:fillRect/>
          </a:stretch>
        </p:blipFill>
        <p:spPr>
          <a:xfrm>
            <a:off x="1587" y="0"/>
            <a:ext cx="24384000" cy="13716000"/>
          </a:xfrm>
          <a:prstGeom prst="rect">
            <a:avLst/>
          </a:prstGeom>
        </p:spPr>
      </p:pic>
      <p:sp>
        <p:nvSpPr>
          <p:cNvPr id="2" name="Footer Placeholder 3">
            <a:extLst>
              <a:ext uri="{FF2B5EF4-FFF2-40B4-BE49-F238E27FC236}">
                <a16:creationId xmlns:a16="http://schemas.microsoft.com/office/drawing/2014/main" id="{D35491C5-7D5C-AA69-8ADF-1B3FBA82E09D}"/>
              </a:ext>
            </a:extLst>
          </p:cNvPr>
          <p:cNvSpPr>
            <a:spLocks noGrp="1"/>
          </p:cNvSpPr>
          <p:nvPr>
            <p:ph type="ftr" sz="quarter" idx="3"/>
          </p:nvPr>
        </p:nvSpPr>
        <p:spPr>
          <a:xfrm>
            <a:off x="1411345" y="12985749"/>
            <a:ext cx="10052413" cy="730250"/>
          </a:xfrm>
          <a:prstGeom prst="rect">
            <a:avLst/>
          </a:prstGeom>
        </p:spPr>
        <p:txBody>
          <a:bodyPr vert="horz" lIns="91440" tIns="45720" rIns="91440" bIns="45720" rtlCol="0" anchor="ctr"/>
          <a:lstStyle>
            <a:lvl1pPr algn="l">
              <a:defRPr sz="1400" b="0" i="0">
                <a:solidFill>
                  <a:schemeClr val="accent4"/>
                </a:solidFill>
                <a:latin typeface="Oracle Sans Light" panose="020B0403020204020204" pitchFamily="34" charset="0"/>
                <a:cs typeface="Oracle Sans Light" panose="020B0403020204020204" pitchFamily="34" charset="0"/>
              </a:defRPr>
            </a:lvl1pPr>
          </a:lstStyle>
          <a:p>
            <a:pPr>
              <a:defRPr/>
            </a:pPr>
            <a:r>
              <a:rPr lang="en-CA" dirty="0"/>
              <a:t>Java Day Copyright © 2024, Oracle and/or its affiliates</a:t>
            </a:r>
          </a:p>
        </p:txBody>
      </p:sp>
      <p:sp>
        <p:nvSpPr>
          <p:cNvPr id="4" name="Slide Number Placeholder 5">
            <a:extLst>
              <a:ext uri="{FF2B5EF4-FFF2-40B4-BE49-F238E27FC236}">
                <a16:creationId xmlns:a16="http://schemas.microsoft.com/office/drawing/2014/main" id="{CA618C28-43B5-9D32-9EF6-6E8518BAD01C}"/>
              </a:ext>
            </a:extLst>
          </p:cNvPr>
          <p:cNvSpPr>
            <a:spLocks noGrp="1"/>
          </p:cNvSpPr>
          <p:nvPr>
            <p:ph type="sldNum" sz="quarter" idx="4"/>
          </p:nvPr>
        </p:nvSpPr>
        <p:spPr>
          <a:xfrm>
            <a:off x="449152" y="12985749"/>
            <a:ext cx="871646" cy="730250"/>
          </a:xfrm>
          <a:prstGeom prst="rect">
            <a:avLst/>
          </a:prstGeom>
        </p:spPr>
        <p:txBody>
          <a:bodyPr vert="horz" lIns="91440" tIns="45720" rIns="91440" bIns="45720" rtlCol="0" anchor="ctr"/>
          <a:lstStyle>
            <a:lvl1pPr algn="l">
              <a:defRPr sz="1600">
                <a:solidFill>
                  <a:schemeClr val="accent4"/>
                </a:solidFill>
                <a:latin typeface="Oracle Sans" panose="020B0503020204020204" pitchFamily="34" charset="0"/>
                <a:cs typeface="Oracle Sans" panose="020B0503020204020204" pitchFamily="34" charset="0"/>
              </a:defRPr>
            </a:lvl1pPr>
          </a:lstStyle>
          <a:p>
            <a:fld id="{CFF4B978-1D82-7745-80C5-DBABA6B131D3}" type="slidenum">
              <a:rPr lang="en-US" smtClean="0"/>
              <a:pPr/>
              <a:t>‹#›</a:t>
            </a:fld>
            <a:endParaRPr lang="en-US"/>
          </a:p>
        </p:txBody>
      </p:sp>
      <p:pic>
        <p:nvPicPr>
          <p:cNvPr id="5" name="Picture 4">
            <a:extLst>
              <a:ext uri="{FF2B5EF4-FFF2-40B4-BE49-F238E27FC236}">
                <a16:creationId xmlns:a16="http://schemas.microsoft.com/office/drawing/2014/main" id="{DC2D71EE-1E24-69DD-EC81-3B65EFDDB2C7}"/>
              </a:ext>
            </a:extLst>
          </p:cNvPr>
          <p:cNvPicPr>
            <a:picLocks noChangeAspect="1"/>
          </p:cNvPicPr>
          <p:nvPr userDrawn="1"/>
        </p:nvPicPr>
        <p:blipFill>
          <a:blip r:embed="rId3">
            <a:alphaModFix/>
          </a:blip>
          <a:stretch>
            <a:fillRect/>
          </a:stretch>
        </p:blipFill>
        <p:spPr>
          <a:xfrm>
            <a:off x="22762011" y="12898102"/>
            <a:ext cx="817080" cy="827423"/>
          </a:xfrm>
          <a:prstGeom prst="rect">
            <a:avLst/>
          </a:prstGeom>
        </p:spPr>
      </p:pic>
    </p:spTree>
    <p:extLst>
      <p:ext uri="{BB962C8B-B14F-4D97-AF65-F5344CB8AC3E}">
        <p14:creationId xmlns:p14="http://schemas.microsoft.com/office/powerpoint/2010/main" val="1240079642"/>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p:cSld name="Title Only Light">
    <p:bg>
      <p:bgPr>
        <a:solidFill>
          <a:srgbClr val="00758F"/>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B96E5BCB-63A6-CA41-F9D6-09D13BCC9860}"/>
              </a:ext>
            </a:extLst>
          </p:cNvPr>
          <p:cNvPicPr>
            <a:picLocks noChangeAspect="1"/>
          </p:cNvPicPr>
          <p:nvPr userDrawn="1"/>
        </p:nvPicPr>
        <p:blipFill>
          <a:blip r:embed="rId2"/>
          <a:stretch>
            <a:fillRect/>
          </a:stretch>
        </p:blipFill>
        <p:spPr>
          <a:xfrm>
            <a:off x="1587" y="0"/>
            <a:ext cx="24384000" cy="13716000"/>
          </a:xfrm>
          <a:prstGeom prst="rect">
            <a:avLst/>
          </a:prstGeom>
        </p:spPr>
      </p:pic>
      <p:sp>
        <p:nvSpPr>
          <p:cNvPr id="4" name="Title 1">
            <a:extLst>
              <a:ext uri="{FF2B5EF4-FFF2-40B4-BE49-F238E27FC236}">
                <a16:creationId xmlns:a16="http://schemas.microsoft.com/office/drawing/2014/main" id="{733D3DA5-E31D-2022-3FB8-FB6BE59D595C}"/>
              </a:ext>
            </a:extLst>
          </p:cNvPr>
          <p:cNvSpPr>
            <a:spLocks noGrp="1"/>
          </p:cNvSpPr>
          <p:nvPr>
            <p:ph type="title"/>
          </p:nvPr>
        </p:nvSpPr>
        <p:spPr>
          <a:xfrm>
            <a:off x="1386010" y="672354"/>
            <a:ext cx="22189047" cy="1880607"/>
          </a:xfrm>
          <a:prstGeom prst="rect">
            <a:avLst/>
          </a:prstGeom>
        </p:spPr>
        <p:txBody>
          <a:bodyPr anchor="b">
            <a:noAutofit/>
          </a:bodyPr>
          <a:lstStyle>
            <a:lvl1pPr>
              <a:lnSpc>
                <a:spcPct val="100000"/>
              </a:lnSpc>
              <a:defRPr sz="6600">
                <a:solidFill>
                  <a:srgbClr val="004050"/>
                </a:solidFill>
              </a:defRPr>
            </a:lvl1pPr>
          </a:lstStyle>
          <a:p>
            <a:r>
              <a:rPr lang="en-GB"/>
              <a:t>Click to edit Master title style</a:t>
            </a:r>
            <a:endParaRPr lang="en-US" dirty="0"/>
          </a:p>
        </p:txBody>
      </p:sp>
      <p:sp>
        <p:nvSpPr>
          <p:cNvPr id="3" name="Footer Placeholder 3">
            <a:extLst>
              <a:ext uri="{FF2B5EF4-FFF2-40B4-BE49-F238E27FC236}">
                <a16:creationId xmlns:a16="http://schemas.microsoft.com/office/drawing/2014/main" id="{C79EEFB6-E32E-A3CB-B1F8-1969402708DE}"/>
              </a:ext>
            </a:extLst>
          </p:cNvPr>
          <p:cNvSpPr>
            <a:spLocks noGrp="1"/>
          </p:cNvSpPr>
          <p:nvPr>
            <p:ph type="ftr" sz="quarter" idx="3"/>
          </p:nvPr>
        </p:nvSpPr>
        <p:spPr>
          <a:xfrm>
            <a:off x="1411345" y="12985749"/>
            <a:ext cx="10052413" cy="730250"/>
          </a:xfrm>
          <a:prstGeom prst="rect">
            <a:avLst/>
          </a:prstGeom>
        </p:spPr>
        <p:txBody>
          <a:bodyPr vert="horz" lIns="91440" tIns="45720" rIns="91440" bIns="45720" rtlCol="0" anchor="ctr"/>
          <a:lstStyle>
            <a:lvl1pPr algn="l">
              <a:defRPr sz="1400" b="0" i="0">
                <a:solidFill>
                  <a:schemeClr val="accent4"/>
                </a:solidFill>
                <a:latin typeface="Oracle Sans Light" panose="020B0403020204020204" pitchFamily="34" charset="0"/>
                <a:cs typeface="Oracle Sans Light" panose="020B0403020204020204" pitchFamily="34" charset="0"/>
              </a:defRPr>
            </a:lvl1pPr>
          </a:lstStyle>
          <a:p>
            <a:pPr>
              <a:defRPr/>
            </a:pPr>
            <a:r>
              <a:rPr lang="en-CA" dirty="0"/>
              <a:t>Java Day Copyright © 2024, Oracle and/or its affiliates</a:t>
            </a:r>
          </a:p>
        </p:txBody>
      </p:sp>
      <p:sp>
        <p:nvSpPr>
          <p:cNvPr id="5" name="Slide Number Placeholder 5">
            <a:extLst>
              <a:ext uri="{FF2B5EF4-FFF2-40B4-BE49-F238E27FC236}">
                <a16:creationId xmlns:a16="http://schemas.microsoft.com/office/drawing/2014/main" id="{43F74AC4-A7EA-E790-BDEA-754E5291C35D}"/>
              </a:ext>
            </a:extLst>
          </p:cNvPr>
          <p:cNvSpPr>
            <a:spLocks noGrp="1"/>
          </p:cNvSpPr>
          <p:nvPr>
            <p:ph type="sldNum" sz="quarter" idx="4"/>
          </p:nvPr>
        </p:nvSpPr>
        <p:spPr>
          <a:xfrm>
            <a:off x="449152" y="12985749"/>
            <a:ext cx="871646" cy="730250"/>
          </a:xfrm>
          <a:prstGeom prst="rect">
            <a:avLst/>
          </a:prstGeom>
        </p:spPr>
        <p:txBody>
          <a:bodyPr vert="horz" lIns="91440" tIns="45720" rIns="91440" bIns="45720" rtlCol="0" anchor="ctr"/>
          <a:lstStyle>
            <a:lvl1pPr algn="l">
              <a:defRPr sz="1600">
                <a:solidFill>
                  <a:schemeClr val="accent4"/>
                </a:solidFill>
                <a:latin typeface="Oracle Sans" panose="020B0503020204020204" pitchFamily="34" charset="0"/>
                <a:cs typeface="Oracle Sans" panose="020B0503020204020204" pitchFamily="34" charset="0"/>
              </a:defRPr>
            </a:lvl1pPr>
          </a:lstStyle>
          <a:p>
            <a:fld id="{CFF4B978-1D82-7745-80C5-DBABA6B131D3}" type="slidenum">
              <a:rPr lang="en-US" smtClean="0"/>
              <a:pPr/>
              <a:t>‹#›</a:t>
            </a:fld>
            <a:endParaRPr lang="en-US"/>
          </a:p>
        </p:txBody>
      </p:sp>
      <p:pic>
        <p:nvPicPr>
          <p:cNvPr id="6" name="Picture 5">
            <a:extLst>
              <a:ext uri="{FF2B5EF4-FFF2-40B4-BE49-F238E27FC236}">
                <a16:creationId xmlns:a16="http://schemas.microsoft.com/office/drawing/2014/main" id="{C339EB9D-C0A8-3BA6-ABE7-59C250F0BFFF}"/>
              </a:ext>
            </a:extLst>
          </p:cNvPr>
          <p:cNvPicPr>
            <a:picLocks noChangeAspect="1"/>
          </p:cNvPicPr>
          <p:nvPr userDrawn="1"/>
        </p:nvPicPr>
        <p:blipFill>
          <a:blip r:embed="rId3">
            <a:alphaModFix/>
          </a:blip>
          <a:stretch>
            <a:fillRect/>
          </a:stretch>
        </p:blipFill>
        <p:spPr>
          <a:xfrm>
            <a:off x="22762011" y="12898102"/>
            <a:ext cx="817080" cy="827423"/>
          </a:xfrm>
          <a:prstGeom prst="rect">
            <a:avLst/>
          </a:prstGeom>
        </p:spPr>
      </p:pic>
    </p:spTree>
    <p:extLst>
      <p:ext uri="{BB962C8B-B14F-4D97-AF65-F5344CB8AC3E}">
        <p14:creationId xmlns:p14="http://schemas.microsoft.com/office/powerpoint/2010/main" val="4105341483"/>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type="tx">
  <p:cSld name="Title &amp; Bullets">
    <p:spTree>
      <p:nvGrpSpPr>
        <p:cNvPr id="1" name=""/>
        <p:cNvGrpSpPr/>
        <p:nvPr/>
      </p:nvGrpSpPr>
      <p:grpSpPr>
        <a:xfrm>
          <a:off x="0" y="0"/>
          <a:ext cx="0" cy="0"/>
          <a:chOff x="0" y="0"/>
          <a:chExt cx="0" cy="0"/>
        </a:xfrm>
      </p:grpSpPr>
      <p:sp>
        <p:nvSpPr>
          <p:cNvPr id="42" name="Slide Title"/>
          <p:cNvSpPr txBox="1">
            <a:spLocks noGrp="1"/>
          </p:cNvSpPr>
          <p:nvPr>
            <p:ph type="title" hasCustomPrompt="1"/>
          </p:nvPr>
        </p:nvSpPr>
        <p:spPr>
          <a:prstGeom prst="rect">
            <a:avLst/>
          </a:prstGeom>
        </p:spPr>
        <p:txBody>
          <a:bodyPr/>
          <a:lstStyle/>
          <a:p>
            <a:r>
              <a:t>Slide Title</a:t>
            </a:r>
          </a:p>
        </p:txBody>
      </p:sp>
      <p:sp>
        <p:nvSpPr>
          <p:cNvPr id="43" name="Slide Subtitle"/>
          <p:cNvSpPr txBox="1">
            <a:spLocks noGrp="1"/>
          </p:cNvSpPr>
          <p:nvPr>
            <p:ph type="body" sz="quarter" idx="21" hasCustomPrompt="1"/>
          </p:nvPr>
        </p:nvSpPr>
        <p:spPr>
          <a:xfrm>
            <a:off x="1206657" y="2372962"/>
            <a:ext cx="21973861" cy="934780"/>
          </a:xfrm>
          <a:prstGeom prst="rect">
            <a:avLst/>
          </a:prstGeom>
        </p:spPr>
        <p:txBody>
          <a:bodyPr lIns="45719" tIns="45719" rIns="45719" bIns="45719"/>
          <a:lstStyle>
            <a:lvl1pPr marL="0" indent="0" defTabSz="825500">
              <a:lnSpc>
                <a:spcPct val="100000"/>
              </a:lnSpc>
              <a:spcBef>
                <a:spcPts val="0"/>
              </a:spcBef>
              <a:buSzTx/>
              <a:buNone/>
              <a:defRPr sz="5500" b="1"/>
            </a:lvl1pPr>
          </a:lstStyle>
          <a:p>
            <a:r>
              <a:t>Slide Subtitle</a:t>
            </a:r>
          </a:p>
        </p:txBody>
      </p:sp>
      <p:sp>
        <p:nvSpPr>
          <p:cNvPr id="44" name="Body Level One…"/>
          <p:cNvSpPr txBox="1">
            <a:spLocks noGrp="1"/>
          </p:cNvSpPr>
          <p:nvPr>
            <p:ph type="body" idx="1" hasCustomPrompt="1"/>
          </p:nvPr>
        </p:nvSpPr>
        <p:spPr>
          <a:prstGeom prst="rect">
            <a:avLst/>
          </a:prstGeom>
        </p:spPr>
        <p:txBody>
          <a:bodyPr/>
          <a:lstStyle/>
          <a:p>
            <a:r>
              <a:t>Slide bullet text</a:t>
            </a:r>
          </a:p>
          <a:p>
            <a:pPr lvl="1"/>
            <a:endParaRPr/>
          </a:p>
          <a:p>
            <a:pPr lvl="2"/>
            <a:endParaRPr/>
          </a:p>
          <a:p>
            <a:pPr lvl="3"/>
            <a:endParaRPr/>
          </a:p>
          <a:p>
            <a:pPr lvl="4"/>
            <a:endParaRPr/>
          </a:p>
        </p:txBody>
      </p:sp>
      <p:sp>
        <p:nvSpPr>
          <p:cNvPr id="45"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extLst>
      <p:ext uri="{BB962C8B-B14F-4D97-AF65-F5344CB8AC3E}">
        <p14:creationId xmlns:p14="http://schemas.microsoft.com/office/powerpoint/2010/main" val="3174246773"/>
      </p:ext>
    </p:extLst>
  </p:cSld>
  <p:clrMapOvr>
    <a:masterClrMapping/>
  </p:clrMapOvr>
  <p:transition spd="med"/>
</p:sldLayout>
</file>

<file path=ppt/slideLayouts/slideLayout58.xml><?xml version="1.0" encoding="utf-8"?>
<p:sldLayout xmlns:a="http://schemas.openxmlformats.org/drawingml/2006/main" xmlns:r="http://schemas.openxmlformats.org/officeDocument/2006/relationships" xmlns:p="http://schemas.openxmlformats.org/presentationml/2006/main" type="tx">
  <p:cSld name="Section">
    <p:spTree>
      <p:nvGrpSpPr>
        <p:cNvPr id="1" name=""/>
        <p:cNvGrpSpPr/>
        <p:nvPr/>
      </p:nvGrpSpPr>
      <p:grpSpPr>
        <a:xfrm>
          <a:off x="0" y="0"/>
          <a:ext cx="0" cy="0"/>
          <a:chOff x="0" y="0"/>
          <a:chExt cx="0" cy="0"/>
        </a:xfrm>
      </p:grpSpPr>
      <p:sp>
        <p:nvSpPr>
          <p:cNvPr id="71" name="Section Title"/>
          <p:cNvSpPr txBox="1">
            <a:spLocks noGrp="1"/>
          </p:cNvSpPr>
          <p:nvPr>
            <p:ph type="title" hasCustomPrompt="1"/>
          </p:nvPr>
        </p:nvSpPr>
        <p:spPr>
          <a:xfrm>
            <a:off x="1206653" y="4533900"/>
            <a:ext cx="21973865" cy="4648200"/>
          </a:xfrm>
          <a:prstGeom prst="rect">
            <a:avLst/>
          </a:prstGeom>
        </p:spPr>
        <p:txBody>
          <a:bodyPr anchor="ctr"/>
          <a:lstStyle>
            <a:lvl1pPr>
              <a:defRPr sz="11600" b="0" spc="-232">
                <a:latin typeface="Helvetica Neue Medium"/>
                <a:ea typeface="Helvetica Neue Medium"/>
                <a:cs typeface="Helvetica Neue Medium"/>
                <a:sym typeface="Helvetica Neue Medium"/>
              </a:defRPr>
            </a:lvl1pPr>
          </a:lstStyle>
          <a:p>
            <a:r>
              <a:t>Section Title</a:t>
            </a:r>
          </a:p>
        </p:txBody>
      </p:sp>
      <p:sp>
        <p:nvSpPr>
          <p:cNvPr id="72" name="Slide Number"/>
          <p:cNvSpPr txBox="1">
            <a:spLocks noGrp="1"/>
          </p:cNvSpPr>
          <p:nvPr>
            <p:ph type="sldNum" sz="quarter" idx="2"/>
          </p:nvPr>
        </p:nvSpPr>
        <p:spPr>
          <a:xfrm>
            <a:off x="12003062" y="13085233"/>
            <a:ext cx="368553" cy="374600"/>
          </a:xfrm>
          <a:prstGeom prst="rect">
            <a:avLst/>
          </a:prstGeom>
        </p:spPr>
        <p:txBody>
          <a:bodyPr/>
          <a:lstStyle/>
          <a:p>
            <a:fld id="{86CB4B4D-7CA3-9044-876B-883B54F8677D}" type="slidenum">
              <a:t>‹#›</a:t>
            </a:fld>
            <a:endParaRPr/>
          </a:p>
        </p:txBody>
      </p:sp>
    </p:spTree>
    <p:extLst>
      <p:ext uri="{BB962C8B-B14F-4D97-AF65-F5344CB8AC3E}">
        <p14:creationId xmlns:p14="http://schemas.microsoft.com/office/powerpoint/2010/main" val="2910915238"/>
      </p:ext>
    </p:extLst>
  </p:cSld>
  <p:clrMapOvr>
    <a:masterClrMapping/>
  </p:clrMapOvr>
  <p:transition spd="med"/>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50" Type="http://schemas.openxmlformats.org/officeDocument/2006/relationships/slideLayout" Target="../slideLayouts/slideLayout50.xml"/><Relationship Id="rId55" Type="http://schemas.openxmlformats.org/officeDocument/2006/relationships/slideLayout" Target="../slideLayouts/slideLayout55.xml"/><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3" Type="http://schemas.openxmlformats.org/officeDocument/2006/relationships/slideLayout" Target="../slideLayouts/slideLayout53.xml"/><Relationship Id="rId58" Type="http://schemas.openxmlformats.org/officeDocument/2006/relationships/slideLayout" Target="../slideLayouts/slideLayout58.xml"/><Relationship Id="rId5" Type="http://schemas.openxmlformats.org/officeDocument/2006/relationships/slideLayout" Target="../slideLayouts/slideLayout5.xml"/><Relationship Id="rId61" Type="http://schemas.openxmlformats.org/officeDocument/2006/relationships/image" Target="../media/image2.png"/><Relationship Id="rId19" Type="http://schemas.openxmlformats.org/officeDocument/2006/relationships/slideLayout" Target="../slideLayouts/slideLayout1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56" Type="http://schemas.openxmlformats.org/officeDocument/2006/relationships/slideLayout" Target="../slideLayouts/slideLayout56.xml"/><Relationship Id="rId8" Type="http://schemas.openxmlformats.org/officeDocument/2006/relationships/slideLayout" Target="../slideLayouts/slideLayout8.xml"/><Relationship Id="rId51" Type="http://schemas.openxmlformats.org/officeDocument/2006/relationships/slideLayout" Target="../slideLayouts/slideLayout51.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59" Type="http://schemas.openxmlformats.org/officeDocument/2006/relationships/theme" Target="../theme/theme1.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54" Type="http://schemas.openxmlformats.org/officeDocument/2006/relationships/slideLayout" Target="../slideLayouts/slideLayout54.xml"/><Relationship Id="rId1" Type="http://schemas.openxmlformats.org/officeDocument/2006/relationships/slideLayout" Target="../slideLayouts/slideLayout1.xml"/><Relationship Id="rId6" Type="http://schemas.openxmlformats.org/officeDocument/2006/relationships/slideLayout" Target="../slideLayouts/slideLayout6.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slideLayout" Target="../slideLayouts/slideLayout49.xml"/><Relationship Id="rId57" Type="http://schemas.openxmlformats.org/officeDocument/2006/relationships/slideLayout" Target="../slideLayouts/slideLayout57.xml"/><Relationship Id="rId10" Type="http://schemas.openxmlformats.org/officeDocument/2006/relationships/slideLayout" Target="../slideLayouts/slideLayout10.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52" Type="http://schemas.openxmlformats.org/officeDocument/2006/relationships/slideLayout" Target="../slideLayouts/slideLayout52.xml"/><Relationship Id="rId60" Type="http://schemas.openxmlformats.org/officeDocument/2006/relationships/image" Target="../media/image1.jpg"/><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blipFill dpi="0" rotWithShape="1">
          <a:blip r:embed="rId60">
            <a:lum/>
          </a:blip>
          <a:srcRect/>
          <a:stretch>
            <a:fillRect/>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386010" y="672354"/>
            <a:ext cx="22202496" cy="1880607"/>
          </a:xfrm>
          <a:prstGeom prst="rect">
            <a:avLst/>
          </a:prstGeom>
        </p:spPr>
        <p:txBody>
          <a:bodyPr vert="horz" lIns="91440" tIns="45720" rIns="91440" bIns="45720" rtlCol="0" anchor="b">
            <a:normAutofit/>
          </a:bodyPr>
          <a:lstStyle/>
          <a:p>
            <a:r>
              <a:rPr lang="en-GB"/>
              <a:t>Click to edit Master title style</a:t>
            </a:r>
            <a:endParaRPr lang="en-US" dirty="0"/>
          </a:p>
        </p:txBody>
      </p:sp>
      <p:sp>
        <p:nvSpPr>
          <p:cNvPr id="3" name="Footer Placeholder 3">
            <a:extLst>
              <a:ext uri="{FF2B5EF4-FFF2-40B4-BE49-F238E27FC236}">
                <a16:creationId xmlns:a16="http://schemas.microsoft.com/office/drawing/2014/main" id="{F19C57D0-AC12-B2B0-8A2A-A926FD857463}"/>
              </a:ext>
            </a:extLst>
          </p:cNvPr>
          <p:cNvSpPr>
            <a:spLocks noGrp="1"/>
          </p:cNvSpPr>
          <p:nvPr>
            <p:ph type="ftr" sz="quarter" idx="3"/>
          </p:nvPr>
        </p:nvSpPr>
        <p:spPr>
          <a:xfrm>
            <a:off x="1411345" y="12985749"/>
            <a:ext cx="10052413" cy="730250"/>
          </a:xfrm>
          <a:prstGeom prst="rect">
            <a:avLst/>
          </a:prstGeom>
        </p:spPr>
        <p:txBody>
          <a:bodyPr vert="horz" lIns="91440" tIns="45720" rIns="91440" bIns="45720" rtlCol="0" anchor="ctr"/>
          <a:lstStyle>
            <a:lvl1pPr algn="l">
              <a:defRPr sz="1400" b="0" i="0">
                <a:solidFill>
                  <a:schemeClr val="bg2"/>
                </a:solidFill>
                <a:latin typeface="Oracle Sans Light" panose="020B0403020204020204" pitchFamily="34" charset="0"/>
                <a:cs typeface="Oracle Sans Light" panose="020B0403020204020204" pitchFamily="34" charset="0"/>
              </a:defRPr>
            </a:lvl1pPr>
          </a:lstStyle>
          <a:p>
            <a:pPr>
              <a:defRPr/>
            </a:pPr>
            <a:r>
              <a:rPr lang="en-CA" dirty="0"/>
              <a:t>Java Day Copyright © 2024, Oracle and/or its affiliates</a:t>
            </a:r>
          </a:p>
        </p:txBody>
      </p:sp>
      <p:sp>
        <p:nvSpPr>
          <p:cNvPr id="5" name="Slide Number Placeholder 5">
            <a:extLst>
              <a:ext uri="{FF2B5EF4-FFF2-40B4-BE49-F238E27FC236}">
                <a16:creationId xmlns:a16="http://schemas.microsoft.com/office/drawing/2014/main" id="{920E177B-B159-EB22-4687-8380E8BEA6FB}"/>
              </a:ext>
            </a:extLst>
          </p:cNvPr>
          <p:cNvSpPr>
            <a:spLocks noGrp="1"/>
          </p:cNvSpPr>
          <p:nvPr>
            <p:ph type="sldNum" sz="quarter" idx="4"/>
          </p:nvPr>
        </p:nvSpPr>
        <p:spPr>
          <a:xfrm>
            <a:off x="449152" y="12985749"/>
            <a:ext cx="871646" cy="730250"/>
          </a:xfrm>
          <a:prstGeom prst="rect">
            <a:avLst/>
          </a:prstGeom>
        </p:spPr>
        <p:txBody>
          <a:bodyPr vert="horz" lIns="91440" tIns="45720" rIns="91440" bIns="45720" rtlCol="0" anchor="ctr"/>
          <a:lstStyle>
            <a:lvl1pPr algn="l">
              <a:defRPr sz="1600">
                <a:solidFill>
                  <a:schemeClr val="bg2"/>
                </a:solidFill>
                <a:latin typeface="Oracle Sans" panose="020B0503020204020204" pitchFamily="34" charset="0"/>
                <a:cs typeface="Oracle Sans" panose="020B0503020204020204" pitchFamily="34" charset="0"/>
              </a:defRPr>
            </a:lvl1pPr>
          </a:lstStyle>
          <a:p>
            <a:fld id="{CFF4B978-1D82-7745-80C5-DBABA6B131D3}" type="slidenum">
              <a:rPr lang="en-US" smtClean="0"/>
              <a:pPr/>
              <a:t>‹#›</a:t>
            </a:fld>
            <a:endParaRPr lang="en-US"/>
          </a:p>
        </p:txBody>
      </p:sp>
      <p:pic>
        <p:nvPicPr>
          <p:cNvPr id="6" name="Picture 5">
            <a:extLst>
              <a:ext uri="{FF2B5EF4-FFF2-40B4-BE49-F238E27FC236}">
                <a16:creationId xmlns:a16="http://schemas.microsoft.com/office/drawing/2014/main" id="{604D19D1-F257-4604-1351-E7474D6AC771}"/>
              </a:ext>
            </a:extLst>
          </p:cNvPr>
          <p:cNvPicPr>
            <a:picLocks noChangeAspect="1"/>
          </p:cNvPicPr>
          <p:nvPr userDrawn="1"/>
        </p:nvPicPr>
        <p:blipFill>
          <a:blip r:embed="rId61">
            <a:alphaModFix/>
          </a:blip>
          <a:stretch>
            <a:fillRect/>
          </a:stretch>
        </p:blipFill>
        <p:spPr>
          <a:xfrm>
            <a:off x="22762011" y="12898102"/>
            <a:ext cx="817080" cy="827423"/>
          </a:xfrm>
          <a:prstGeom prst="rect">
            <a:avLst/>
          </a:prstGeom>
        </p:spPr>
      </p:pic>
    </p:spTree>
    <p:extLst>
      <p:ext uri="{BB962C8B-B14F-4D97-AF65-F5344CB8AC3E}">
        <p14:creationId xmlns:p14="http://schemas.microsoft.com/office/powerpoint/2010/main" val="293208343"/>
      </p:ext>
    </p:extLst>
  </p:cSld>
  <p:clrMap bg1="lt1" tx1="dk1" bg2="lt2" tx2="dk2" accent1="accent1" accent2="accent2" accent3="accent3" accent4="accent4" accent5="accent5" accent6="accent6" hlink="hlink" folHlink="folHlink"/>
  <p:sldLayoutIdLst>
    <p:sldLayoutId id="2147483867" r:id="rId1"/>
    <p:sldLayoutId id="2147483934" r:id="rId2"/>
    <p:sldLayoutId id="2147483868" r:id="rId3"/>
    <p:sldLayoutId id="2147483935" r:id="rId4"/>
    <p:sldLayoutId id="2147483869" r:id="rId5"/>
    <p:sldLayoutId id="2147483932" r:id="rId6"/>
    <p:sldLayoutId id="2147483870" r:id="rId7"/>
    <p:sldLayoutId id="2147483931" r:id="rId8"/>
    <p:sldLayoutId id="2147483871" r:id="rId9"/>
    <p:sldLayoutId id="2147483872" r:id="rId10"/>
    <p:sldLayoutId id="2147483873" r:id="rId11"/>
    <p:sldLayoutId id="2147483874" r:id="rId12"/>
    <p:sldLayoutId id="2147483875" r:id="rId13"/>
    <p:sldLayoutId id="2147483876" r:id="rId14"/>
    <p:sldLayoutId id="2147483877" r:id="rId15"/>
    <p:sldLayoutId id="2147483878" r:id="rId16"/>
    <p:sldLayoutId id="2147483879" r:id="rId17"/>
    <p:sldLayoutId id="2147483880" r:id="rId18"/>
    <p:sldLayoutId id="2147483881" r:id="rId19"/>
    <p:sldLayoutId id="2147483882" r:id="rId20"/>
    <p:sldLayoutId id="2147483883" r:id="rId21"/>
    <p:sldLayoutId id="2147483884" r:id="rId22"/>
    <p:sldLayoutId id="2147483885" r:id="rId23"/>
    <p:sldLayoutId id="2147483886" r:id="rId24"/>
    <p:sldLayoutId id="2147483887" r:id="rId25"/>
    <p:sldLayoutId id="2147483888" r:id="rId26"/>
    <p:sldLayoutId id="2147483889" r:id="rId27"/>
    <p:sldLayoutId id="2147483893" r:id="rId28"/>
    <p:sldLayoutId id="2147483895" r:id="rId29"/>
    <p:sldLayoutId id="2147483897" r:id="rId30"/>
    <p:sldLayoutId id="2147483898" r:id="rId31"/>
    <p:sldLayoutId id="2147483899" r:id="rId32"/>
    <p:sldLayoutId id="2147483933" r:id="rId33"/>
    <p:sldLayoutId id="2147483900" r:id="rId34"/>
    <p:sldLayoutId id="2147483901" r:id="rId35"/>
    <p:sldLayoutId id="2147483902" r:id="rId36"/>
    <p:sldLayoutId id="2147483903" r:id="rId37"/>
    <p:sldLayoutId id="2147483904" r:id="rId38"/>
    <p:sldLayoutId id="2147483905" r:id="rId39"/>
    <p:sldLayoutId id="2147483906" r:id="rId40"/>
    <p:sldLayoutId id="2147483907" r:id="rId41"/>
    <p:sldLayoutId id="2147483908" r:id="rId42"/>
    <p:sldLayoutId id="2147483909" r:id="rId43"/>
    <p:sldLayoutId id="2147483910" r:id="rId44"/>
    <p:sldLayoutId id="2147483911" r:id="rId45"/>
    <p:sldLayoutId id="2147483912" r:id="rId46"/>
    <p:sldLayoutId id="2147483913" r:id="rId47"/>
    <p:sldLayoutId id="2147483914" r:id="rId48"/>
    <p:sldLayoutId id="2147483915" r:id="rId49"/>
    <p:sldLayoutId id="2147483917" r:id="rId50"/>
    <p:sldLayoutId id="2147483919" r:id="rId51"/>
    <p:sldLayoutId id="2147483918" r:id="rId52"/>
    <p:sldLayoutId id="2147483920" r:id="rId53"/>
    <p:sldLayoutId id="2147483921" r:id="rId54"/>
    <p:sldLayoutId id="2147483922" r:id="rId55"/>
    <p:sldLayoutId id="2147483923" r:id="rId56"/>
    <p:sldLayoutId id="2147483937" r:id="rId57"/>
    <p:sldLayoutId id="2147483938" r:id="rId58"/>
  </p:sldLayoutIdLst>
  <p:hf hdr="0" dt="0"/>
  <p:txStyles>
    <p:titleStyle>
      <a:lvl1pPr algn="l" defTabSz="1828709" rtl="0" eaLnBrk="1" latinLnBrk="0" hangingPunct="1">
        <a:lnSpc>
          <a:spcPct val="100000"/>
        </a:lnSpc>
        <a:spcBef>
          <a:spcPct val="0"/>
        </a:spcBef>
        <a:buNone/>
        <a:defRPr sz="6600" b="0" i="0" kern="1200">
          <a:solidFill>
            <a:schemeClr val="bg1"/>
          </a:solidFill>
          <a:latin typeface="Oracle Sans Light" panose="020B0403020204020204" pitchFamily="34" charset="0"/>
          <a:ea typeface="+mj-ea"/>
          <a:cs typeface="Oracle Sans Light" panose="020B0403020204020204" pitchFamily="34" charset="0"/>
        </a:defRPr>
      </a:lvl1pPr>
    </p:titleStyle>
    <p:bodyStyle>
      <a:lvl1pPr marL="457177" indent="-457177" algn="l" defTabSz="1828709" rtl="0" eaLnBrk="1" latinLnBrk="0" hangingPunct="1">
        <a:lnSpc>
          <a:spcPct val="90000"/>
        </a:lnSpc>
        <a:spcBef>
          <a:spcPts val="2000"/>
        </a:spcBef>
        <a:buFont typeface="Arial" panose="020B0604020202020204" pitchFamily="34" charset="0"/>
        <a:buChar char="•"/>
        <a:defRPr sz="4200" b="0" i="0" kern="1200">
          <a:solidFill>
            <a:schemeClr val="tx2"/>
          </a:solidFill>
          <a:latin typeface="Oracle Sans Light" panose="020B0403020204020204" pitchFamily="34" charset="0"/>
          <a:ea typeface="+mn-ea"/>
          <a:cs typeface="Oracle Sans Light" panose="020B0403020204020204" pitchFamily="34" charset="0"/>
        </a:defRPr>
      </a:lvl1pPr>
      <a:lvl2pPr marL="1371531" indent="-457177" algn="l" defTabSz="1828709" rtl="0" eaLnBrk="1" latinLnBrk="0" hangingPunct="1">
        <a:lnSpc>
          <a:spcPct val="90000"/>
        </a:lnSpc>
        <a:spcBef>
          <a:spcPts val="1000"/>
        </a:spcBef>
        <a:buFont typeface="Arial" panose="020B0604020202020204" pitchFamily="34" charset="0"/>
        <a:buChar char="•"/>
        <a:defRPr sz="3000" b="0" i="0" kern="1200">
          <a:solidFill>
            <a:schemeClr val="tx1"/>
          </a:solidFill>
          <a:latin typeface="Oracle Sans Light" panose="020B0403020204020204" pitchFamily="34" charset="0"/>
          <a:ea typeface="+mn-ea"/>
          <a:cs typeface="Oracle Sans Light" panose="020B0403020204020204" pitchFamily="34" charset="0"/>
        </a:defRPr>
      </a:lvl2pPr>
      <a:lvl3pPr marL="2285886" indent="-457177" algn="l" defTabSz="1828709" rtl="0" eaLnBrk="1" latinLnBrk="0" hangingPunct="1">
        <a:lnSpc>
          <a:spcPct val="90000"/>
        </a:lnSpc>
        <a:spcBef>
          <a:spcPts val="1000"/>
        </a:spcBef>
        <a:buFont typeface="Arial" panose="020B0604020202020204" pitchFamily="34" charset="0"/>
        <a:buChar char="•"/>
        <a:defRPr sz="2700" b="0" i="0" kern="1200">
          <a:solidFill>
            <a:schemeClr val="tx1"/>
          </a:solidFill>
          <a:latin typeface="Oracle Sans Light" panose="020B0403020204020204" pitchFamily="34" charset="0"/>
          <a:ea typeface="+mn-ea"/>
          <a:cs typeface="Oracle Sans Light" panose="020B0403020204020204" pitchFamily="34" charset="0"/>
        </a:defRPr>
      </a:lvl3pPr>
      <a:lvl4pPr marL="3200240" indent="-457177" algn="l" defTabSz="1828709" rtl="0" eaLnBrk="1" latinLnBrk="0" hangingPunct="1">
        <a:lnSpc>
          <a:spcPct val="90000"/>
        </a:lnSpc>
        <a:spcBef>
          <a:spcPts val="1000"/>
        </a:spcBef>
        <a:buFont typeface="Arial" panose="020B0604020202020204" pitchFamily="34" charset="0"/>
        <a:buChar char="•"/>
        <a:defRPr sz="2400" b="0" i="0" kern="1200">
          <a:solidFill>
            <a:schemeClr val="tx1"/>
          </a:solidFill>
          <a:latin typeface="Oracle Sans Light" panose="020B0403020204020204" pitchFamily="34" charset="0"/>
          <a:ea typeface="+mn-ea"/>
          <a:cs typeface="Oracle Sans Light" panose="020B0403020204020204" pitchFamily="34" charset="0"/>
        </a:defRPr>
      </a:lvl4pPr>
      <a:lvl5pPr marL="4114594" indent="-457177" algn="l" defTabSz="1828709" rtl="0" eaLnBrk="1" latinLnBrk="0" hangingPunct="1">
        <a:lnSpc>
          <a:spcPct val="90000"/>
        </a:lnSpc>
        <a:spcBef>
          <a:spcPts val="1000"/>
        </a:spcBef>
        <a:buFont typeface="Arial" panose="020B0604020202020204" pitchFamily="34" charset="0"/>
        <a:buChar char="•"/>
        <a:defRPr sz="2400" b="0" i="0" kern="1200">
          <a:solidFill>
            <a:schemeClr val="tx1"/>
          </a:solidFill>
          <a:latin typeface="Oracle Sans Light" panose="020B0403020204020204" pitchFamily="34" charset="0"/>
          <a:ea typeface="+mn-ea"/>
          <a:cs typeface="Oracle Sans Light" panose="020B0403020204020204" pitchFamily="34" charset="0"/>
        </a:defRPr>
      </a:lvl5pPr>
      <a:lvl6pPr marL="5028949" indent="-457177" algn="l" defTabSz="1828709"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6pPr>
      <a:lvl7pPr marL="5943303" indent="-457177" algn="l" defTabSz="1828709"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7pPr>
      <a:lvl8pPr marL="6857657" indent="-457177" algn="l" defTabSz="1828709"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8pPr>
      <a:lvl9pPr marL="7772011" indent="-457177" algn="l" defTabSz="1828709"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9pPr>
    </p:bodyStyle>
    <p:otherStyle>
      <a:defPPr>
        <a:defRPr lang="en-US"/>
      </a:defPPr>
      <a:lvl1pPr marL="0" algn="l" defTabSz="1828709" rtl="0" eaLnBrk="1" latinLnBrk="0" hangingPunct="1">
        <a:defRPr sz="3600" kern="1200">
          <a:solidFill>
            <a:schemeClr val="tx1"/>
          </a:solidFill>
          <a:latin typeface="+mn-lt"/>
          <a:ea typeface="+mn-ea"/>
          <a:cs typeface="+mn-cs"/>
        </a:defRPr>
      </a:lvl1pPr>
      <a:lvl2pPr marL="914354" algn="l" defTabSz="1828709" rtl="0" eaLnBrk="1" latinLnBrk="0" hangingPunct="1">
        <a:defRPr sz="3600" kern="1200">
          <a:solidFill>
            <a:schemeClr val="tx1"/>
          </a:solidFill>
          <a:latin typeface="+mn-lt"/>
          <a:ea typeface="+mn-ea"/>
          <a:cs typeface="+mn-cs"/>
        </a:defRPr>
      </a:lvl2pPr>
      <a:lvl3pPr marL="1828709" algn="l" defTabSz="1828709" rtl="0" eaLnBrk="1" latinLnBrk="0" hangingPunct="1">
        <a:defRPr sz="3600" kern="1200">
          <a:solidFill>
            <a:schemeClr val="tx1"/>
          </a:solidFill>
          <a:latin typeface="+mn-lt"/>
          <a:ea typeface="+mn-ea"/>
          <a:cs typeface="+mn-cs"/>
        </a:defRPr>
      </a:lvl3pPr>
      <a:lvl4pPr marL="2743063" algn="l" defTabSz="1828709" rtl="0" eaLnBrk="1" latinLnBrk="0" hangingPunct="1">
        <a:defRPr sz="3600" kern="1200">
          <a:solidFill>
            <a:schemeClr val="tx1"/>
          </a:solidFill>
          <a:latin typeface="+mn-lt"/>
          <a:ea typeface="+mn-ea"/>
          <a:cs typeface="+mn-cs"/>
        </a:defRPr>
      </a:lvl4pPr>
      <a:lvl5pPr marL="3657417" algn="l" defTabSz="1828709" rtl="0" eaLnBrk="1" latinLnBrk="0" hangingPunct="1">
        <a:defRPr sz="3600" kern="1200">
          <a:solidFill>
            <a:schemeClr val="tx1"/>
          </a:solidFill>
          <a:latin typeface="+mn-lt"/>
          <a:ea typeface="+mn-ea"/>
          <a:cs typeface="+mn-cs"/>
        </a:defRPr>
      </a:lvl5pPr>
      <a:lvl6pPr marL="4571771" algn="l" defTabSz="1828709" rtl="0" eaLnBrk="1" latinLnBrk="0" hangingPunct="1">
        <a:defRPr sz="3600" kern="1200">
          <a:solidFill>
            <a:schemeClr val="tx1"/>
          </a:solidFill>
          <a:latin typeface="+mn-lt"/>
          <a:ea typeface="+mn-ea"/>
          <a:cs typeface="+mn-cs"/>
        </a:defRPr>
      </a:lvl6pPr>
      <a:lvl7pPr marL="5486126" algn="l" defTabSz="1828709" rtl="0" eaLnBrk="1" latinLnBrk="0" hangingPunct="1">
        <a:defRPr sz="3600" kern="1200">
          <a:solidFill>
            <a:schemeClr val="tx1"/>
          </a:solidFill>
          <a:latin typeface="+mn-lt"/>
          <a:ea typeface="+mn-ea"/>
          <a:cs typeface="+mn-cs"/>
        </a:defRPr>
      </a:lvl7pPr>
      <a:lvl8pPr marL="6400480" algn="l" defTabSz="1828709" rtl="0" eaLnBrk="1" latinLnBrk="0" hangingPunct="1">
        <a:defRPr sz="3600" kern="1200">
          <a:solidFill>
            <a:schemeClr val="tx1"/>
          </a:solidFill>
          <a:latin typeface="+mn-lt"/>
          <a:ea typeface="+mn-ea"/>
          <a:cs typeface="+mn-cs"/>
        </a:defRPr>
      </a:lvl8pPr>
      <a:lvl9pPr marL="7314834" algn="l" defTabSz="1828709" rtl="0" eaLnBrk="1" latinLnBrk="0" hangingPunct="1">
        <a:defRPr sz="3600" kern="1200">
          <a:solidFill>
            <a:schemeClr val="tx1"/>
          </a:solidFill>
          <a:latin typeface="+mn-lt"/>
          <a:ea typeface="+mn-ea"/>
          <a:cs typeface="+mn-cs"/>
        </a:defRPr>
      </a:lvl9pPr>
    </p:otherStyle>
  </p:txStyles>
  <p:extLst>
    <p:ext uri="{27BBF7A9-308A-43DC-89C8-2F10F3537804}">
      <p15:sldGuideLst xmlns:p15="http://schemas.microsoft.com/office/powerpoint/2012/main">
        <p15:guide id="16" orient="horz" pos="1416">
          <p15:clr>
            <a:srgbClr val="F26B43"/>
          </p15:clr>
        </p15:guide>
        <p15:guide id="17" pos="14331">
          <p15:clr>
            <a:srgbClr val="F26B43"/>
          </p15:clr>
        </p15:guide>
        <p15:guide id="18" pos="14859">
          <p15:clr>
            <a:srgbClr val="F26B43"/>
          </p15:clr>
        </p15:guide>
        <p15:guide id="19" pos="864">
          <p15:clr>
            <a:srgbClr val="F26B43"/>
          </p15:clr>
        </p15:guide>
        <p15:guide id="20" pos="5377">
          <p15:clr>
            <a:srgbClr val="F26B43"/>
          </p15:clr>
        </p15:guide>
        <p15:guide id="21" pos="9842">
          <p15:clr>
            <a:srgbClr val="F26B43"/>
          </p15:clr>
        </p15:guide>
        <p15:guide id="22" orient="horz" pos="432">
          <p15:clr>
            <a:srgbClr val="F26B43"/>
          </p15:clr>
        </p15:guide>
        <p15:guide id="23" orient="horz" pos="8136">
          <p15:clr>
            <a:srgbClr val="F26B43"/>
          </p15:clr>
        </p15:guide>
        <p15:guide id="24" orient="horz" pos="3000">
          <p15:clr>
            <a:srgbClr val="F26B43"/>
          </p15:clr>
        </p15:guide>
        <p15:guide id="25" orient="horz" pos="5568">
          <p15:clr>
            <a:srgbClr val="F26B43"/>
          </p15:clr>
        </p15:guide>
        <p15:guide id="26" orient="horz" pos="4320">
          <p15:clr>
            <a:srgbClr val="5ACBF0"/>
          </p15:clr>
        </p15:guide>
        <p15:guide id="27" pos="7680">
          <p15:clr>
            <a:srgbClr val="5ACBF0"/>
          </p15:clr>
        </p15:guide>
        <p15:guide id="28" orient="horz" pos="1728">
          <p15:clr>
            <a:srgbClr val="9FCC3B"/>
          </p15:clr>
        </p15:guide>
        <p15:guide id="29" orient="horz" pos="7584">
          <p15:clr>
            <a:srgbClr val="9FCC3B"/>
          </p15:clr>
        </p15:guide>
        <p15:guide id="30" orient="horz" pos="2304">
          <p15:clr>
            <a:srgbClr val="FBAE40"/>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5.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5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5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5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5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5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5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5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57.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57.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57.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57.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57.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57.xml"/></Relationships>
</file>

<file path=ppt/slides/_rels/slide20.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20.xml"/><Relationship Id="rId1" Type="http://schemas.openxmlformats.org/officeDocument/2006/relationships/slideLayout" Target="../slideLayouts/slideLayout57.xml"/></Relationships>
</file>

<file path=ppt/slides/_rels/slide21.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21.xml"/><Relationship Id="rId1" Type="http://schemas.openxmlformats.org/officeDocument/2006/relationships/slideLayout" Target="../slideLayouts/slideLayout57.xml"/><Relationship Id="rId6" Type="http://schemas.openxmlformats.org/officeDocument/2006/relationships/image" Target="../media/image15.png"/><Relationship Id="rId5" Type="http://schemas.openxmlformats.org/officeDocument/2006/relationships/image" Target="../media/image14.png"/><Relationship Id="rId4" Type="http://schemas.openxmlformats.org/officeDocument/2006/relationships/image" Target="../media/image13.png"/></Relationships>
</file>

<file path=ppt/slides/_rels/slide22.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22.xml"/><Relationship Id="rId1" Type="http://schemas.openxmlformats.org/officeDocument/2006/relationships/slideLayout" Target="../slideLayouts/slideLayout57.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57.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57.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57.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57.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57.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57.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57.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57.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57.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57.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57.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57.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57.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57.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5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8" name="GC Overview"/>
          <p:cNvSpPr txBox="1">
            <a:spLocks noGrp="1"/>
          </p:cNvSpPr>
          <p:nvPr>
            <p:ph type="title"/>
          </p:nvPr>
        </p:nvSpPr>
        <p:spPr>
          <a:xfrm>
            <a:off x="1394757" y="2773181"/>
            <a:ext cx="22180299" cy="3438523"/>
          </a:xfrm>
        </p:spPr>
        <p:txBody>
          <a:bodyPr anchor="b">
            <a:normAutofit fontScale="90000"/>
          </a:bodyPr>
          <a:lstStyle/>
          <a:p>
            <a:r>
              <a:rPr lang="en-US" dirty="0"/>
              <a:t>Java Memory Management</a:t>
            </a:r>
          </a:p>
          <a:p>
            <a:r>
              <a:rPr lang="en-US" dirty="0"/>
              <a:t>and Garbage Collection</a:t>
            </a:r>
          </a:p>
        </p:txBody>
      </p:sp>
      <p:sp>
        <p:nvSpPr>
          <p:cNvPr id="167" name="Slide Number Placeholder 4">
            <a:extLst>
              <a:ext uri="{FF2B5EF4-FFF2-40B4-BE49-F238E27FC236}">
                <a16:creationId xmlns:a16="http://schemas.microsoft.com/office/drawing/2014/main" id="{4D0DA2A3-D23B-D99A-A08D-32A2D7C348F6}"/>
              </a:ext>
            </a:extLst>
          </p:cNvPr>
          <p:cNvSpPr>
            <a:spLocks noGrp="1"/>
          </p:cNvSpPr>
          <p:nvPr>
            <p:ph type="sldNum" sz="quarter" idx="4"/>
          </p:nvPr>
        </p:nvSpPr>
        <p:spPr>
          <a:xfrm>
            <a:off x="449152" y="12985749"/>
            <a:ext cx="871646" cy="730250"/>
          </a:xfrm>
        </p:spPr>
        <p:txBody>
          <a:bodyPr/>
          <a:lstStyle/>
          <a:p>
            <a:pPr>
              <a:spcAft>
                <a:spcPts val="600"/>
              </a:spcAft>
            </a:pPr>
            <a:fld id="{CFF4B978-1D82-7745-80C5-DBABA6B131D3}" type="slidenum">
              <a:rPr lang="en-US" smtClean="0"/>
              <a:pPr>
                <a:spcAft>
                  <a:spcPts val="600"/>
                </a:spcAft>
              </a:pPr>
              <a:t>1</a:t>
            </a:fld>
            <a:endParaRPr lang="en-US"/>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B64C35-C06D-2341-B1C8-5C970B919FB4}"/>
              </a:ext>
            </a:extLst>
          </p:cNvPr>
          <p:cNvSpPr>
            <a:spLocks noGrp="1"/>
          </p:cNvSpPr>
          <p:nvPr>
            <p:ph type="title"/>
          </p:nvPr>
        </p:nvSpPr>
        <p:spPr>
          <a:xfrm>
            <a:off x="885600" y="435600"/>
            <a:ext cx="22189047" cy="1440000"/>
          </a:xfrm>
        </p:spPr>
        <p:txBody>
          <a:bodyPr/>
          <a:lstStyle/>
          <a:p>
            <a:r>
              <a:rPr lang="en-US" dirty="0"/>
              <a:t>Agenda</a:t>
            </a:r>
          </a:p>
        </p:txBody>
      </p:sp>
      <p:sp>
        <p:nvSpPr>
          <p:cNvPr id="3" name="Text Placeholder 2">
            <a:extLst>
              <a:ext uri="{FF2B5EF4-FFF2-40B4-BE49-F238E27FC236}">
                <a16:creationId xmlns:a16="http://schemas.microsoft.com/office/drawing/2014/main" id="{EEB09C67-1A37-4F43-9AAF-59A89242C2E1}"/>
              </a:ext>
            </a:extLst>
          </p:cNvPr>
          <p:cNvSpPr>
            <a:spLocks noGrp="1"/>
          </p:cNvSpPr>
          <p:nvPr>
            <p:ph type="body" sz="quarter" idx="12"/>
          </p:nvPr>
        </p:nvSpPr>
        <p:spPr>
          <a:xfrm>
            <a:off x="1518245" y="3252748"/>
            <a:ext cx="21350683" cy="9016253"/>
          </a:xfrm>
        </p:spPr>
        <p:txBody>
          <a:bodyPr>
            <a:normAutofit/>
          </a:bodyPr>
          <a:lstStyle/>
          <a:p>
            <a:pPr lvl="1"/>
            <a:r>
              <a:rPr lang="en-US" sz="4800" dirty="0"/>
              <a:t>JVM memory components and object lifetimes</a:t>
            </a:r>
          </a:p>
          <a:p>
            <a:pPr lvl="1"/>
            <a:r>
              <a:rPr lang="en-US" sz="4800" dirty="0"/>
              <a:t>GC roots, marking and memory reclamation</a:t>
            </a:r>
          </a:p>
          <a:p>
            <a:pPr lvl="1"/>
            <a:r>
              <a:rPr lang="en-US" sz="4800" dirty="0"/>
              <a:t>Serial, Parallel, CMS, G1 and ZGC</a:t>
            </a:r>
          </a:p>
          <a:p>
            <a:pPr lvl="1"/>
            <a:r>
              <a:rPr lang="en-US" sz="4800" dirty="0"/>
              <a:t>Collector trade-offs and a GC log walkthrough</a:t>
            </a:r>
          </a:p>
        </p:txBody>
      </p:sp>
      <p:sp>
        <p:nvSpPr>
          <p:cNvPr id="5" name="Slide Number Placeholder 4">
            <a:extLst>
              <a:ext uri="{FF2B5EF4-FFF2-40B4-BE49-F238E27FC236}">
                <a16:creationId xmlns:a16="http://schemas.microsoft.com/office/drawing/2014/main" id="{39BBAA0D-EA9C-6CFA-8B51-8FBC547BE784}"/>
              </a:ext>
            </a:extLst>
          </p:cNvPr>
          <p:cNvSpPr>
            <a:spLocks noGrp="1"/>
          </p:cNvSpPr>
          <p:nvPr>
            <p:ph type="sldNum" sz="quarter" idx="4"/>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fld id="{CFF4B978-1D82-7745-80C5-DBABA6B131D3}" type="slidenum">
              <a:rPr kumimoji="0" lang="en-US" sz="1600" b="0" i="0" u="none" strike="noStrike" kern="1200" cap="none" spc="0" normalizeH="0" baseline="0" noProof="0" smtClean="0">
                <a:ln>
                  <a:noFill/>
                </a:ln>
                <a:solidFill>
                  <a:srgbClr val="E3E1DD"/>
                </a:solidFill>
                <a:effectLst/>
                <a:uLnTx/>
                <a:uFillTx/>
                <a:latin typeface="Oracle Sans" panose="020B0503020204020204" pitchFamily="34" charset="0"/>
                <a:ea typeface="+mn-ea"/>
                <a:cs typeface="Oracle Sans" panose="020B0503020204020204" pitchFamily="34" charset="0"/>
              </a:rPr>
              <a:pPr marL="0" marR="0" lvl="0" indent="0" algn="l" defTabSz="457200" rtl="0" eaLnBrk="1" fontAlgn="auto" latinLnBrk="0" hangingPunct="1">
                <a:lnSpc>
                  <a:spcPct val="100000"/>
                </a:lnSpc>
                <a:spcBef>
                  <a:spcPts val="0"/>
                </a:spcBef>
                <a:spcAft>
                  <a:spcPts val="0"/>
                </a:spcAft>
                <a:buClrTx/>
                <a:buSzTx/>
                <a:buFontTx/>
                <a:buNone/>
                <a:tabLst/>
                <a:defRPr/>
              </a:pPr>
              <a:t>2</a:t>
            </a:fld>
            <a:endParaRPr kumimoji="0" lang="en-US" sz="1600" b="0" i="0" u="none" strike="noStrike" kern="1200" cap="none" spc="0" normalizeH="0" baseline="0" noProof="0">
              <a:ln>
                <a:noFill/>
              </a:ln>
              <a:solidFill>
                <a:srgbClr val="E3E1DD"/>
              </a:solidFill>
              <a:effectLst/>
              <a:uLnTx/>
              <a:uFillTx/>
              <a:latin typeface="Oracle Sans" panose="020B0503020204020204" pitchFamily="34" charset="0"/>
              <a:ea typeface="+mn-ea"/>
              <a:cs typeface="Oracle Sans" panose="020B0503020204020204" pitchFamily="34" charset="0"/>
            </a:endParaRPr>
          </a:p>
        </p:txBody>
      </p:sp>
    </p:spTree>
    <p:extLst>
      <p:ext uri="{BB962C8B-B14F-4D97-AF65-F5344CB8AC3E}">
        <p14:creationId xmlns:p14="http://schemas.microsoft.com/office/powerpoint/2010/main" val="339858541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A8813A-BD4C-F03D-4513-C46BE368127C}"/>
            </a:ext>
          </a:extLst>
        </p:cNvPr>
        <p:cNvGrpSpPr/>
        <p:nvPr/>
      </p:nvGrpSpPr>
      <p:grpSpPr>
        <a:xfrm>
          <a:off x="0" y="0"/>
          <a:ext cx="0" cy="0"/>
          <a:chOff x="0" y="0"/>
          <a:chExt cx="0" cy="0"/>
        </a:xfrm>
      </p:grpSpPr>
      <p:sp>
        <p:nvSpPr>
          <p:cNvPr id="437" name="Trade-off of G1 GC">
            <a:extLst>
              <a:ext uri="{FF2B5EF4-FFF2-40B4-BE49-F238E27FC236}">
                <a16:creationId xmlns:a16="http://schemas.microsoft.com/office/drawing/2014/main" id="{DC6DCF1F-BE45-82CF-EC51-3003575D2F39}"/>
              </a:ext>
            </a:extLst>
          </p:cNvPr>
          <p:cNvSpPr txBox="1">
            <a:spLocks noGrp="1"/>
          </p:cNvSpPr>
          <p:nvPr>
            <p:ph type="title"/>
          </p:nvPr>
        </p:nvSpPr>
        <p:spPr>
          <a:xfrm>
            <a:off x="885600" y="435600"/>
            <a:ext cx="22202496" cy="1440000"/>
          </a:xfrm>
          <a:prstGeom prst="rect">
            <a:avLst/>
          </a:prstGeom>
        </p:spPr>
        <p:txBody>
          <a:bodyPr/>
          <a:lstStyle/>
          <a:p>
            <a:r>
              <a:rPr lang="en-IN" dirty="0">
                <a:latin typeface="+mn-lt"/>
              </a:rPr>
              <a:t>JVM Memory Areas</a:t>
            </a:r>
          </a:p>
        </p:txBody>
      </p:sp>
      <p:sp>
        <p:nvSpPr>
          <p:cNvPr id="5" name="Slide Number Placeholder 4">
            <a:extLst>
              <a:ext uri="{FF2B5EF4-FFF2-40B4-BE49-F238E27FC236}">
                <a16:creationId xmlns:a16="http://schemas.microsoft.com/office/drawing/2014/main" id="{500BA17D-50AB-FA40-BD81-FE02950EA6A5}"/>
              </a:ext>
            </a:extLst>
          </p:cNvPr>
          <p:cNvSpPr txBox="1">
            <a:spLocks/>
          </p:cNvSpPr>
          <p:nvPr/>
        </p:nvSpPr>
        <p:spPr>
          <a:xfrm>
            <a:off x="449152" y="13158747"/>
            <a:ext cx="871646" cy="730250"/>
          </a:xfrm>
          <a:prstGeom prst="rect">
            <a:avLst/>
          </a:prstGeom>
        </p:spPr>
        <p:txBody>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defRPr/>
            </a:pPr>
            <a:fld id="{CFF4B978-1D82-7745-80C5-DBABA6B131D3}" type="slidenum">
              <a:rPr lang="en-US" sz="2800" smtClean="0">
                <a:solidFill>
                  <a:srgbClr val="E3E1DD"/>
                </a:solidFill>
                <a:latin typeface="Oracle Sans" panose="020B0503020204020204" pitchFamily="34" charset="0"/>
                <a:cs typeface="Oracle Sans" panose="020B0503020204020204" pitchFamily="34" charset="0"/>
              </a:rPr>
              <a:pPr>
                <a:defRPr/>
              </a:pPr>
              <a:t>3</a:t>
            </a:fld>
            <a:endParaRPr lang="en-US" sz="2800" dirty="0">
              <a:solidFill>
                <a:srgbClr val="E3E1DD"/>
              </a:solidFill>
              <a:latin typeface="Oracle Sans" panose="020B0503020204020204" pitchFamily="34" charset="0"/>
              <a:cs typeface="Oracle Sans" panose="020B0503020204020204" pitchFamily="34" charset="0"/>
            </a:endParaRPr>
          </a:p>
        </p:txBody>
      </p:sp>
      <p:sp>
        <p:nvSpPr>
          <p:cNvPr id="20" name="Rectangle 19">
            <a:extLst>
              <a:ext uri="{FF2B5EF4-FFF2-40B4-BE49-F238E27FC236}">
                <a16:creationId xmlns:a16="http://schemas.microsoft.com/office/drawing/2014/main" id="{661D6959-4565-5932-562F-2176CB6184DF}"/>
              </a:ext>
            </a:extLst>
          </p:cNvPr>
          <p:cNvSpPr/>
          <p:nvPr/>
        </p:nvSpPr>
        <p:spPr>
          <a:xfrm>
            <a:off x="3708400" y="1951800"/>
            <a:ext cx="17449800" cy="8132000"/>
          </a:xfrm>
          <a:prstGeom prst="rect">
            <a:avLst/>
          </a:prstGeom>
          <a:solidFill>
            <a:schemeClr val="bg1"/>
          </a:solidFill>
          <a:ln w="254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Rectangle 1">
            <a:extLst>
              <a:ext uri="{FF2B5EF4-FFF2-40B4-BE49-F238E27FC236}">
                <a16:creationId xmlns:a16="http://schemas.microsoft.com/office/drawing/2014/main" id="{2AD0BCFF-9B1A-3831-59BE-A47479145567}"/>
              </a:ext>
            </a:extLst>
          </p:cNvPr>
          <p:cNvSpPr/>
          <p:nvPr/>
        </p:nvSpPr>
        <p:spPr>
          <a:xfrm>
            <a:off x="4708770" y="3149600"/>
            <a:ext cx="14964510" cy="2803769"/>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800" dirty="0"/>
          </a:p>
        </p:txBody>
      </p:sp>
      <p:sp>
        <p:nvSpPr>
          <p:cNvPr id="3" name="Rectangle 2">
            <a:extLst>
              <a:ext uri="{FF2B5EF4-FFF2-40B4-BE49-F238E27FC236}">
                <a16:creationId xmlns:a16="http://schemas.microsoft.com/office/drawing/2014/main" id="{D92F0A31-C765-E78C-01F0-7D4C71B38BEB}"/>
              </a:ext>
            </a:extLst>
          </p:cNvPr>
          <p:cNvSpPr/>
          <p:nvPr/>
        </p:nvSpPr>
        <p:spPr>
          <a:xfrm>
            <a:off x="4708770" y="6269892"/>
            <a:ext cx="2751994" cy="2039815"/>
          </a:xfrm>
          <a:prstGeom prst="rect">
            <a:avLst/>
          </a:prstGeom>
          <a:solidFill>
            <a:schemeClr val="accent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err="1">
                <a:solidFill>
                  <a:schemeClr val="accent1"/>
                </a:solidFill>
              </a:rPr>
              <a:t>Metaspace</a:t>
            </a:r>
            <a:endParaRPr lang="en-US" sz="2800" dirty="0">
              <a:solidFill>
                <a:schemeClr val="accent1"/>
              </a:solidFill>
            </a:endParaRPr>
          </a:p>
        </p:txBody>
      </p:sp>
      <p:sp>
        <p:nvSpPr>
          <p:cNvPr id="12" name="Rectangle 11">
            <a:extLst>
              <a:ext uri="{FF2B5EF4-FFF2-40B4-BE49-F238E27FC236}">
                <a16:creationId xmlns:a16="http://schemas.microsoft.com/office/drawing/2014/main" id="{BD388C64-D124-6105-509E-FBF95D45ED5C}"/>
              </a:ext>
            </a:extLst>
          </p:cNvPr>
          <p:cNvSpPr/>
          <p:nvPr/>
        </p:nvSpPr>
        <p:spPr>
          <a:xfrm>
            <a:off x="5002335" y="3544718"/>
            <a:ext cx="3137876" cy="1650024"/>
          </a:xfrm>
          <a:prstGeom prst="rect">
            <a:avLst/>
          </a:prstGeom>
          <a:solidFill>
            <a:schemeClr val="accent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t>Eden</a:t>
            </a:r>
          </a:p>
        </p:txBody>
      </p:sp>
      <p:sp>
        <p:nvSpPr>
          <p:cNvPr id="13" name="Rectangle 12">
            <a:extLst>
              <a:ext uri="{FF2B5EF4-FFF2-40B4-BE49-F238E27FC236}">
                <a16:creationId xmlns:a16="http://schemas.microsoft.com/office/drawing/2014/main" id="{324C0251-C9F1-3341-52B2-3802D52AFD5A}"/>
              </a:ext>
            </a:extLst>
          </p:cNvPr>
          <p:cNvSpPr/>
          <p:nvPr/>
        </p:nvSpPr>
        <p:spPr>
          <a:xfrm>
            <a:off x="8725879" y="3531577"/>
            <a:ext cx="3137876" cy="1650024"/>
          </a:xfrm>
          <a:prstGeom prst="rect">
            <a:avLst/>
          </a:prstGeom>
          <a:solidFill>
            <a:schemeClr val="accent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800" dirty="0"/>
          </a:p>
        </p:txBody>
      </p:sp>
      <p:sp>
        <p:nvSpPr>
          <p:cNvPr id="14" name="Rectangle 13">
            <a:extLst>
              <a:ext uri="{FF2B5EF4-FFF2-40B4-BE49-F238E27FC236}">
                <a16:creationId xmlns:a16="http://schemas.microsoft.com/office/drawing/2014/main" id="{03CC8D43-1954-1360-6240-B707D5938D88}"/>
              </a:ext>
            </a:extLst>
          </p:cNvPr>
          <p:cNvSpPr/>
          <p:nvPr/>
        </p:nvSpPr>
        <p:spPr>
          <a:xfrm>
            <a:off x="12088448" y="3531577"/>
            <a:ext cx="7499592" cy="1650024"/>
          </a:xfrm>
          <a:prstGeom prst="rect">
            <a:avLst/>
          </a:prstGeom>
          <a:solidFill>
            <a:schemeClr val="accent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bg1"/>
                </a:solidFill>
              </a:rPr>
              <a:t>Old Generation</a:t>
            </a:r>
          </a:p>
        </p:txBody>
      </p:sp>
      <p:sp>
        <p:nvSpPr>
          <p:cNvPr id="15" name="Rectangle 14">
            <a:extLst>
              <a:ext uri="{FF2B5EF4-FFF2-40B4-BE49-F238E27FC236}">
                <a16:creationId xmlns:a16="http://schemas.microsoft.com/office/drawing/2014/main" id="{4CA979D7-5D87-3368-D4FC-8D712B6AF4C5}"/>
              </a:ext>
            </a:extLst>
          </p:cNvPr>
          <p:cNvSpPr/>
          <p:nvPr/>
        </p:nvSpPr>
        <p:spPr>
          <a:xfrm>
            <a:off x="9035804" y="3857330"/>
            <a:ext cx="1047996" cy="94327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t>S0</a:t>
            </a:r>
          </a:p>
        </p:txBody>
      </p:sp>
      <p:sp>
        <p:nvSpPr>
          <p:cNvPr id="16" name="Rectangle 15">
            <a:extLst>
              <a:ext uri="{FF2B5EF4-FFF2-40B4-BE49-F238E27FC236}">
                <a16:creationId xmlns:a16="http://schemas.microsoft.com/office/drawing/2014/main" id="{5A7D3DBF-B7E9-834E-DEFC-305FE0B7F214}"/>
              </a:ext>
            </a:extLst>
          </p:cNvPr>
          <p:cNvSpPr/>
          <p:nvPr/>
        </p:nvSpPr>
        <p:spPr>
          <a:xfrm>
            <a:off x="10393725" y="3857330"/>
            <a:ext cx="1047996" cy="94327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t>S1</a:t>
            </a:r>
          </a:p>
        </p:txBody>
      </p:sp>
      <p:sp>
        <p:nvSpPr>
          <p:cNvPr id="17" name="Rectangle 16">
            <a:extLst>
              <a:ext uri="{FF2B5EF4-FFF2-40B4-BE49-F238E27FC236}">
                <a16:creationId xmlns:a16="http://schemas.microsoft.com/office/drawing/2014/main" id="{A8E13031-0D33-87AA-E35D-1B5F3FD7A1E8}"/>
              </a:ext>
            </a:extLst>
          </p:cNvPr>
          <p:cNvSpPr/>
          <p:nvPr/>
        </p:nvSpPr>
        <p:spPr>
          <a:xfrm>
            <a:off x="4835770" y="3404577"/>
            <a:ext cx="7154985" cy="2005623"/>
          </a:xfrm>
          <a:prstGeom prst="rect">
            <a:avLst/>
          </a:prstGeom>
          <a:noFill/>
          <a:ln>
            <a:solidFill>
              <a:schemeClr val="bg1"/>
            </a:solidFill>
            <a:prstDash val="lg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18" name="TextBox 17">
            <a:extLst>
              <a:ext uri="{FF2B5EF4-FFF2-40B4-BE49-F238E27FC236}">
                <a16:creationId xmlns:a16="http://schemas.microsoft.com/office/drawing/2014/main" id="{464AA210-711C-A29F-89A9-F20FA63427FA}"/>
              </a:ext>
            </a:extLst>
          </p:cNvPr>
          <p:cNvSpPr txBox="1"/>
          <p:nvPr/>
        </p:nvSpPr>
        <p:spPr>
          <a:xfrm>
            <a:off x="6969749" y="5158564"/>
            <a:ext cx="3018968" cy="523220"/>
          </a:xfrm>
          <a:prstGeom prst="rect">
            <a:avLst/>
          </a:prstGeom>
          <a:noFill/>
        </p:spPr>
        <p:txBody>
          <a:bodyPr wrap="none" rtlCol="0">
            <a:spAutoFit/>
          </a:bodyPr>
          <a:lstStyle/>
          <a:p>
            <a:r>
              <a:rPr lang="en-US" sz="2800" dirty="0">
                <a:solidFill>
                  <a:schemeClr val="bg1"/>
                </a:solidFill>
              </a:rPr>
              <a:t>Young Generation</a:t>
            </a:r>
          </a:p>
        </p:txBody>
      </p:sp>
      <p:sp>
        <p:nvSpPr>
          <p:cNvPr id="19" name="TextBox 18">
            <a:extLst>
              <a:ext uri="{FF2B5EF4-FFF2-40B4-BE49-F238E27FC236}">
                <a16:creationId xmlns:a16="http://schemas.microsoft.com/office/drawing/2014/main" id="{4866C81F-50C8-9390-F490-4BA38CA57DE0}"/>
              </a:ext>
            </a:extLst>
          </p:cNvPr>
          <p:cNvSpPr txBox="1"/>
          <p:nvPr/>
        </p:nvSpPr>
        <p:spPr>
          <a:xfrm>
            <a:off x="11561701" y="5563578"/>
            <a:ext cx="1053494" cy="523220"/>
          </a:xfrm>
          <a:prstGeom prst="rect">
            <a:avLst/>
          </a:prstGeom>
          <a:noFill/>
        </p:spPr>
        <p:txBody>
          <a:bodyPr wrap="none" rtlCol="0">
            <a:spAutoFit/>
          </a:bodyPr>
          <a:lstStyle/>
          <a:p>
            <a:r>
              <a:rPr lang="en-US" sz="2800" b="1" dirty="0">
                <a:solidFill>
                  <a:schemeClr val="bg1"/>
                </a:solidFill>
              </a:rPr>
              <a:t>Heap</a:t>
            </a:r>
          </a:p>
        </p:txBody>
      </p:sp>
      <p:sp>
        <p:nvSpPr>
          <p:cNvPr id="21" name="Rectangle 20">
            <a:extLst>
              <a:ext uri="{FF2B5EF4-FFF2-40B4-BE49-F238E27FC236}">
                <a16:creationId xmlns:a16="http://schemas.microsoft.com/office/drawing/2014/main" id="{4CF12EB8-08DD-941D-2287-35249C9D977D}"/>
              </a:ext>
            </a:extLst>
          </p:cNvPr>
          <p:cNvSpPr/>
          <p:nvPr/>
        </p:nvSpPr>
        <p:spPr>
          <a:xfrm>
            <a:off x="7562363" y="6269892"/>
            <a:ext cx="2831361" cy="2039815"/>
          </a:xfrm>
          <a:prstGeom prst="rect">
            <a:avLst/>
          </a:prstGeom>
          <a:solidFill>
            <a:schemeClr val="accent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accent1"/>
                </a:solidFill>
              </a:rPr>
              <a:t>Code Cache</a:t>
            </a:r>
          </a:p>
        </p:txBody>
      </p:sp>
      <p:sp>
        <p:nvSpPr>
          <p:cNvPr id="22" name="Rectangle 21">
            <a:extLst>
              <a:ext uri="{FF2B5EF4-FFF2-40B4-BE49-F238E27FC236}">
                <a16:creationId xmlns:a16="http://schemas.microsoft.com/office/drawing/2014/main" id="{4B3F978D-981A-A5C9-5060-A8725A68A3DC}"/>
              </a:ext>
            </a:extLst>
          </p:cNvPr>
          <p:cNvSpPr/>
          <p:nvPr/>
        </p:nvSpPr>
        <p:spPr>
          <a:xfrm>
            <a:off x="10615487" y="6264289"/>
            <a:ext cx="2831361" cy="2039815"/>
          </a:xfrm>
          <a:prstGeom prst="rect">
            <a:avLst/>
          </a:prstGeom>
          <a:solidFill>
            <a:schemeClr val="accent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accent1"/>
                </a:solidFill>
              </a:rPr>
              <a:t>JVM Stack</a:t>
            </a:r>
          </a:p>
        </p:txBody>
      </p:sp>
      <p:sp>
        <p:nvSpPr>
          <p:cNvPr id="24" name="Rectangle 23">
            <a:extLst>
              <a:ext uri="{FF2B5EF4-FFF2-40B4-BE49-F238E27FC236}">
                <a16:creationId xmlns:a16="http://schemas.microsoft.com/office/drawing/2014/main" id="{EADDCDB4-383F-659D-F8A7-1E938448E918}"/>
              </a:ext>
            </a:extLst>
          </p:cNvPr>
          <p:cNvSpPr/>
          <p:nvPr/>
        </p:nvSpPr>
        <p:spPr>
          <a:xfrm>
            <a:off x="13672032" y="6258636"/>
            <a:ext cx="2831361" cy="2039815"/>
          </a:xfrm>
          <a:prstGeom prst="rect">
            <a:avLst/>
          </a:prstGeom>
          <a:solidFill>
            <a:schemeClr val="accent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accent1"/>
                </a:solidFill>
              </a:rPr>
              <a:t>Native Method Stack</a:t>
            </a:r>
          </a:p>
        </p:txBody>
      </p:sp>
      <p:sp>
        <p:nvSpPr>
          <p:cNvPr id="25" name="Rectangle 24">
            <a:extLst>
              <a:ext uri="{FF2B5EF4-FFF2-40B4-BE49-F238E27FC236}">
                <a16:creationId xmlns:a16="http://schemas.microsoft.com/office/drawing/2014/main" id="{25696DD1-DCB5-EB9E-4F30-9BA9836A9E1F}"/>
              </a:ext>
            </a:extLst>
          </p:cNvPr>
          <p:cNvSpPr/>
          <p:nvPr/>
        </p:nvSpPr>
        <p:spPr>
          <a:xfrm>
            <a:off x="16728577" y="6234573"/>
            <a:ext cx="2970465" cy="2039815"/>
          </a:xfrm>
          <a:prstGeom prst="rect">
            <a:avLst/>
          </a:prstGeom>
          <a:solidFill>
            <a:schemeClr val="accent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accent1"/>
                </a:solidFill>
              </a:rPr>
              <a:t>Shared Libs</a:t>
            </a:r>
          </a:p>
        </p:txBody>
      </p:sp>
    </p:spTree>
    <p:extLst>
      <p:ext uri="{BB962C8B-B14F-4D97-AF65-F5344CB8AC3E}">
        <p14:creationId xmlns:p14="http://schemas.microsoft.com/office/powerpoint/2010/main" val="375624700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03CBF4-F680-759F-95EF-EF237FF12044}"/>
            </a:ext>
          </a:extLst>
        </p:cNvPr>
        <p:cNvGrpSpPr/>
        <p:nvPr/>
      </p:nvGrpSpPr>
      <p:grpSpPr>
        <a:xfrm>
          <a:off x="0" y="0"/>
          <a:ext cx="0" cy="0"/>
          <a:chOff x="0" y="0"/>
          <a:chExt cx="0" cy="0"/>
        </a:xfrm>
      </p:grpSpPr>
      <p:sp>
        <p:nvSpPr>
          <p:cNvPr id="437" name="Trade-off of G1 GC">
            <a:extLst>
              <a:ext uri="{FF2B5EF4-FFF2-40B4-BE49-F238E27FC236}">
                <a16:creationId xmlns:a16="http://schemas.microsoft.com/office/drawing/2014/main" id="{EEB0C2FF-9554-6E5D-6C6D-114A5386DDF3}"/>
              </a:ext>
            </a:extLst>
          </p:cNvPr>
          <p:cNvSpPr txBox="1">
            <a:spLocks noGrp="1"/>
          </p:cNvSpPr>
          <p:nvPr>
            <p:ph type="title"/>
          </p:nvPr>
        </p:nvSpPr>
        <p:spPr>
          <a:xfrm>
            <a:off x="885600" y="435600"/>
            <a:ext cx="22202496" cy="1440000"/>
          </a:xfrm>
          <a:prstGeom prst="rect">
            <a:avLst/>
          </a:prstGeom>
        </p:spPr>
        <p:txBody>
          <a:bodyPr/>
          <a:lstStyle/>
          <a:p>
            <a:r>
              <a:rPr lang="en-IN" dirty="0">
                <a:latin typeface="+mn-lt"/>
              </a:rPr>
              <a:t>Heap</a:t>
            </a:r>
          </a:p>
        </p:txBody>
      </p:sp>
      <p:sp>
        <p:nvSpPr>
          <p:cNvPr id="438" name="GC Root Scanning, Remarking &amp; Compaction is stop the world event.…">
            <a:extLst>
              <a:ext uri="{FF2B5EF4-FFF2-40B4-BE49-F238E27FC236}">
                <a16:creationId xmlns:a16="http://schemas.microsoft.com/office/drawing/2014/main" id="{6E5DB4BA-69C4-7EC6-B6FE-B391EB7530B4}"/>
              </a:ext>
            </a:extLst>
          </p:cNvPr>
          <p:cNvSpPr txBox="1">
            <a:spLocks noGrp="1"/>
          </p:cNvSpPr>
          <p:nvPr>
            <p:ph type="body" idx="1"/>
          </p:nvPr>
        </p:nvSpPr>
        <p:spPr>
          <a:xfrm>
            <a:off x="1208087" y="2729994"/>
            <a:ext cx="21971000" cy="8256012"/>
          </a:xfrm>
          <a:prstGeom prst="rect">
            <a:avLst/>
          </a:prstGeom>
        </p:spPr>
        <p:txBody>
          <a:bodyPr/>
          <a:lstStyle/>
          <a:p>
            <a:pPr marL="1523953" lvl="1" indent="-609599">
              <a:spcBef>
                <a:spcPts val="3700"/>
              </a:spcBef>
              <a:defRPr sz="3600"/>
            </a:pPr>
            <a:r>
              <a:rPr lang="en-IN" sz="3600" dirty="0">
                <a:solidFill>
                  <a:schemeClr val="bg1"/>
                </a:solidFill>
                <a:latin typeface="+mn-lt"/>
              </a:rPr>
              <a:t>The heap is shared across Java threads.</a:t>
            </a:r>
          </a:p>
          <a:p>
            <a:pPr marL="1523953" lvl="1" indent="-609599">
              <a:spcBef>
                <a:spcPts val="3700"/>
              </a:spcBef>
              <a:defRPr sz="3600"/>
            </a:pPr>
            <a:r>
              <a:rPr lang="en-IN" sz="3600" dirty="0">
                <a:solidFill>
                  <a:schemeClr val="bg1"/>
                </a:solidFill>
                <a:latin typeface="+mn-lt"/>
              </a:rPr>
              <a:t>It holds objects and arrays created by the application.</a:t>
            </a:r>
          </a:p>
          <a:p>
            <a:pPr marL="1523953" lvl="1" indent="-609599">
              <a:spcBef>
                <a:spcPts val="3700"/>
              </a:spcBef>
              <a:defRPr sz="3600"/>
            </a:pPr>
            <a:r>
              <a:rPr lang="en-IN" sz="3600" dirty="0">
                <a:solidFill>
                  <a:schemeClr val="bg1"/>
                </a:solidFill>
                <a:latin typeface="+mn-lt"/>
              </a:rPr>
              <a:t>A heap object can outlive the method that created it.</a:t>
            </a:r>
          </a:p>
          <a:p>
            <a:pPr marL="1523953" lvl="1" indent="-609599">
              <a:spcBef>
                <a:spcPts val="3700"/>
              </a:spcBef>
              <a:defRPr sz="3600"/>
            </a:pPr>
            <a:r>
              <a:rPr lang="en-IN" sz="3600" dirty="0">
                <a:solidFill>
                  <a:schemeClr val="bg1"/>
                </a:solidFill>
                <a:latin typeface="+mn-lt"/>
              </a:rPr>
              <a:t>GC can reclaim an object after it becomes unreachable.</a:t>
            </a:r>
          </a:p>
          <a:p>
            <a:pPr marL="1523953" lvl="1" indent="-609599">
              <a:spcBef>
                <a:spcPts val="3700"/>
              </a:spcBef>
              <a:defRPr sz="3600"/>
            </a:pPr>
            <a:r>
              <a:rPr lang="en-IN" sz="3600" dirty="0">
                <a:solidFill>
                  <a:schemeClr val="bg1"/>
                </a:solidFill>
                <a:latin typeface="+mn-lt"/>
              </a:rPr>
              <a:t>Collectors organize and reclaim the heap in different ways.</a:t>
            </a:r>
          </a:p>
          <a:p>
            <a:pPr marL="1523953" lvl="1" indent="-609599">
              <a:spcBef>
                <a:spcPts val="3700"/>
              </a:spcBef>
              <a:defRPr sz="3600"/>
            </a:pPr>
            <a:r>
              <a:rPr lang="en-IN" sz="3600" dirty="0">
                <a:solidFill>
                  <a:schemeClr val="bg1"/>
                </a:solidFill>
                <a:latin typeface="+mn-lt"/>
              </a:rPr>
              <a:t>Shared objects need safe coordination when threads update them.</a:t>
            </a:r>
          </a:p>
        </p:txBody>
      </p:sp>
      <p:sp>
        <p:nvSpPr>
          <p:cNvPr id="5" name="Slide Number Placeholder 4">
            <a:extLst>
              <a:ext uri="{FF2B5EF4-FFF2-40B4-BE49-F238E27FC236}">
                <a16:creationId xmlns:a16="http://schemas.microsoft.com/office/drawing/2014/main" id="{1037AC3D-012A-C975-7CD2-D2048CA2BFAA}"/>
              </a:ext>
            </a:extLst>
          </p:cNvPr>
          <p:cNvSpPr txBox="1">
            <a:spLocks/>
          </p:cNvSpPr>
          <p:nvPr/>
        </p:nvSpPr>
        <p:spPr>
          <a:xfrm>
            <a:off x="449152" y="13158747"/>
            <a:ext cx="871646" cy="730250"/>
          </a:xfrm>
          <a:prstGeom prst="rect">
            <a:avLst/>
          </a:prstGeom>
        </p:spPr>
        <p:txBody>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defRPr/>
            </a:pPr>
            <a:fld id="{CFF4B978-1D82-7745-80C5-DBABA6B131D3}" type="slidenum">
              <a:rPr lang="en-US" sz="1600" smtClean="0">
                <a:solidFill>
                  <a:srgbClr val="E3E1DD"/>
                </a:solidFill>
                <a:latin typeface="Oracle Sans" panose="020B0503020204020204" pitchFamily="34" charset="0"/>
                <a:cs typeface="Oracle Sans" panose="020B0503020204020204" pitchFamily="34" charset="0"/>
              </a:rPr>
              <a:pPr>
                <a:defRPr/>
              </a:pPr>
              <a:t>4</a:t>
            </a:fld>
            <a:endParaRPr lang="en-US" sz="1600" dirty="0">
              <a:solidFill>
                <a:srgbClr val="E3E1DD"/>
              </a:solidFill>
              <a:latin typeface="Oracle Sans" panose="020B0503020204020204" pitchFamily="34" charset="0"/>
              <a:cs typeface="Oracle Sans" panose="020B0503020204020204" pitchFamily="34" charset="0"/>
            </a:endParaRPr>
          </a:p>
        </p:txBody>
      </p:sp>
    </p:spTree>
    <p:extLst>
      <p:ext uri="{BB962C8B-B14F-4D97-AF65-F5344CB8AC3E}">
        <p14:creationId xmlns:p14="http://schemas.microsoft.com/office/powerpoint/2010/main" val="219493386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38">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438">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438">
                                            <p:txEl>
                                              <p:pRg st="2" end="2"/>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438">
                                            <p:txEl>
                                              <p:pRg st="3" end="3"/>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438">
                                            <p:txEl>
                                              <p:pRg st="4" end="4"/>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438">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38" grpId="0" build="p"/>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759AC3-9F85-E3AC-F82D-B498B5774508}"/>
            </a:ext>
          </a:extLst>
        </p:cNvPr>
        <p:cNvGrpSpPr/>
        <p:nvPr/>
      </p:nvGrpSpPr>
      <p:grpSpPr>
        <a:xfrm>
          <a:off x="0" y="0"/>
          <a:ext cx="0" cy="0"/>
          <a:chOff x="0" y="0"/>
          <a:chExt cx="0" cy="0"/>
        </a:xfrm>
      </p:grpSpPr>
      <p:sp>
        <p:nvSpPr>
          <p:cNvPr id="437" name="Trade-off of G1 GC">
            <a:extLst>
              <a:ext uri="{FF2B5EF4-FFF2-40B4-BE49-F238E27FC236}">
                <a16:creationId xmlns:a16="http://schemas.microsoft.com/office/drawing/2014/main" id="{FC2CF1D8-0A3C-5703-523F-7743E1847DF3}"/>
              </a:ext>
            </a:extLst>
          </p:cNvPr>
          <p:cNvSpPr txBox="1">
            <a:spLocks noGrp="1"/>
          </p:cNvSpPr>
          <p:nvPr>
            <p:ph type="title"/>
          </p:nvPr>
        </p:nvSpPr>
        <p:spPr>
          <a:xfrm>
            <a:off x="885600" y="435600"/>
            <a:ext cx="22202496" cy="1440000"/>
          </a:xfrm>
          <a:prstGeom prst="rect">
            <a:avLst/>
          </a:prstGeom>
        </p:spPr>
        <p:txBody>
          <a:bodyPr/>
          <a:lstStyle/>
          <a:p>
            <a:r>
              <a:rPr lang="en-IN" dirty="0" err="1">
                <a:latin typeface="+mn-lt"/>
              </a:rPr>
              <a:t>Metaspace</a:t>
            </a:r>
            <a:endParaRPr lang="en-IN" dirty="0">
              <a:latin typeface="+mn-lt"/>
            </a:endParaRPr>
          </a:p>
        </p:txBody>
      </p:sp>
      <p:sp>
        <p:nvSpPr>
          <p:cNvPr id="438" name="GC Root Scanning, Remarking &amp; Compaction is stop the world event.…">
            <a:extLst>
              <a:ext uri="{FF2B5EF4-FFF2-40B4-BE49-F238E27FC236}">
                <a16:creationId xmlns:a16="http://schemas.microsoft.com/office/drawing/2014/main" id="{92514100-3299-493B-2DD6-43D188A8190B}"/>
              </a:ext>
            </a:extLst>
          </p:cNvPr>
          <p:cNvSpPr txBox="1">
            <a:spLocks noGrp="1"/>
          </p:cNvSpPr>
          <p:nvPr>
            <p:ph type="body" idx="1"/>
          </p:nvPr>
        </p:nvSpPr>
        <p:spPr>
          <a:xfrm>
            <a:off x="1208087" y="2729994"/>
            <a:ext cx="21971000" cy="4128006"/>
          </a:xfrm>
          <a:prstGeom prst="rect">
            <a:avLst/>
          </a:prstGeom>
        </p:spPr>
        <p:txBody>
          <a:bodyPr/>
          <a:lstStyle/>
          <a:p>
            <a:pPr marL="1523953" lvl="1" indent="-609599">
              <a:spcBef>
                <a:spcPts val="3700"/>
              </a:spcBef>
              <a:defRPr sz="3600"/>
            </a:pPr>
            <a:r>
              <a:rPr lang="en-US" sz="3600" dirty="0">
                <a:solidFill>
                  <a:schemeClr val="bg1"/>
                </a:solidFill>
                <a:latin typeface="+mn-lt"/>
              </a:rPr>
              <a:t>Metaspace stores HotSpot class metadata outside the Java heap.</a:t>
            </a:r>
          </a:p>
          <a:p>
            <a:pPr marL="1523953" lvl="1" indent="-609599">
              <a:spcBef>
                <a:spcPts val="3700"/>
              </a:spcBef>
              <a:defRPr sz="3600"/>
            </a:pPr>
            <a:r>
              <a:rPr lang="en-US" sz="3600" dirty="0">
                <a:solidFill>
                  <a:schemeClr val="bg1"/>
                </a:solidFill>
                <a:latin typeface="+mn-lt"/>
              </a:rPr>
              <a:t>Metadata describes class structure, fields and methods.</a:t>
            </a:r>
          </a:p>
          <a:p>
            <a:pPr marL="1523953" lvl="1" indent="-609599">
              <a:spcBef>
                <a:spcPts val="3700"/>
              </a:spcBef>
              <a:defRPr sz="3600"/>
            </a:pPr>
            <a:r>
              <a:rPr lang="en-US" sz="3600" dirty="0">
                <a:solidFill>
                  <a:schemeClr val="bg1"/>
                </a:solidFill>
                <a:latin typeface="+mn-lt"/>
              </a:rPr>
              <a:t>It replaced PermGen in JDK 8 and can grow within configured limits.</a:t>
            </a:r>
          </a:p>
          <a:p>
            <a:pPr marL="1523953" lvl="1" indent="-609599">
              <a:spcBef>
                <a:spcPts val="3700"/>
              </a:spcBef>
              <a:defRPr sz="3600"/>
            </a:pPr>
            <a:r>
              <a:rPr lang="en-US" sz="3600" dirty="0">
                <a:solidFill>
                  <a:schemeClr val="bg1"/>
                </a:solidFill>
                <a:latin typeface="+mn-lt"/>
              </a:rPr>
              <a:t>Example: the Order definition differs from each Order object.</a:t>
            </a:r>
          </a:p>
        </p:txBody>
      </p:sp>
      <p:sp>
        <p:nvSpPr>
          <p:cNvPr id="5" name="Slide Number Placeholder 4">
            <a:extLst>
              <a:ext uri="{FF2B5EF4-FFF2-40B4-BE49-F238E27FC236}">
                <a16:creationId xmlns:a16="http://schemas.microsoft.com/office/drawing/2014/main" id="{030C2DCC-6276-170B-B3CA-A5DD7FB75859}"/>
              </a:ext>
            </a:extLst>
          </p:cNvPr>
          <p:cNvSpPr txBox="1">
            <a:spLocks/>
          </p:cNvSpPr>
          <p:nvPr/>
        </p:nvSpPr>
        <p:spPr>
          <a:xfrm>
            <a:off x="449152" y="13158747"/>
            <a:ext cx="871646" cy="730250"/>
          </a:xfrm>
          <a:prstGeom prst="rect">
            <a:avLst/>
          </a:prstGeom>
        </p:spPr>
        <p:txBody>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defRPr/>
            </a:pPr>
            <a:fld id="{CFF4B978-1D82-7745-80C5-DBABA6B131D3}" type="slidenum">
              <a:rPr lang="en-US" sz="1600" smtClean="0">
                <a:solidFill>
                  <a:srgbClr val="E3E1DD"/>
                </a:solidFill>
                <a:latin typeface="Oracle Sans" panose="020B0503020204020204" pitchFamily="34" charset="0"/>
                <a:cs typeface="Oracle Sans" panose="020B0503020204020204" pitchFamily="34" charset="0"/>
              </a:rPr>
              <a:pPr>
                <a:defRPr/>
              </a:pPr>
              <a:t>5</a:t>
            </a:fld>
            <a:endParaRPr lang="en-US" sz="1600" dirty="0">
              <a:solidFill>
                <a:srgbClr val="E3E1DD"/>
              </a:solidFill>
              <a:latin typeface="Oracle Sans" panose="020B0503020204020204" pitchFamily="34" charset="0"/>
              <a:cs typeface="Oracle Sans" panose="020B0503020204020204" pitchFamily="34" charset="0"/>
            </a:endParaRPr>
          </a:p>
        </p:txBody>
      </p:sp>
      <p:sp>
        <p:nvSpPr>
          <p:cNvPr id="2" name="Trade-off of G1 GC">
            <a:extLst>
              <a:ext uri="{FF2B5EF4-FFF2-40B4-BE49-F238E27FC236}">
                <a16:creationId xmlns:a16="http://schemas.microsoft.com/office/drawing/2014/main" id="{F5495CC2-B4C4-6464-96C6-498594C84369}"/>
              </a:ext>
            </a:extLst>
          </p:cNvPr>
          <p:cNvSpPr txBox="1">
            <a:spLocks/>
          </p:cNvSpPr>
          <p:nvPr/>
        </p:nvSpPr>
        <p:spPr>
          <a:xfrm>
            <a:off x="885600" y="6835277"/>
            <a:ext cx="22202496" cy="1440000"/>
          </a:xfrm>
          <a:prstGeom prst="rect">
            <a:avLst/>
          </a:prstGeom>
        </p:spPr>
        <p:txBody>
          <a:bodyPr vert="horz" lIns="91440" tIns="45720" rIns="91440" bIns="45720" rtlCol="0" anchor="b">
            <a:normAutofit/>
          </a:bodyPr>
          <a:lstStyle>
            <a:lvl1pPr algn="l" defTabSz="1828709" rtl="0" eaLnBrk="1" latinLnBrk="0" hangingPunct="1">
              <a:lnSpc>
                <a:spcPct val="100000"/>
              </a:lnSpc>
              <a:spcBef>
                <a:spcPct val="0"/>
              </a:spcBef>
              <a:buNone/>
              <a:defRPr sz="6600" b="0" i="0" kern="1200">
                <a:solidFill>
                  <a:schemeClr val="bg1"/>
                </a:solidFill>
                <a:latin typeface="Oracle Sans Light" panose="020B0403020204020204" pitchFamily="34" charset="0"/>
                <a:ea typeface="+mj-ea"/>
                <a:cs typeface="Oracle Sans Light" panose="020B0403020204020204" pitchFamily="34" charset="0"/>
              </a:defRPr>
            </a:lvl1pPr>
          </a:lstStyle>
          <a:p>
            <a:r>
              <a:rPr lang="en-IN" dirty="0" err="1">
                <a:latin typeface="+mn-lt"/>
              </a:rPr>
              <a:t>Code Cache</a:t>
            </a:r>
          </a:p>
        </p:txBody>
      </p:sp>
      <p:sp>
        <p:nvSpPr>
          <p:cNvPr id="3" name="GC Root Scanning, Remarking &amp; Compaction is stop the world event.…">
            <a:extLst>
              <a:ext uri="{FF2B5EF4-FFF2-40B4-BE49-F238E27FC236}">
                <a16:creationId xmlns:a16="http://schemas.microsoft.com/office/drawing/2014/main" id="{6B0AFAE1-88E1-BF1C-7850-D9F7AFA31C26}"/>
              </a:ext>
            </a:extLst>
          </p:cNvPr>
          <p:cNvSpPr txBox="1">
            <a:spLocks/>
          </p:cNvSpPr>
          <p:nvPr/>
        </p:nvSpPr>
        <p:spPr>
          <a:xfrm>
            <a:off x="1208087" y="9129671"/>
            <a:ext cx="21971000" cy="2045206"/>
          </a:xfrm>
          <a:prstGeom prst="rect">
            <a:avLst/>
          </a:prstGeom>
        </p:spPr>
        <p:txBody>
          <a:bodyPr/>
          <a:lstStyle>
            <a:lvl1pPr marL="457177" indent="-457177" algn="l" defTabSz="1828709" rtl="0" eaLnBrk="1" latinLnBrk="0" hangingPunct="1">
              <a:lnSpc>
                <a:spcPct val="90000"/>
              </a:lnSpc>
              <a:spcBef>
                <a:spcPts val="2000"/>
              </a:spcBef>
              <a:buFont typeface="Arial" panose="020B0604020202020204" pitchFamily="34" charset="0"/>
              <a:buChar char="•"/>
              <a:defRPr sz="4200" b="0" i="0" kern="1200">
                <a:solidFill>
                  <a:schemeClr val="tx2"/>
                </a:solidFill>
                <a:latin typeface="Oracle Sans Light" panose="020B0403020204020204" pitchFamily="34" charset="0"/>
                <a:ea typeface="+mn-ea"/>
                <a:cs typeface="Oracle Sans Light" panose="020B0403020204020204" pitchFamily="34" charset="0"/>
              </a:defRPr>
            </a:lvl1pPr>
            <a:lvl2pPr marL="1371531" indent="-457177" algn="l" defTabSz="1828709" rtl="0" eaLnBrk="1" latinLnBrk="0" hangingPunct="1">
              <a:lnSpc>
                <a:spcPct val="90000"/>
              </a:lnSpc>
              <a:spcBef>
                <a:spcPts val="1000"/>
              </a:spcBef>
              <a:buFont typeface="Arial" panose="020B0604020202020204" pitchFamily="34" charset="0"/>
              <a:buChar char="•"/>
              <a:defRPr sz="3000" b="0" i="0" kern="1200">
                <a:solidFill>
                  <a:schemeClr val="tx1"/>
                </a:solidFill>
                <a:latin typeface="Oracle Sans Light" panose="020B0403020204020204" pitchFamily="34" charset="0"/>
                <a:ea typeface="+mn-ea"/>
                <a:cs typeface="Oracle Sans Light" panose="020B0403020204020204" pitchFamily="34" charset="0"/>
              </a:defRPr>
            </a:lvl2pPr>
            <a:lvl3pPr marL="2285886" indent="-457177" algn="l" defTabSz="1828709" rtl="0" eaLnBrk="1" latinLnBrk="0" hangingPunct="1">
              <a:lnSpc>
                <a:spcPct val="90000"/>
              </a:lnSpc>
              <a:spcBef>
                <a:spcPts val="1000"/>
              </a:spcBef>
              <a:buFont typeface="Arial" panose="020B0604020202020204" pitchFamily="34" charset="0"/>
              <a:buChar char="•"/>
              <a:defRPr sz="2700" b="0" i="0" kern="1200">
                <a:solidFill>
                  <a:schemeClr val="tx1"/>
                </a:solidFill>
                <a:latin typeface="Oracle Sans Light" panose="020B0403020204020204" pitchFamily="34" charset="0"/>
                <a:ea typeface="+mn-ea"/>
                <a:cs typeface="Oracle Sans Light" panose="020B0403020204020204" pitchFamily="34" charset="0"/>
              </a:defRPr>
            </a:lvl3pPr>
            <a:lvl4pPr marL="3200240" indent="-457177" algn="l" defTabSz="1828709" rtl="0" eaLnBrk="1" latinLnBrk="0" hangingPunct="1">
              <a:lnSpc>
                <a:spcPct val="90000"/>
              </a:lnSpc>
              <a:spcBef>
                <a:spcPts val="1000"/>
              </a:spcBef>
              <a:buFont typeface="Arial" panose="020B0604020202020204" pitchFamily="34" charset="0"/>
              <a:buChar char="•"/>
              <a:defRPr sz="2400" b="0" i="0" kern="1200">
                <a:solidFill>
                  <a:schemeClr val="tx1"/>
                </a:solidFill>
                <a:latin typeface="Oracle Sans Light" panose="020B0403020204020204" pitchFamily="34" charset="0"/>
                <a:ea typeface="+mn-ea"/>
                <a:cs typeface="Oracle Sans Light" panose="020B0403020204020204" pitchFamily="34" charset="0"/>
              </a:defRPr>
            </a:lvl4pPr>
            <a:lvl5pPr marL="4114594" indent="-457177" algn="l" defTabSz="1828709" rtl="0" eaLnBrk="1" latinLnBrk="0" hangingPunct="1">
              <a:lnSpc>
                <a:spcPct val="90000"/>
              </a:lnSpc>
              <a:spcBef>
                <a:spcPts val="1000"/>
              </a:spcBef>
              <a:buFont typeface="Arial" panose="020B0604020202020204" pitchFamily="34" charset="0"/>
              <a:buChar char="•"/>
              <a:defRPr sz="2400" b="0" i="0" kern="1200">
                <a:solidFill>
                  <a:schemeClr val="tx1"/>
                </a:solidFill>
                <a:latin typeface="Oracle Sans Light" panose="020B0403020204020204" pitchFamily="34" charset="0"/>
                <a:ea typeface="+mn-ea"/>
                <a:cs typeface="Oracle Sans Light" panose="020B0403020204020204" pitchFamily="34" charset="0"/>
              </a:defRPr>
            </a:lvl5pPr>
            <a:lvl6pPr marL="5028949" indent="-457177" algn="l" defTabSz="1828709"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6pPr>
            <a:lvl7pPr marL="5943303" indent="-457177" algn="l" defTabSz="1828709"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7pPr>
            <a:lvl8pPr marL="6857657" indent="-457177" algn="l" defTabSz="1828709"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8pPr>
            <a:lvl9pPr marL="7772011" indent="-457177" algn="l" defTabSz="1828709"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9pPr>
          </a:lstStyle>
          <a:p>
            <a:pPr marL="1523953" lvl="1" indent="-609599">
              <a:spcBef>
                <a:spcPts val="3700"/>
              </a:spcBef>
              <a:defRPr sz="3600"/>
            </a:pPr>
            <a:r>
              <a:rPr lang="en-US" sz="3600" dirty="0">
                <a:solidFill>
                  <a:schemeClr val="bg1"/>
                </a:solidFill>
                <a:latin typeface="+mn-lt"/>
              </a:rPr>
              <a:t>The Just-in-Time (JIT) compiler turns frequently executed code into machine code.</a:t>
            </a:r>
          </a:p>
          <a:p>
            <a:pPr marL="1523953" lvl="1" indent="-609599">
              <a:spcBef>
                <a:spcPts val="3700"/>
              </a:spcBef>
              <a:defRPr sz="3600"/>
            </a:pPr>
            <a:r>
              <a:rPr lang="en-US" sz="3600" dirty="0">
                <a:solidFill>
                  <a:schemeClr val="bg1"/>
                </a:solidFill>
                <a:latin typeface="+mn-lt"/>
              </a:rPr>
              <a:t>The code cache stores this generated code so later execution can reuse it.</a:t>
            </a:r>
          </a:p>
        </p:txBody>
      </p:sp>
    </p:spTree>
    <p:extLst>
      <p:ext uri="{BB962C8B-B14F-4D97-AF65-F5344CB8AC3E}">
        <p14:creationId xmlns:p14="http://schemas.microsoft.com/office/powerpoint/2010/main" val="255685531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38">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438">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438">
                                            <p:txEl>
                                              <p:pRg st="2" end="2"/>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438">
                                            <p:txEl>
                                              <p:pRg st="3" end="3"/>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3">
                                            <p:txEl>
                                              <p:pRg st="0" end="0"/>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38" grpId="0" build="p"/>
      <p:bldP spid="3" grpId="0" build="p"/>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B602032-E76D-9C13-F78C-91E5497E9EE6}"/>
            </a:ext>
          </a:extLst>
        </p:cNvPr>
        <p:cNvGrpSpPr/>
        <p:nvPr/>
      </p:nvGrpSpPr>
      <p:grpSpPr>
        <a:xfrm>
          <a:off x="0" y="0"/>
          <a:ext cx="0" cy="0"/>
          <a:chOff x="0" y="0"/>
          <a:chExt cx="0" cy="0"/>
        </a:xfrm>
      </p:grpSpPr>
      <p:sp>
        <p:nvSpPr>
          <p:cNvPr id="437" name="Trade-off of G1 GC">
            <a:extLst>
              <a:ext uri="{FF2B5EF4-FFF2-40B4-BE49-F238E27FC236}">
                <a16:creationId xmlns:a16="http://schemas.microsoft.com/office/drawing/2014/main" id="{EFAF288F-87A6-6336-D938-5928BE35EB24}"/>
              </a:ext>
            </a:extLst>
          </p:cNvPr>
          <p:cNvSpPr txBox="1">
            <a:spLocks noGrp="1"/>
          </p:cNvSpPr>
          <p:nvPr>
            <p:ph type="title"/>
          </p:nvPr>
        </p:nvSpPr>
        <p:spPr>
          <a:xfrm>
            <a:off x="885600" y="435600"/>
            <a:ext cx="22202496" cy="1440000"/>
          </a:xfrm>
          <a:prstGeom prst="rect">
            <a:avLst/>
          </a:prstGeom>
        </p:spPr>
        <p:txBody>
          <a:bodyPr/>
          <a:lstStyle/>
          <a:p>
            <a:r>
              <a:rPr lang="en-IN" dirty="0">
                <a:latin typeface="+mn-lt"/>
              </a:rPr>
              <a:t>JVM Stack</a:t>
            </a:r>
          </a:p>
        </p:txBody>
      </p:sp>
      <p:sp>
        <p:nvSpPr>
          <p:cNvPr id="438" name="GC Root Scanning, Remarking &amp; Compaction is stop the world event.…">
            <a:extLst>
              <a:ext uri="{FF2B5EF4-FFF2-40B4-BE49-F238E27FC236}">
                <a16:creationId xmlns:a16="http://schemas.microsoft.com/office/drawing/2014/main" id="{9AC57F73-9744-01D8-D42F-B7F6180D39D4}"/>
              </a:ext>
            </a:extLst>
          </p:cNvPr>
          <p:cNvSpPr txBox="1">
            <a:spLocks noGrp="1"/>
          </p:cNvSpPr>
          <p:nvPr>
            <p:ph type="body" idx="1"/>
          </p:nvPr>
        </p:nvSpPr>
        <p:spPr>
          <a:xfrm>
            <a:off x="1208087" y="2729994"/>
            <a:ext cx="21971000" cy="8256012"/>
          </a:xfrm>
          <a:prstGeom prst="rect">
            <a:avLst/>
          </a:prstGeom>
        </p:spPr>
        <p:txBody>
          <a:bodyPr/>
          <a:lstStyle/>
          <a:p>
            <a:pPr marL="1523953" lvl="1" indent="-609599">
              <a:spcBef>
                <a:spcPts val="3700"/>
              </a:spcBef>
              <a:defRPr sz="3600"/>
            </a:pPr>
            <a:r>
              <a:rPr lang="en-IN" sz="3600" dirty="0">
                <a:solidFill>
                  <a:schemeClr val="bg1"/>
                </a:solidFill>
                <a:latin typeface="+mn-lt"/>
              </a:rPr>
              <a:t>Each Java thread has its own logical stack of active method calls.</a:t>
            </a:r>
          </a:p>
          <a:p>
            <a:pPr marL="1523953" lvl="1" indent="-609599">
              <a:spcBef>
                <a:spcPts val="3700"/>
              </a:spcBef>
              <a:defRPr sz="3600"/>
            </a:pPr>
            <a:r>
              <a:rPr lang="en-IN" sz="3600" dirty="0">
                <a:solidFill>
                  <a:schemeClr val="bg1"/>
                </a:solidFill>
                <a:latin typeface="+mn-lt"/>
              </a:rPr>
              <a:t>Each call adds a frame containing local values and calculation state.</a:t>
            </a:r>
          </a:p>
          <a:p>
            <a:pPr marL="1523953" lvl="1" indent="-609599">
              <a:spcBef>
                <a:spcPts val="3700"/>
              </a:spcBef>
              <a:defRPr sz="3600"/>
            </a:pPr>
            <a:r>
              <a:rPr lang="en-IN" sz="3600" dirty="0">
                <a:solidFill>
                  <a:schemeClr val="bg1"/>
                </a:solidFill>
                <a:latin typeface="+mn-lt"/>
              </a:rPr>
              <a:t>A local reference may point to an object in the shared heap.</a:t>
            </a:r>
          </a:p>
          <a:p>
            <a:pPr marL="1523953" lvl="1" indent="-609599">
              <a:spcBef>
                <a:spcPts val="3700"/>
              </a:spcBef>
              <a:defRPr sz="3600"/>
            </a:pPr>
            <a:r>
              <a:rPr lang="en-IN" sz="3600" dirty="0">
                <a:solidFill>
                  <a:schemeClr val="bg1"/>
                </a:solidFill>
                <a:latin typeface="+mn-lt"/>
              </a:rPr>
              <a:t>Returning from a method removes its frame from the active stack.</a:t>
            </a:r>
          </a:p>
          <a:p>
            <a:pPr marL="1523953" lvl="1" indent="-609599">
              <a:spcBef>
                <a:spcPts val="3700"/>
              </a:spcBef>
              <a:defRPr sz="3600"/>
            </a:pPr>
            <a:r>
              <a:rPr lang="en-IN" sz="3600" dirty="0">
                <a:solidFill>
                  <a:schemeClr val="bg1"/>
                </a:solidFill>
                <a:latin typeface="+mn-lt"/>
              </a:rPr>
              <a:t>Objects referenced by a frame can still be shared with other threads.</a:t>
            </a:r>
          </a:p>
          <a:p>
            <a:pPr marL="1523953" lvl="1" indent="-609599">
              <a:spcBef>
                <a:spcPts val="3700"/>
              </a:spcBef>
              <a:defRPr sz="3600"/>
            </a:pPr>
            <a:r>
              <a:rPr lang="en-IN" sz="3600" dirty="0">
                <a:solidFill>
                  <a:schemeClr val="bg1"/>
                </a:solidFill>
                <a:latin typeface="+mn-lt"/>
              </a:rPr>
              <a:t>A call chain that grows too deep can cause StackOverflowError.</a:t>
            </a:r>
          </a:p>
        </p:txBody>
      </p:sp>
      <p:sp>
        <p:nvSpPr>
          <p:cNvPr id="5" name="Slide Number Placeholder 4">
            <a:extLst>
              <a:ext uri="{FF2B5EF4-FFF2-40B4-BE49-F238E27FC236}">
                <a16:creationId xmlns:a16="http://schemas.microsoft.com/office/drawing/2014/main" id="{DD4EAA07-7694-DC59-8CF0-47807D4C8708}"/>
              </a:ext>
            </a:extLst>
          </p:cNvPr>
          <p:cNvSpPr txBox="1">
            <a:spLocks/>
          </p:cNvSpPr>
          <p:nvPr/>
        </p:nvSpPr>
        <p:spPr>
          <a:xfrm>
            <a:off x="449152" y="13158747"/>
            <a:ext cx="871646" cy="730250"/>
          </a:xfrm>
          <a:prstGeom prst="rect">
            <a:avLst/>
          </a:prstGeom>
        </p:spPr>
        <p:txBody>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defRPr/>
            </a:pPr>
            <a:fld id="{CFF4B978-1D82-7745-80C5-DBABA6B131D3}" type="slidenum">
              <a:rPr lang="en-US" sz="1600" smtClean="0">
                <a:solidFill>
                  <a:srgbClr val="E3E1DD"/>
                </a:solidFill>
                <a:latin typeface="Oracle Sans" panose="020B0503020204020204" pitchFamily="34" charset="0"/>
                <a:cs typeface="Oracle Sans" panose="020B0503020204020204" pitchFamily="34" charset="0"/>
              </a:rPr>
              <a:pPr>
                <a:defRPr/>
              </a:pPr>
              <a:t>6</a:t>
            </a:fld>
            <a:endParaRPr lang="en-US" sz="1600" dirty="0">
              <a:solidFill>
                <a:srgbClr val="E3E1DD"/>
              </a:solidFill>
              <a:latin typeface="Oracle Sans" panose="020B0503020204020204" pitchFamily="34" charset="0"/>
              <a:cs typeface="Oracle Sans" panose="020B0503020204020204" pitchFamily="34" charset="0"/>
            </a:endParaRPr>
          </a:p>
        </p:txBody>
      </p:sp>
    </p:spTree>
    <p:extLst>
      <p:ext uri="{BB962C8B-B14F-4D97-AF65-F5344CB8AC3E}">
        <p14:creationId xmlns:p14="http://schemas.microsoft.com/office/powerpoint/2010/main" val="368537427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38">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438">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438">
                                            <p:txEl>
                                              <p:pRg st="2" end="2"/>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438">
                                            <p:txEl>
                                              <p:pRg st="3" end="3"/>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438">
                                            <p:txEl>
                                              <p:pRg st="4" end="4"/>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438">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38" grpId="0" build="p"/>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2A566D8-297C-A07A-6F6A-51E11BB14086}"/>
            </a:ext>
          </a:extLst>
        </p:cNvPr>
        <p:cNvGrpSpPr/>
        <p:nvPr/>
      </p:nvGrpSpPr>
      <p:grpSpPr>
        <a:xfrm>
          <a:off x="0" y="0"/>
          <a:ext cx="0" cy="0"/>
          <a:chOff x="0" y="0"/>
          <a:chExt cx="0" cy="0"/>
        </a:xfrm>
      </p:grpSpPr>
      <p:sp>
        <p:nvSpPr>
          <p:cNvPr id="437" name="Trade-off of G1 GC">
            <a:extLst>
              <a:ext uri="{FF2B5EF4-FFF2-40B4-BE49-F238E27FC236}">
                <a16:creationId xmlns:a16="http://schemas.microsoft.com/office/drawing/2014/main" id="{1A79AF60-D8FA-4356-F7F1-66A702043F89}"/>
              </a:ext>
            </a:extLst>
          </p:cNvPr>
          <p:cNvSpPr txBox="1">
            <a:spLocks noGrp="1"/>
          </p:cNvSpPr>
          <p:nvPr>
            <p:ph type="title"/>
          </p:nvPr>
        </p:nvSpPr>
        <p:spPr>
          <a:xfrm>
            <a:off x="885600" y="435600"/>
            <a:ext cx="22202496" cy="1440000"/>
          </a:xfrm>
          <a:prstGeom prst="rect">
            <a:avLst/>
          </a:prstGeom>
        </p:spPr>
        <p:txBody>
          <a:bodyPr/>
          <a:lstStyle/>
          <a:p>
            <a:r>
              <a:rPr lang="en-IN" dirty="0">
                <a:latin typeface="+mn-lt"/>
              </a:rPr>
              <a:t>Shared Libraries</a:t>
            </a:r>
          </a:p>
        </p:txBody>
      </p:sp>
      <p:sp>
        <p:nvSpPr>
          <p:cNvPr id="438" name="GC Root Scanning, Remarking &amp; Compaction is stop the world event.…">
            <a:extLst>
              <a:ext uri="{FF2B5EF4-FFF2-40B4-BE49-F238E27FC236}">
                <a16:creationId xmlns:a16="http://schemas.microsoft.com/office/drawing/2014/main" id="{9E513971-6192-0FBC-2EFF-57D05C071E0D}"/>
              </a:ext>
            </a:extLst>
          </p:cNvPr>
          <p:cNvSpPr txBox="1">
            <a:spLocks noGrp="1"/>
          </p:cNvSpPr>
          <p:nvPr>
            <p:ph type="body" idx="1"/>
          </p:nvPr>
        </p:nvSpPr>
        <p:spPr>
          <a:xfrm>
            <a:off x="1208087" y="2729994"/>
            <a:ext cx="21971000" cy="2323269"/>
          </a:xfrm>
          <a:prstGeom prst="rect">
            <a:avLst/>
          </a:prstGeom>
        </p:spPr>
        <p:txBody>
          <a:bodyPr/>
          <a:lstStyle/>
          <a:p>
            <a:pPr marL="1523953" lvl="1" indent="-609599">
              <a:spcBef>
                <a:spcPts val="3700"/>
              </a:spcBef>
              <a:defRPr sz="3600"/>
            </a:pPr>
            <a:r>
              <a:rPr lang="en-US" sz="3600" dirty="0">
                <a:solidFill>
                  <a:schemeClr val="bg1"/>
                </a:solidFill>
                <a:latin typeface="+mn-lt"/>
              </a:rPr>
              <a:t>Native libraries contain code outside Java bytecode, such as operating-system routines.</a:t>
            </a:r>
          </a:p>
          <a:p>
            <a:pPr marL="1523953" lvl="1" indent="-609599">
              <a:spcBef>
                <a:spcPts val="3700"/>
              </a:spcBef>
              <a:defRPr sz="3600"/>
            </a:pPr>
            <a:r>
              <a:rPr lang="en-US" sz="3600" dirty="0">
                <a:solidFill>
                  <a:schemeClr val="bg1"/>
                </a:solidFill>
                <a:latin typeface="+mn-lt"/>
              </a:rPr>
              <a:t>The process maps library code into memory when it loads the library.</a:t>
            </a:r>
          </a:p>
        </p:txBody>
      </p:sp>
      <p:sp>
        <p:nvSpPr>
          <p:cNvPr id="5" name="Slide Number Placeholder 4">
            <a:extLst>
              <a:ext uri="{FF2B5EF4-FFF2-40B4-BE49-F238E27FC236}">
                <a16:creationId xmlns:a16="http://schemas.microsoft.com/office/drawing/2014/main" id="{49587A71-361B-4BCC-77C4-48D3F88F1940}"/>
              </a:ext>
            </a:extLst>
          </p:cNvPr>
          <p:cNvSpPr txBox="1">
            <a:spLocks/>
          </p:cNvSpPr>
          <p:nvPr/>
        </p:nvSpPr>
        <p:spPr>
          <a:xfrm>
            <a:off x="449152" y="13158747"/>
            <a:ext cx="871646" cy="730250"/>
          </a:xfrm>
          <a:prstGeom prst="rect">
            <a:avLst/>
          </a:prstGeom>
        </p:spPr>
        <p:txBody>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defRPr/>
            </a:pPr>
            <a:fld id="{CFF4B978-1D82-7745-80C5-DBABA6B131D3}" type="slidenum">
              <a:rPr lang="en-US" sz="1600" smtClean="0">
                <a:solidFill>
                  <a:srgbClr val="E3E1DD"/>
                </a:solidFill>
                <a:latin typeface="Oracle Sans" panose="020B0503020204020204" pitchFamily="34" charset="0"/>
                <a:cs typeface="Oracle Sans" panose="020B0503020204020204" pitchFamily="34" charset="0"/>
              </a:rPr>
              <a:pPr>
                <a:defRPr/>
              </a:pPr>
              <a:t>7</a:t>
            </a:fld>
            <a:endParaRPr lang="en-US" sz="1600" dirty="0">
              <a:solidFill>
                <a:srgbClr val="E3E1DD"/>
              </a:solidFill>
              <a:latin typeface="Oracle Sans" panose="020B0503020204020204" pitchFamily="34" charset="0"/>
              <a:cs typeface="Oracle Sans" panose="020B0503020204020204" pitchFamily="34" charset="0"/>
            </a:endParaRPr>
          </a:p>
        </p:txBody>
      </p:sp>
      <p:sp>
        <p:nvSpPr>
          <p:cNvPr id="2" name="Trade-off of G1 GC">
            <a:extLst>
              <a:ext uri="{FF2B5EF4-FFF2-40B4-BE49-F238E27FC236}">
                <a16:creationId xmlns:a16="http://schemas.microsoft.com/office/drawing/2014/main" id="{39FE46D5-EE2B-CA37-4F61-4A81E562E0BE}"/>
              </a:ext>
            </a:extLst>
          </p:cNvPr>
          <p:cNvSpPr txBox="1">
            <a:spLocks/>
          </p:cNvSpPr>
          <p:nvPr/>
        </p:nvSpPr>
        <p:spPr>
          <a:xfrm>
            <a:off x="885600" y="5345741"/>
            <a:ext cx="22202496" cy="1440000"/>
          </a:xfrm>
          <a:prstGeom prst="rect">
            <a:avLst/>
          </a:prstGeom>
        </p:spPr>
        <p:txBody>
          <a:bodyPr vert="horz" lIns="91440" tIns="45720" rIns="91440" bIns="45720" rtlCol="0" anchor="b">
            <a:normAutofit/>
          </a:bodyPr>
          <a:lstStyle>
            <a:lvl1pPr algn="l" defTabSz="1828709" rtl="0" eaLnBrk="1" latinLnBrk="0" hangingPunct="1">
              <a:lnSpc>
                <a:spcPct val="100000"/>
              </a:lnSpc>
              <a:spcBef>
                <a:spcPct val="0"/>
              </a:spcBef>
              <a:buNone/>
              <a:defRPr sz="6600" b="0" i="0" kern="1200">
                <a:solidFill>
                  <a:schemeClr val="bg1"/>
                </a:solidFill>
                <a:latin typeface="Oracle Sans Light" panose="020B0403020204020204" pitchFamily="34" charset="0"/>
                <a:ea typeface="+mj-ea"/>
                <a:cs typeface="Oracle Sans Light" panose="020B0403020204020204" pitchFamily="34" charset="0"/>
              </a:defRPr>
            </a:lvl1pPr>
          </a:lstStyle>
          <a:p>
            <a:r>
              <a:rPr lang="en-IN" dirty="0">
                <a:latin typeface="+mn-lt"/>
              </a:rPr>
              <a:t>Native Method Stack</a:t>
            </a:r>
          </a:p>
        </p:txBody>
      </p:sp>
      <p:sp>
        <p:nvSpPr>
          <p:cNvPr id="3" name="GC Root Scanning, Remarking &amp; Compaction is stop the world event.…">
            <a:extLst>
              <a:ext uri="{FF2B5EF4-FFF2-40B4-BE49-F238E27FC236}">
                <a16:creationId xmlns:a16="http://schemas.microsoft.com/office/drawing/2014/main" id="{F5F401D0-8903-3C52-5DAC-63F2BDD21BC4}"/>
              </a:ext>
            </a:extLst>
          </p:cNvPr>
          <p:cNvSpPr txBox="1">
            <a:spLocks/>
          </p:cNvSpPr>
          <p:nvPr/>
        </p:nvSpPr>
        <p:spPr>
          <a:xfrm>
            <a:off x="1208087" y="7640135"/>
            <a:ext cx="21971000" cy="2045206"/>
          </a:xfrm>
          <a:prstGeom prst="rect">
            <a:avLst/>
          </a:prstGeom>
        </p:spPr>
        <p:txBody>
          <a:bodyPr/>
          <a:lstStyle>
            <a:lvl1pPr marL="457177" indent="-457177" algn="l" defTabSz="1828709" rtl="0" eaLnBrk="1" latinLnBrk="0" hangingPunct="1">
              <a:lnSpc>
                <a:spcPct val="90000"/>
              </a:lnSpc>
              <a:spcBef>
                <a:spcPts val="2000"/>
              </a:spcBef>
              <a:buFont typeface="Arial" panose="020B0604020202020204" pitchFamily="34" charset="0"/>
              <a:buChar char="•"/>
              <a:defRPr sz="4200" b="0" i="0" kern="1200">
                <a:solidFill>
                  <a:schemeClr val="tx2"/>
                </a:solidFill>
                <a:latin typeface="Oracle Sans Light" panose="020B0403020204020204" pitchFamily="34" charset="0"/>
                <a:ea typeface="+mn-ea"/>
                <a:cs typeface="Oracle Sans Light" panose="020B0403020204020204" pitchFamily="34" charset="0"/>
              </a:defRPr>
            </a:lvl1pPr>
            <a:lvl2pPr marL="1371531" indent="-457177" algn="l" defTabSz="1828709" rtl="0" eaLnBrk="1" latinLnBrk="0" hangingPunct="1">
              <a:lnSpc>
                <a:spcPct val="90000"/>
              </a:lnSpc>
              <a:spcBef>
                <a:spcPts val="1000"/>
              </a:spcBef>
              <a:buFont typeface="Arial" panose="020B0604020202020204" pitchFamily="34" charset="0"/>
              <a:buChar char="•"/>
              <a:defRPr sz="3000" b="0" i="0" kern="1200">
                <a:solidFill>
                  <a:schemeClr val="tx1"/>
                </a:solidFill>
                <a:latin typeface="Oracle Sans Light" panose="020B0403020204020204" pitchFamily="34" charset="0"/>
                <a:ea typeface="+mn-ea"/>
                <a:cs typeface="Oracle Sans Light" panose="020B0403020204020204" pitchFamily="34" charset="0"/>
              </a:defRPr>
            </a:lvl2pPr>
            <a:lvl3pPr marL="2285886" indent="-457177" algn="l" defTabSz="1828709" rtl="0" eaLnBrk="1" latinLnBrk="0" hangingPunct="1">
              <a:lnSpc>
                <a:spcPct val="90000"/>
              </a:lnSpc>
              <a:spcBef>
                <a:spcPts val="1000"/>
              </a:spcBef>
              <a:buFont typeface="Arial" panose="020B0604020202020204" pitchFamily="34" charset="0"/>
              <a:buChar char="•"/>
              <a:defRPr sz="2700" b="0" i="0" kern="1200">
                <a:solidFill>
                  <a:schemeClr val="tx1"/>
                </a:solidFill>
                <a:latin typeface="Oracle Sans Light" panose="020B0403020204020204" pitchFamily="34" charset="0"/>
                <a:ea typeface="+mn-ea"/>
                <a:cs typeface="Oracle Sans Light" panose="020B0403020204020204" pitchFamily="34" charset="0"/>
              </a:defRPr>
            </a:lvl3pPr>
            <a:lvl4pPr marL="3200240" indent="-457177" algn="l" defTabSz="1828709" rtl="0" eaLnBrk="1" latinLnBrk="0" hangingPunct="1">
              <a:lnSpc>
                <a:spcPct val="90000"/>
              </a:lnSpc>
              <a:spcBef>
                <a:spcPts val="1000"/>
              </a:spcBef>
              <a:buFont typeface="Arial" panose="020B0604020202020204" pitchFamily="34" charset="0"/>
              <a:buChar char="•"/>
              <a:defRPr sz="2400" b="0" i="0" kern="1200">
                <a:solidFill>
                  <a:schemeClr val="tx1"/>
                </a:solidFill>
                <a:latin typeface="Oracle Sans Light" panose="020B0403020204020204" pitchFamily="34" charset="0"/>
                <a:ea typeface="+mn-ea"/>
                <a:cs typeface="Oracle Sans Light" panose="020B0403020204020204" pitchFamily="34" charset="0"/>
              </a:defRPr>
            </a:lvl4pPr>
            <a:lvl5pPr marL="4114594" indent="-457177" algn="l" defTabSz="1828709" rtl="0" eaLnBrk="1" latinLnBrk="0" hangingPunct="1">
              <a:lnSpc>
                <a:spcPct val="90000"/>
              </a:lnSpc>
              <a:spcBef>
                <a:spcPts val="1000"/>
              </a:spcBef>
              <a:buFont typeface="Arial" panose="020B0604020202020204" pitchFamily="34" charset="0"/>
              <a:buChar char="•"/>
              <a:defRPr sz="2400" b="0" i="0" kern="1200">
                <a:solidFill>
                  <a:schemeClr val="tx1"/>
                </a:solidFill>
                <a:latin typeface="Oracle Sans Light" panose="020B0403020204020204" pitchFamily="34" charset="0"/>
                <a:ea typeface="+mn-ea"/>
                <a:cs typeface="Oracle Sans Light" panose="020B0403020204020204" pitchFamily="34" charset="0"/>
              </a:defRPr>
            </a:lvl5pPr>
            <a:lvl6pPr marL="5028949" indent="-457177" algn="l" defTabSz="1828709"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6pPr>
            <a:lvl7pPr marL="5943303" indent="-457177" algn="l" defTabSz="1828709"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7pPr>
            <a:lvl8pPr marL="6857657" indent="-457177" algn="l" defTabSz="1828709"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8pPr>
            <a:lvl9pPr marL="7772011" indent="-457177" algn="l" defTabSz="1828709"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9pPr>
          </a:lstStyle>
          <a:p>
            <a:pPr marL="1523953" lvl="1" indent="-609599">
              <a:spcBef>
                <a:spcPts val="3700"/>
              </a:spcBef>
              <a:defRPr sz="3600"/>
            </a:pPr>
            <a:r>
              <a:rPr lang="en-US" sz="3600" dirty="0">
                <a:solidFill>
                  <a:schemeClr val="bg1"/>
                </a:solidFill>
                <a:latin typeface="+mn-lt"/>
              </a:rPr>
              <a:t>Native calls execute code written in languages such as C or C++.</a:t>
            </a:r>
          </a:p>
          <a:p>
            <a:pPr marL="1523953" lvl="1" indent="-609599">
              <a:spcBef>
                <a:spcPts val="3700"/>
              </a:spcBef>
              <a:defRPr sz="3600"/>
            </a:pPr>
            <a:r>
              <a:rPr lang="en-US" sz="3600" dirty="0">
                <a:solidFill>
                  <a:schemeClr val="bg1"/>
                </a:solidFill>
                <a:latin typeface="+mn-lt"/>
              </a:rPr>
              <a:t>Their call state also needs stack storage. HotSpot may use the same underlying thread stack.</a:t>
            </a:r>
          </a:p>
        </p:txBody>
      </p:sp>
    </p:spTree>
    <p:extLst>
      <p:ext uri="{BB962C8B-B14F-4D97-AF65-F5344CB8AC3E}">
        <p14:creationId xmlns:p14="http://schemas.microsoft.com/office/powerpoint/2010/main" val="423152605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38">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0" end="0"/>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38" grpId="0" build="p"/>
      <p:bldP spid="3" grpId="0" build="p"/>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30147C-A9F5-2750-193B-065F06C3020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ABD3FB8-EFB9-7EC9-3B70-38F657B619E2}"/>
              </a:ext>
            </a:extLst>
          </p:cNvPr>
          <p:cNvSpPr>
            <a:spLocks noGrp="1"/>
          </p:cNvSpPr>
          <p:nvPr>
            <p:ph type="title"/>
          </p:nvPr>
        </p:nvSpPr>
        <p:spPr/>
        <p:txBody>
          <a:bodyPr/>
          <a:lstStyle/>
          <a:p>
            <a:r>
              <a:rPr lang="en-US" dirty="0"/>
              <a:t>Stack and Heap</a:t>
            </a:r>
          </a:p>
        </p:txBody>
      </p:sp>
      <p:sp>
        <p:nvSpPr>
          <p:cNvPr id="3" name="Text Placeholder 2">
            <a:extLst>
              <a:ext uri="{FF2B5EF4-FFF2-40B4-BE49-F238E27FC236}">
                <a16:creationId xmlns:a16="http://schemas.microsoft.com/office/drawing/2014/main" id="{761645BB-FC95-B90D-E7EC-1D79CE6EF3D3}"/>
              </a:ext>
            </a:extLst>
          </p:cNvPr>
          <p:cNvSpPr>
            <a:spLocks noGrp="1"/>
          </p:cNvSpPr>
          <p:nvPr>
            <p:ph type="body" sz="quarter" idx="21"/>
          </p:nvPr>
        </p:nvSpPr>
        <p:spPr>
          <a:xfrm>
            <a:off x="1206657" y="2372961"/>
            <a:ext cx="21973861" cy="9725253"/>
          </a:xfrm>
        </p:spPr>
        <p:txBody>
          <a:bodyPr/>
          <a:lstStyle/>
          <a:p>
            <a:br>
              <a:rPr lang="en-IN" dirty="0">
                <a:solidFill>
                  <a:srgbClr val="BCBEC4"/>
                </a:solidFill>
                <a:effectLst/>
              </a:rPr>
            </a:br>
            <a:r>
              <a:rPr lang="en-IN" sz="3600" dirty="0">
                <a:solidFill>
                  <a:srgbClr val="CF8E6D"/>
                </a:solidFill>
                <a:effectLst/>
              </a:rPr>
              <a:t>class </a:t>
            </a:r>
            <a:r>
              <a:rPr lang="en-IN" sz="3600" dirty="0">
                <a:solidFill>
                  <a:srgbClr val="BCBEC4"/>
                </a:solidFill>
                <a:effectLst/>
              </a:rPr>
              <a:t>Sum{</a:t>
            </a:r>
            <a:br>
              <a:rPr lang="en-IN" sz="3600" dirty="0">
                <a:solidFill>
                  <a:srgbClr val="BCBEC4"/>
                </a:solidFill>
                <a:effectLst/>
              </a:rPr>
            </a:br>
            <a:r>
              <a:rPr lang="en-IN" sz="3600" dirty="0">
                <a:solidFill>
                  <a:srgbClr val="BCBEC4"/>
                </a:solidFill>
                <a:effectLst/>
              </a:rPr>
              <a:t>    </a:t>
            </a:r>
            <a:r>
              <a:rPr lang="en-IN" sz="3600" dirty="0">
                <a:solidFill>
                  <a:srgbClr val="CF8E6D"/>
                </a:solidFill>
                <a:effectLst/>
              </a:rPr>
              <a:t>int </a:t>
            </a:r>
            <a:r>
              <a:rPr lang="en-IN" sz="3600" dirty="0">
                <a:solidFill>
                  <a:srgbClr val="C77DBB"/>
                </a:solidFill>
                <a:effectLst/>
              </a:rPr>
              <a:t>data </a:t>
            </a:r>
            <a:r>
              <a:rPr lang="en-IN" sz="3600" dirty="0">
                <a:solidFill>
                  <a:srgbClr val="BCBEC4"/>
                </a:solidFill>
                <a:effectLst/>
              </a:rPr>
              <a:t>= </a:t>
            </a:r>
            <a:r>
              <a:rPr lang="en-IN" sz="3600" dirty="0">
                <a:solidFill>
                  <a:srgbClr val="2AACB8"/>
                </a:solidFill>
                <a:effectLst/>
              </a:rPr>
              <a:t>10</a:t>
            </a:r>
            <a:r>
              <a:rPr lang="en-IN" sz="3600" dirty="0">
                <a:solidFill>
                  <a:srgbClr val="BCBEC4"/>
                </a:solidFill>
                <a:effectLst/>
              </a:rPr>
              <a:t>;</a:t>
            </a:r>
            <a:br>
              <a:rPr lang="en-IN" sz="3600" dirty="0">
                <a:solidFill>
                  <a:srgbClr val="BCBEC4"/>
                </a:solidFill>
                <a:effectLst/>
              </a:rPr>
            </a:br>
            <a:r>
              <a:rPr lang="en-IN" sz="3600" dirty="0">
                <a:solidFill>
                  <a:srgbClr val="BCBEC4"/>
                </a:solidFill>
                <a:effectLst/>
              </a:rPr>
              <a:t>    </a:t>
            </a:r>
            <a:r>
              <a:rPr lang="en-IN" sz="3600" dirty="0">
                <a:solidFill>
                  <a:srgbClr val="CF8E6D"/>
                </a:solidFill>
                <a:effectLst/>
              </a:rPr>
              <a:t>public int </a:t>
            </a:r>
            <a:r>
              <a:rPr lang="en-IN" sz="3600" dirty="0">
                <a:solidFill>
                  <a:srgbClr val="56A8F5"/>
                </a:solidFill>
                <a:effectLst/>
              </a:rPr>
              <a:t>add</a:t>
            </a:r>
            <a:r>
              <a:rPr lang="en-IN" sz="3600" dirty="0">
                <a:solidFill>
                  <a:srgbClr val="BCBEC4"/>
                </a:solidFill>
                <a:effectLst/>
              </a:rPr>
              <a:t>(</a:t>
            </a:r>
            <a:r>
              <a:rPr lang="en-IN" sz="3600" dirty="0">
                <a:solidFill>
                  <a:srgbClr val="CF8E6D"/>
                </a:solidFill>
                <a:effectLst/>
              </a:rPr>
              <a:t>int </a:t>
            </a:r>
            <a:r>
              <a:rPr lang="en-IN" sz="3600" dirty="0">
                <a:solidFill>
                  <a:srgbClr val="BCBEC4"/>
                </a:solidFill>
                <a:effectLst/>
              </a:rPr>
              <a:t>n1, </a:t>
            </a:r>
            <a:r>
              <a:rPr lang="en-IN" sz="3600" dirty="0">
                <a:solidFill>
                  <a:srgbClr val="CF8E6D"/>
                </a:solidFill>
                <a:effectLst/>
              </a:rPr>
              <a:t>int </a:t>
            </a:r>
            <a:r>
              <a:rPr lang="en-IN" sz="3600" dirty="0">
                <a:solidFill>
                  <a:srgbClr val="BCBEC4"/>
                </a:solidFill>
                <a:effectLst/>
              </a:rPr>
              <a:t>n2){</a:t>
            </a:r>
            <a:br>
              <a:rPr lang="en-IN" sz="3600" dirty="0">
                <a:solidFill>
                  <a:srgbClr val="BCBEC4"/>
                </a:solidFill>
                <a:effectLst/>
              </a:rPr>
            </a:br>
            <a:r>
              <a:rPr lang="en-IN" sz="3600" dirty="0">
                <a:solidFill>
                  <a:srgbClr val="BCBEC4"/>
                </a:solidFill>
                <a:effectLst/>
              </a:rPr>
              <a:t>        </a:t>
            </a:r>
            <a:r>
              <a:rPr lang="en-IN" sz="3600" dirty="0">
                <a:solidFill>
                  <a:srgbClr val="CF8E6D"/>
                </a:solidFill>
                <a:effectLst/>
              </a:rPr>
              <a:t>return </a:t>
            </a:r>
            <a:r>
              <a:rPr lang="en-IN" sz="3600" dirty="0">
                <a:solidFill>
                  <a:srgbClr val="BCBEC4"/>
                </a:solidFill>
                <a:effectLst/>
              </a:rPr>
              <a:t>n1+n2;</a:t>
            </a:r>
            <a:br>
              <a:rPr lang="en-IN" sz="3600" dirty="0">
                <a:solidFill>
                  <a:srgbClr val="BCBEC4"/>
                </a:solidFill>
                <a:effectLst/>
              </a:rPr>
            </a:br>
            <a:r>
              <a:rPr lang="en-IN" sz="3600" dirty="0">
                <a:solidFill>
                  <a:srgbClr val="BCBEC4"/>
                </a:solidFill>
                <a:effectLst/>
              </a:rPr>
              <a:t>    }</a:t>
            </a:r>
            <a:br>
              <a:rPr lang="en-IN" sz="3600" dirty="0">
                <a:solidFill>
                  <a:srgbClr val="BCBEC4"/>
                </a:solidFill>
                <a:effectLst/>
              </a:rPr>
            </a:br>
            <a:r>
              <a:rPr lang="en-IN" sz="3600" dirty="0">
                <a:solidFill>
                  <a:srgbClr val="BCBEC4"/>
                </a:solidFill>
                <a:effectLst/>
              </a:rPr>
              <a:t>}</a:t>
            </a:r>
            <a:br>
              <a:rPr lang="en-IN" sz="3600" dirty="0">
                <a:solidFill>
                  <a:srgbClr val="BCBEC4"/>
                </a:solidFill>
                <a:effectLst/>
              </a:rPr>
            </a:br>
            <a:br>
              <a:rPr lang="en-IN" sz="3600" dirty="0">
                <a:solidFill>
                  <a:srgbClr val="BCBEC4"/>
                </a:solidFill>
                <a:effectLst/>
              </a:rPr>
            </a:br>
            <a:r>
              <a:rPr lang="en-IN" sz="3600" dirty="0">
                <a:solidFill>
                  <a:srgbClr val="CF8E6D"/>
                </a:solidFill>
                <a:effectLst/>
              </a:rPr>
              <a:t>public class </a:t>
            </a:r>
            <a:r>
              <a:rPr lang="en-IN" sz="3600" dirty="0">
                <a:solidFill>
                  <a:srgbClr val="BCBEC4"/>
                </a:solidFill>
                <a:effectLst/>
              </a:rPr>
              <a:t>Demo {</a:t>
            </a:r>
            <a:br>
              <a:rPr lang="en-IN" sz="3600" dirty="0">
                <a:solidFill>
                  <a:srgbClr val="BCBEC4"/>
                </a:solidFill>
                <a:effectLst/>
              </a:rPr>
            </a:br>
            <a:r>
              <a:rPr lang="en-IN" sz="3600" dirty="0">
                <a:solidFill>
                  <a:srgbClr val="BCBEC4"/>
                </a:solidFill>
                <a:effectLst/>
              </a:rPr>
              <a:t>    </a:t>
            </a:r>
            <a:r>
              <a:rPr lang="en-IN" sz="3600" dirty="0">
                <a:solidFill>
                  <a:srgbClr val="CF8E6D"/>
                </a:solidFill>
                <a:effectLst/>
              </a:rPr>
              <a:t>public static void </a:t>
            </a:r>
            <a:r>
              <a:rPr lang="en-IN" sz="3600" dirty="0">
                <a:solidFill>
                  <a:srgbClr val="56A8F5"/>
                </a:solidFill>
                <a:effectLst/>
              </a:rPr>
              <a:t>main</a:t>
            </a:r>
            <a:r>
              <a:rPr lang="en-IN" sz="3600" dirty="0">
                <a:solidFill>
                  <a:srgbClr val="BCBEC4"/>
                </a:solidFill>
                <a:effectLst/>
              </a:rPr>
              <a:t>(String[] </a:t>
            </a:r>
            <a:r>
              <a:rPr lang="en-IN" sz="3600" dirty="0" err="1">
                <a:solidFill>
                  <a:srgbClr val="BCBEC4"/>
                </a:solidFill>
                <a:effectLst/>
              </a:rPr>
              <a:t>args</a:t>
            </a:r>
            <a:r>
              <a:rPr lang="en-IN" sz="3600" dirty="0">
                <a:solidFill>
                  <a:srgbClr val="BCBEC4"/>
                </a:solidFill>
                <a:effectLst/>
              </a:rPr>
              <a:t>) {</a:t>
            </a:r>
            <a:br>
              <a:rPr lang="en-IN" sz="3600" dirty="0">
                <a:solidFill>
                  <a:srgbClr val="BCBEC4"/>
                </a:solidFill>
                <a:effectLst/>
              </a:rPr>
            </a:br>
            <a:r>
              <a:rPr lang="en-IN" sz="3600" dirty="0">
                <a:solidFill>
                  <a:srgbClr val="BCBEC4"/>
                </a:solidFill>
                <a:effectLst/>
              </a:rPr>
              <a:t>        </a:t>
            </a:r>
            <a:r>
              <a:rPr lang="en-IN" sz="3600" dirty="0">
                <a:solidFill>
                  <a:srgbClr val="CF8E6D"/>
                </a:solidFill>
                <a:effectLst/>
              </a:rPr>
              <a:t>int </a:t>
            </a:r>
            <a:r>
              <a:rPr lang="en-IN" sz="3600" dirty="0" err="1">
                <a:solidFill>
                  <a:srgbClr val="BCBEC4"/>
                </a:solidFill>
                <a:effectLst/>
              </a:rPr>
              <a:t>val</a:t>
            </a:r>
            <a:r>
              <a:rPr lang="en-IN" sz="3600" dirty="0">
                <a:solidFill>
                  <a:srgbClr val="BCBEC4"/>
                </a:solidFill>
                <a:effectLst/>
              </a:rPr>
              <a:t> = </a:t>
            </a:r>
            <a:r>
              <a:rPr lang="en-IN" sz="3600" dirty="0">
                <a:solidFill>
                  <a:srgbClr val="2AACB8"/>
                </a:solidFill>
              </a:rPr>
              <a:t>6</a:t>
            </a:r>
            <a:r>
              <a:rPr lang="en-IN" sz="3600" dirty="0">
                <a:solidFill>
                  <a:srgbClr val="BCBEC4"/>
                </a:solidFill>
                <a:effectLst/>
              </a:rPr>
              <a:t>;</a:t>
            </a:r>
            <a:br>
              <a:rPr lang="en-IN" sz="3600" dirty="0">
                <a:solidFill>
                  <a:srgbClr val="BCBEC4"/>
                </a:solidFill>
                <a:effectLst/>
              </a:rPr>
            </a:br>
            <a:r>
              <a:rPr lang="en-IN" sz="3600" dirty="0">
                <a:solidFill>
                  <a:srgbClr val="BCBEC4"/>
                </a:solidFill>
                <a:effectLst/>
              </a:rPr>
              <a:t>        Sum sum = </a:t>
            </a:r>
            <a:r>
              <a:rPr lang="en-IN" sz="3600" dirty="0">
                <a:solidFill>
                  <a:srgbClr val="CF8E6D"/>
                </a:solidFill>
                <a:effectLst/>
              </a:rPr>
              <a:t>new </a:t>
            </a:r>
            <a:r>
              <a:rPr lang="en-IN" sz="3600" dirty="0">
                <a:solidFill>
                  <a:srgbClr val="BCBEC4"/>
                </a:solidFill>
                <a:effectLst/>
              </a:rPr>
              <a:t>Sum();</a:t>
            </a:r>
            <a:br>
              <a:rPr lang="en-IN" sz="3600" dirty="0">
                <a:solidFill>
                  <a:srgbClr val="BCBEC4"/>
                </a:solidFill>
                <a:effectLst/>
              </a:rPr>
            </a:br>
            <a:r>
              <a:rPr lang="en-IN" sz="3600" dirty="0">
                <a:solidFill>
                  <a:srgbClr val="BCBEC4"/>
                </a:solidFill>
                <a:effectLst/>
              </a:rPr>
              <a:t>        </a:t>
            </a:r>
            <a:r>
              <a:rPr lang="en-IN" sz="3600" dirty="0">
                <a:solidFill>
                  <a:srgbClr val="CF8E6D"/>
                </a:solidFill>
                <a:effectLst/>
              </a:rPr>
              <a:t>int </a:t>
            </a:r>
            <a:r>
              <a:rPr lang="en-IN" sz="3600" dirty="0">
                <a:solidFill>
                  <a:srgbClr val="BCBEC4"/>
                </a:solidFill>
                <a:effectLst/>
              </a:rPr>
              <a:t>output = </a:t>
            </a:r>
            <a:r>
              <a:rPr lang="en-IN" sz="3600" dirty="0" err="1">
                <a:solidFill>
                  <a:srgbClr val="BCBEC4"/>
                </a:solidFill>
                <a:effectLst/>
              </a:rPr>
              <a:t>sum.add</a:t>
            </a:r>
            <a:r>
              <a:rPr lang="en-IN" sz="3600" dirty="0">
                <a:solidFill>
                  <a:srgbClr val="BCBEC4"/>
                </a:solidFill>
                <a:effectLst/>
              </a:rPr>
              <a:t>(</a:t>
            </a:r>
            <a:r>
              <a:rPr lang="en-IN" sz="3600" dirty="0">
                <a:solidFill>
                  <a:srgbClr val="2AACB8"/>
                </a:solidFill>
                <a:effectLst/>
              </a:rPr>
              <a:t>2</a:t>
            </a:r>
            <a:r>
              <a:rPr lang="en-IN" sz="3600" dirty="0">
                <a:solidFill>
                  <a:srgbClr val="BCBEC4"/>
                </a:solidFill>
                <a:effectLst/>
              </a:rPr>
              <a:t>, </a:t>
            </a:r>
            <a:r>
              <a:rPr lang="en-IN" sz="3600" dirty="0">
                <a:solidFill>
                  <a:srgbClr val="2AACB8"/>
                </a:solidFill>
                <a:effectLst/>
              </a:rPr>
              <a:t>3</a:t>
            </a:r>
            <a:r>
              <a:rPr lang="en-IN" sz="3600" dirty="0">
                <a:solidFill>
                  <a:srgbClr val="BCBEC4"/>
                </a:solidFill>
                <a:effectLst/>
              </a:rPr>
              <a:t>);</a:t>
            </a:r>
            <a:br>
              <a:rPr lang="en-IN" sz="3600" dirty="0">
                <a:solidFill>
                  <a:srgbClr val="BCBEC4"/>
                </a:solidFill>
                <a:effectLst/>
              </a:rPr>
            </a:br>
            <a:r>
              <a:rPr lang="en-IN" sz="3600" dirty="0">
                <a:solidFill>
                  <a:srgbClr val="BCBEC4"/>
                </a:solidFill>
                <a:effectLst/>
              </a:rPr>
              <a:t>        </a:t>
            </a:r>
            <a:r>
              <a:rPr lang="en-IN" sz="3600" dirty="0" err="1">
                <a:solidFill>
                  <a:srgbClr val="BCBEC4"/>
                </a:solidFill>
                <a:effectLst/>
              </a:rPr>
              <a:t>System.</a:t>
            </a:r>
            <a:r>
              <a:rPr lang="en-IN" sz="3600" i="1" dirty="0" err="1">
                <a:solidFill>
                  <a:srgbClr val="C77DBB"/>
                </a:solidFill>
                <a:effectLst/>
              </a:rPr>
              <a:t>out</a:t>
            </a:r>
            <a:r>
              <a:rPr lang="en-IN" sz="3600" dirty="0" err="1">
                <a:solidFill>
                  <a:srgbClr val="BCBEC4"/>
                </a:solidFill>
                <a:effectLst/>
              </a:rPr>
              <a:t>.println</a:t>
            </a:r>
            <a:r>
              <a:rPr lang="en-IN" sz="3600" dirty="0">
                <a:solidFill>
                  <a:srgbClr val="BCBEC4"/>
                </a:solidFill>
                <a:effectLst/>
              </a:rPr>
              <a:t>(output);</a:t>
            </a:r>
            <a:br>
              <a:rPr lang="en-IN" sz="3600" dirty="0">
                <a:solidFill>
                  <a:srgbClr val="BCBEC4"/>
                </a:solidFill>
                <a:effectLst/>
              </a:rPr>
            </a:br>
            <a:r>
              <a:rPr lang="en-IN" sz="3600" dirty="0">
                <a:solidFill>
                  <a:srgbClr val="BCBEC4"/>
                </a:solidFill>
                <a:effectLst/>
              </a:rPr>
              <a:t>    }</a:t>
            </a:r>
            <a:br>
              <a:rPr lang="en-IN" sz="3600" dirty="0">
                <a:solidFill>
                  <a:srgbClr val="BCBEC4"/>
                </a:solidFill>
                <a:effectLst/>
              </a:rPr>
            </a:br>
            <a:r>
              <a:rPr lang="en-IN" sz="3600" dirty="0">
                <a:solidFill>
                  <a:srgbClr val="BCBEC4"/>
                </a:solidFill>
                <a:effectLst/>
              </a:rPr>
              <a:t>}</a:t>
            </a:r>
          </a:p>
          <a:p>
            <a:br>
              <a:rPr lang="en-IN" dirty="0">
                <a:solidFill>
                  <a:srgbClr val="BCBEC4"/>
                </a:solidFill>
                <a:effectLst/>
              </a:rPr>
            </a:br>
            <a:endParaRPr lang="en-IN" dirty="0">
              <a:solidFill>
                <a:srgbClr val="BCBEC4"/>
              </a:solidFill>
              <a:effectLst/>
            </a:endParaRPr>
          </a:p>
          <a:p>
            <a:endParaRPr lang="en-US" dirty="0"/>
          </a:p>
        </p:txBody>
      </p:sp>
      <p:sp>
        <p:nvSpPr>
          <p:cNvPr id="4" name="Text Placeholder 3">
            <a:extLst>
              <a:ext uri="{FF2B5EF4-FFF2-40B4-BE49-F238E27FC236}">
                <a16:creationId xmlns:a16="http://schemas.microsoft.com/office/drawing/2014/main" id="{3956FD47-9C05-F5D7-E88F-D006C03F0143}"/>
              </a:ext>
            </a:extLst>
          </p:cNvPr>
          <p:cNvSpPr>
            <a:spLocks noGrp="1"/>
          </p:cNvSpPr>
          <p:nvPr>
            <p:ph type="body" idx="1"/>
          </p:nvPr>
        </p:nvSpPr>
        <p:spPr/>
        <p:txBody>
          <a:bodyPr/>
          <a:lstStyle/>
          <a:p>
            <a:endParaRPr lang="en-US"/>
          </a:p>
        </p:txBody>
      </p:sp>
      <p:sp>
        <p:nvSpPr>
          <p:cNvPr id="5" name="Slide Number Placeholder 4">
            <a:extLst>
              <a:ext uri="{FF2B5EF4-FFF2-40B4-BE49-F238E27FC236}">
                <a16:creationId xmlns:a16="http://schemas.microsoft.com/office/drawing/2014/main" id="{2C9F79B1-CFD2-7B39-218B-56248C0F573C}"/>
              </a:ext>
            </a:extLst>
          </p:cNvPr>
          <p:cNvSpPr>
            <a:spLocks noGrp="1"/>
          </p:cNvSpPr>
          <p:nvPr>
            <p:ph type="sldNum" sz="quarter" idx="2"/>
          </p:nvPr>
        </p:nvSpPr>
        <p:spPr/>
        <p:txBody>
          <a:bodyPr/>
          <a:lstStyle/>
          <a:p>
            <a:fld id="{86CB4B4D-7CA3-9044-876B-883B54F8677D}" type="slidenum">
              <a:rPr lang="en-IN" smtClean="0"/>
              <a:t>8</a:t>
            </a:fld>
            <a:endParaRPr lang="en-IN"/>
          </a:p>
        </p:txBody>
      </p:sp>
      <p:graphicFrame>
        <p:nvGraphicFramePr>
          <p:cNvPr id="9" name="Table 8">
            <a:extLst>
              <a:ext uri="{FF2B5EF4-FFF2-40B4-BE49-F238E27FC236}">
                <a16:creationId xmlns:a16="http://schemas.microsoft.com/office/drawing/2014/main" id="{DC19CF55-9BBA-485B-49F9-DE894174D48E}"/>
              </a:ext>
            </a:extLst>
          </p:cNvPr>
          <p:cNvGraphicFramePr>
            <a:graphicFrameLocks noGrp="1"/>
          </p:cNvGraphicFramePr>
          <p:nvPr/>
        </p:nvGraphicFramePr>
        <p:xfrm>
          <a:off x="10447443" y="7801149"/>
          <a:ext cx="8508771" cy="5563159"/>
        </p:xfrm>
        <a:graphic>
          <a:graphicData uri="http://schemas.openxmlformats.org/drawingml/2006/table">
            <a:tbl>
              <a:tblPr firstRow="1" bandRow="1">
                <a:tableStyleId>{5C22544A-7EE6-4342-B048-85BDC9FD1C3A}</a:tableStyleId>
              </a:tblPr>
              <a:tblGrid>
                <a:gridCol w="1896957">
                  <a:extLst>
                    <a:ext uri="{9D8B030D-6E8A-4147-A177-3AD203B41FA5}">
                      <a16:colId xmlns:a16="http://schemas.microsoft.com/office/drawing/2014/main" val="865632030"/>
                    </a:ext>
                  </a:extLst>
                </a:gridCol>
                <a:gridCol w="2145323">
                  <a:extLst>
                    <a:ext uri="{9D8B030D-6E8A-4147-A177-3AD203B41FA5}">
                      <a16:colId xmlns:a16="http://schemas.microsoft.com/office/drawing/2014/main" val="492581011"/>
                    </a:ext>
                  </a:extLst>
                </a:gridCol>
                <a:gridCol w="1899139">
                  <a:extLst>
                    <a:ext uri="{9D8B030D-6E8A-4147-A177-3AD203B41FA5}">
                      <a16:colId xmlns:a16="http://schemas.microsoft.com/office/drawing/2014/main" val="436028993"/>
                    </a:ext>
                  </a:extLst>
                </a:gridCol>
                <a:gridCol w="2567352">
                  <a:extLst>
                    <a:ext uri="{9D8B030D-6E8A-4147-A177-3AD203B41FA5}">
                      <a16:colId xmlns:a16="http://schemas.microsoft.com/office/drawing/2014/main" val="2084248768"/>
                    </a:ext>
                  </a:extLst>
                </a:gridCol>
              </a:tblGrid>
              <a:tr h="1182970">
                <a:tc gridSpan="2">
                  <a:txBody>
                    <a:bodyPr/>
                    <a:lstStyle/>
                    <a:p>
                      <a:pPr algn="ctr"/>
                      <a:r>
                        <a:rPr lang="en-US" dirty="0"/>
                        <a:t>main()</a:t>
                      </a:r>
                    </a:p>
                  </a:txBody>
                  <a:tcPr/>
                </a:tc>
                <a:tc hMerge="1">
                  <a:txBody>
                    <a:bodyPr/>
                    <a:lstStyle/>
                    <a:p>
                      <a:pPr algn="ctr"/>
                      <a:endParaRPr lang="en-US" dirty="0"/>
                    </a:p>
                  </a:txBody>
                  <a:tcPr/>
                </a:tc>
                <a:tc gridSpan="2">
                  <a:txBody>
                    <a:bodyPr/>
                    <a:lstStyle/>
                    <a:p>
                      <a:pPr algn="ctr"/>
                      <a:r>
                        <a:rPr lang="en-US" dirty="0"/>
                        <a:t>add()</a:t>
                      </a:r>
                    </a:p>
                  </a:txBody>
                  <a:tcPr/>
                </a:tc>
                <a:tc hMerge="1">
                  <a:txBody>
                    <a:bodyPr/>
                    <a:lstStyle/>
                    <a:p>
                      <a:endParaRPr lang="en-US" dirty="0"/>
                    </a:p>
                  </a:txBody>
                  <a:tcPr/>
                </a:tc>
                <a:extLst>
                  <a:ext uri="{0D108BD9-81ED-4DB2-BD59-A6C34878D82A}">
                    <a16:rowId xmlns:a16="http://schemas.microsoft.com/office/drawing/2014/main" val="2079158446"/>
                  </a:ext>
                </a:extLst>
              </a:tr>
              <a:tr h="1182970">
                <a:tc>
                  <a:txBody>
                    <a:bodyPr/>
                    <a:lstStyle/>
                    <a:p>
                      <a:endParaRPr lang="en-US" dirty="0"/>
                    </a:p>
                  </a:txBody>
                  <a:tcPr/>
                </a:tc>
                <a:tc>
                  <a:txBody>
                    <a:bodyPr/>
                    <a:lstStyle/>
                    <a:p>
                      <a:endParaRPr lang="en-US" dirty="0"/>
                    </a:p>
                  </a:txBody>
                  <a:tcPr>
                    <a:noFill/>
                  </a:tcPr>
                </a:tc>
                <a:tc>
                  <a:txBody>
                    <a:bodyPr/>
                    <a:lstStyle/>
                    <a:p>
                      <a:endParaRPr lang="en-US" dirty="0"/>
                    </a:p>
                  </a:txBody>
                  <a:tcPr/>
                </a:tc>
                <a:tc>
                  <a:txBody>
                    <a:bodyPr/>
                    <a:lstStyle/>
                    <a:p>
                      <a:endParaRPr lang="en-US" dirty="0"/>
                    </a:p>
                  </a:txBody>
                  <a:tcPr>
                    <a:noFill/>
                  </a:tcPr>
                </a:tc>
                <a:extLst>
                  <a:ext uri="{0D108BD9-81ED-4DB2-BD59-A6C34878D82A}">
                    <a16:rowId xmlns:a16="http://schemas.microsoft.com/office/drawing/2014/main" val="3839303895"/>
                  </a:ext>
                </a:extLst>
              </a:tr>
              <a:tr h="1182970">
                <a:tc>
                  <a:txBody>
                    <a:bodyPr/>
                    <a:lstStyle/>
                    <a:p>
                      <a:r>
                        <a:rPr lang="en-US" dirty="0">
                          <a:solidFill>
                            <a:schemeClr val="tx1"/>
                          </a:solidFill>
                        </a:rPr>
                        <a:t>output</a:t>
                      </a:r>
                    </a:p>
                  </a:txBody>
                  <a:tcPr/>
                </a:tc>
                <a:tc>
                  <a:txBody>
                    <a:bodyPr/>
                    <a:lstStyle/>
                    <a:p>
                      <a:endParaRPr/>
                    </a:p>
                  </a:txBody>
                  <a:tcPr>
                    <a:noFill/>
                  </a:tcPr>
                </a:tc>
                <a:tc>
                  <a:txBody>
                    <a:bodyPr/>
                    <a:lstStyle/>
                    <a:p>
                      <a:endParaRPr lang="en-US" dirty="0"/>
                    </a:p>
                  </a:txBody>
                  <a:tcPr/>
                </a:tc>
                <a:tc>
                  <a:txBody>
                    <a:bodyPr/>
                    <a:lstStyle/>
                    <a:p>
                      <a:endParaRPr lang="en-US" dirty="0"/>
                    </a:p>
                  </a:txBody>
                  <a:tcPr>
                    <a:noFill/>
                  </a:tcPr>
                </a:tc>
                <a:extLst>
                  <a:ext uri="{0D108BD9-81ED-4DB2-BD59-A6C34878D82A}">
                    <a16:rowId xmlns:a16="http://schemas.microsoft.com/office/drawing/2014/main" val="2500412025"/>
                  </a:ext>
                </a:extLst>
              </a:tr>
              <a:tr h="1182970">
                <a:tc>
                  <a:txBody>
                    <a:bodyPr/>
                    <a:lstStyle/>
                    <a:p>
                      <a:r>
                        <a:rPr lang="en-US" dirty="0">
                          <a:solidFill>
                            <a:schemeClr val="tx1"/>
                          </a:solidFill>
                        </a:rPr>
                        <a:t>sum</a:t>
                      </a:r>
                    </a:p>
                  </a:txBody>
                  <a:tcPr/>
                </a:tc>
                <a:tc>
                  <a:txBody>
                    <a:bodyPr/>
                    <a:lstStyle/>
                    <a:p>
                      <a:r>
                        <a:rPr lang="en-US" dirty="0">
                          <a:solidFill>
                            <a:srgbClr val="FFC000"/>
                          </a:solidFill>
                        </a:rPr>
                        <a:t>200</a:t>
                      </a:r>
                    </a:p>
                  </a:txBody>
                  <a:tcPr>
                    <a:noFill/>
                  </a:tcPr>
                </a:tc>
                <a:tc>
                  <a:txBody>
                    <a:bodyPr/>
                    <a:lstStyle/>
                    <a:p>
                      <a:r>
                        <a:rPr lang="en-US" dirty="0">
                          <a:solidFill>
                            <a:schemeClr val="tx1"/>
                          </a:solidFill>
                        </a:rPr>
                        <a:t>n2</a:t>
                      </a:r>
                    </a:p>
                  </a:txBody>
                  <a:tcPr/>
                </a:tc>
                <a:tc>
                  <a:txBody>
                    <a:bodyPr/>
                    <a:lstStyle/>
                    <a:p>
                      <a:r>
                        <a:rPr lang="en-US" dirty="0">
                          <a:solidFill>
                            <a:schemeClr val="bg1"/>
                          </a:solidFill>
                        </a:rPr>
                        <a:t>3</a:t>
                      </a:r>
                    </a:p>
                  </a:txBody>
                  <a:tcPr>
                    <a:noFill/>
                  </a:tcPr>
                </a:tc>
                <a:extLst>
                  <a:ext uri="{0D108BD9-81ED-4DB2-BD59-A6C34878D82A}">
                    <a16:rowId xmlns:a16="http://schemas.microsoft.com/office/drawing/2014/main" val="3115847295"/>
                  </a:ext>
                </a:extLst>
              </a:tr>
              <a:tr h="831279">
                <a:tc>
                  <a:txBody>
                    <a:bodyPr/>
                    <a:lstStyle/>
                    <a:p>
                      <a:r>
                        <a:rPr lang="en-US" dirty="0" err="1">
                          <a:solidFill>
                            <a:schemeClr val="tx1"/>
                          </a:solidFill>
                        </a:rPr>
                        <a:t>val</a:t>
                      </a:r>
                      <a:endParaRPr lang="en-US" dirty="0">
                        <a:solidFill>
                          <a:schemeClr val="tx1"/>
                        </a:solidFill>
                      </a:endParaRPr>
                    </a:p>
                  </a:txBody>
                  <a:tcPr/>
                </a:tc>
                <a:tc>
                  <a:txBody>
                    <a:bodyPr/>
                    <a:lstStyle/>
                    <a:p>
                      <a:r>
                        <a:rPr lang="en-US" dirty="0">
                          <a:solidFill>
                            <a:schemeClr val="bg1"/>
                          </a:solidFill>
                        </a:rPr>
                        <a:t>6</a:t>
                      </a:r>
                    </a:p>
                  </a:txBody>
                  <a:tcPr>
                    <a:noFill/>
                  </a:tcPr>
                </a:tc>
                <a:tc>
                  <a:txBody>
                    <a:bodyPr/>
                    <a:lstStyle/>
                    <a:p>
                      <a:r>
                        <a:rPr lang="en-US" dirty="0">
                          <a:solidFill>
                            <a:schemeClr val="tx1"/>
                          </a:solidFill>
                        </a:rPr>
                        <a:t>n1</a:t>
                      </a:r>
                    </a:p>
                  </a:txBody>
                  <a:tcPr/>
                </a:tc>
                <a:tc>
                  <a:txBody>
                    <a:bodyPr/>
                    <a:lstStyle/>
                    <a:p>
                      <a:r>
                        <a:rPr lang="en-US" dirty="0">
                          <a:solidFill>
                            <a:schemeClr val="bg1"/>
                          </a:solidFill>
                        </a:rPr>
                        <a:t>2</a:t>
                      </a:r>
                    </a:p>
                  </a:txBody>
                  <a:tcPr>
                    <a:noFill/>
                  </a:tcPr>
                </a:tc>
                <a:extLst>
                  <a:ext uri="{0D108BD9-81ED-4DB2-BD59-A6C34878D82A}">
                    <a16:rowId xmlns:a16="http://schemas.microsoft.com/office/drawing/2014/main" val="1008105981"/>
                  </a:ext>
                </a:extLst>
              </a:tr>
            </a:tbl>
          </a:graphicData>
        </a:graphic>
      </p:graphicFrame>
      <p:sp>
        <p:nvSpPr>
          <p:cNvPr id="10" name="TextBox 9">
            <a:extLst>
              <a:ext uri="{FF2B5EF4-FFF2-40B4-BE49-F238E27FC236}">
                <a16:creationId xmlns:a16="http://schemas.microsoft.com/office/drawing/2014/main" id="{9AD5B100-4A9E-D3E6-3212-E86D22F97903}"/>
              </a:ext>
            </a:extLst>
          </p:cNvPr>
          <p:cNvSpPr txBox="1"/>
          <p:nvPr/>
        </p:nvSpPr>
        <p:spPr>
          <a:xfrm>
            <a:off x="14130198" y="7159663"/>
            <a:ext cx="1309974" cy="646331"/>
          </a:xfrm>
          <a:prstGeom prst="rect">
            <a:avLst/>
          </a:prstGeom>
          <a:noFill/>
        </p:spPr>
        <p:txBody>
          <a:bodyPr wrap="none" rtlCol="0">
            <a:spAutoFit/>
          </a:bodyPr>
          <a:lstStyle/>
          <a:p>
            <a:r>
              <a:rPr lang="en-US" sz="3600" b="1" dirty="0">
                <a:solidFill>
                  <a:schemeClr val="bg1"/>
                </a:solidFill>
              </a:rPr>
              <a:t>Stack</a:t>
            </a:r>
            <a:endParaRPr lang="en-US" b="1" dirty="0">
              <a:solidFill>
                <a:schemeClr val="bg1"/>
              </a:solidFill>
            </a:endParaRPr>
          </a:p>
        </p:txBody>
      </p:sp>
      <p:sp>
        <p:nvSpPr>
          <p:cNvPr id="11" name="Cloud 10">
            <a:extLst>
              <a:ext uri="{FF2B5EF4-FFF2-40B4-BE49-F238E27FC236}">
                <a16:creationId xmlns:a16="http://schemas.microsoft.com/office/drawing/2014/main" id="{D27FB16D-8552-0177-817A-812E96738D71}"/>
              </a:ext>
            </a:extLst>
          </p:cNvPr>
          <p:cNvSpPr/>
          <p:nvPr/>
        </p:nvSpPr>
        <p:spPr>
          <a:xfrm>
            <a:off x="13156179" y="728311"/>
            <a:ext cx="9844986" cy="5914847"/>
          </a:xfrm>
          <a:prstGeom prst="cloud">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12" name="Table 11">
            <a:extLst>
              <a:ext uri="{FF2B5EF4-FFF2-40B4-BE49-F238E27FC236}">
                <a16:creationId xmlns:a16="http://schemas.microsoft.com/office/drawing/2014/main" id="{13FA037E-840C-26B8-3BAD-B6D62A49D794}"/>
              </a:ext>
            </a:extLst>
          </p:cNvPr>
          <p:cNvGraphicFramePr>
            <a:graphicFrameLocks noGrp="1"/>
          </p:cNvGraphicFramePr>
          <p:nvPr/>
        </p:nvGraphicFramePr>
        <p:xfrm>
          <a:off x="15468354" y="1952689"/>
          <a:ext cx="3487861" cy="2935836"/>
        </p:xfrm>
        <a:graphic>
          <a:graphicData uri="http://schemas.openxmlformats.org/drawingml/2006/table">
            <a:tbl>
              <a:tblPr firstRow="1" bandRow="1">
                <a:tableStyleId>{5C22544A-7EE6-4342-B048-85BDC9FD1C3A}</a:tableStyleId>
              </a:tblPr>
              <a:tblGrid>
                <a:gridCol w="3487861">
                  <a:extLst>
                    <a:ext uri="{9D8B030D-6E8A-4147-A177-3AD203B41FA5}">
                      <a16:colId xmlns:a16="http://schemas.microsoft.com/office/drawing/2014/main" val="3954079272"/>
                    </a:ext>
                  </a:extLst>
                </a:gridCol>
              </a:tblGrid>
              <a:tr h="733959">
                <a:tc>
                  <a:txBody>
                    <a:bodyPr/>
                    <a:lstStyle/>
                    <a:p>
                      <a:r>
                        <a:rPr lang="en-US" b="0" dirty="0">
                          <a:solidFill>
                            <a:schemeClr val="tx1"/>
                          </a:solidFill>
                        </a:rPr>
                        <a:t>data = 10</a:t>
                      </a:r>
                    </a:p>
                  </a:txBody>
                  <a:tcPr>
                    <a:solidFill>
                      <a:schemeClr val="accent1">
                        <a:tint val="40000"/>
                      </a:schemeClr>
                    </a:solidFill>
                  </a:tcPr>
                </a:tc>
                <a:extLst>
                  <a:ext uri="{0D108BD9-81ED-4DB2-BD59-A6C34878D82A}">
                    <a16:rowId xmlns:a16="http://schemas.microsoft.com/office/drawing/2014/main" val="1226955868"/>
                  </a:ext>
                </a:extLst>
              </a:tr>
              <a:tr h="733959">
                <a:tc>
                  <a:txBody>
                    <a:bodyPr/>
                    <a:lstStyle/>
                    <a:p>
                      <a:endParaRPr/>
                    </a:p>
                  </a:txBody>
                  <a:tcPr>
                    <a:solidFill>
                      <a:schemeClr val="accent1">
                        <a:tint val="40000"/>
                      </a:schemeClr>
                    </a:solidFill>
                  </a:tcPr>
                </a:tc>
                <a:extLst>
                  <a:ext uri="{0D108BD9-81ED-4DB2-BD59-A6C34878D82A}">
                    <a16:rowId xmlns:a16="http://schemas.microsoft.com/office/drawing/2014/main" val="2195806590"/>
                  </a:ext>
                </a:extLst>
              </a:tr>
              <a:tr h="733959">
                <a:tc>
                  <a:txBody>
                    <a:bodyPr/>
                    <a:lstStyle/>
                    <a:p>
                      <a:endParaRPr lang="en-US" dirty="0"/>
                    </a:p>
                  </a:txBody>
                  <a:tcPr>
                    <a:solidFill>
                      <a:schemeClr val="accent1">
                        <a:tint val="40000"/>
                      </a:schemeClr>
                    </a:solidFill>
                  </a:tcPr>
                </a:tc>
                <a:extLst>
                  <a:ext uri="{0D108BD9-81ED-4DB2-BD59-A6C34878D82A}">
                    <a16:rowId xmlns:a16="http://schemas.microsoft.com/office/drawing/2014/main" val="1208540808"/>
                  </a:ext>
                </a:extLst>
              </a:tr>
              <a:tr h="733959">
                <a:tc>
                  <a:txBody>
                    <a:bodyPr/>
                    <a:lstStyle/>
                    <a:p>
                      <a:endParaRPr lang="en-US" dirty="0"/>
                    </a:p>
                  </a:txBody>
                  <a:tcPr>
                    <a:solidFill>
                      <a:schemeClr val="accent1">
                        <a:tint val="40000"/>
                      </a:schemeClr>
                    </a:solidFill>
                  </a:tcPr>
                </a:tc>
                <a:extLst>
                  <a:ext uri="{0D108BD9-81ED-4DB2-BD59-A6C34878D82A}">
                    <a16:rowId xmlns:a16="http://schemas.microsoft.com/office/drawing/2014/main" val="1515442298"/>
                  </a:ext>
                </a:extLst>
              </a:tr>
            </a:tbl>
          </a:graphicData>
        </a:graphic>
      </p:graphicFrame>
      <p:sp>
        <p:nvSpPr>
          <p:cNvPr id="13" name="TextBox 12">
            <a:extLst>
              <a:ext uri="{FF2B5EF4-FFF2-40B4-BE49-F238E27FC236}">
                <a16:creationId xmlns:a16="http://schemas.microsoft.com/office/drawing/2014/main" id="{98979FD6-91D0-702F-E960-B758EEB63132}"/>
              </a:ext>
            </a:extLst>
          </p:cNvPr>
          <p:cNvSpPr txBox="1"/>
          <p:nvPr/>
        </p:nvSpPr>
        <p:spPr>
          <a:xfrm>
            <a:off x="18539161" y="6009328"/>
            <a:ext cx="1301959" cy="646331"/>
          </a:xfrm>
          <a:prstGeom prst="rect">
            <a:avLst/>
          </a:prstGeom>
          <a:noFill/>
        </p:spPr>
        <p:txBody>
          <a:bodyPr wrap="none" rtlCol="0">
            <a:spAutoFit/>
          </a:bodyPr>
          <a:lstStyle/>
          <a:p>
            <a:r>
              <a:rPr lang="en-US" sz="3600" b="1" dirty="0">
                <a:solidFill>
                  <a:schemeClr val="bg1"/>
                </a:solidFill>
              </a:rPr>
              <a:t>Heap</a:t>
            </a:r>
            <a:endParaRPr lang="en-US" b="1" dirty="0">
              <a:solidFill>
                <a:schemeClr val="bg1"/>
              </a:solidFill>
            </a:endParaRPr>
          </a:p>
        </p:txBody>
      </p:sp>
      <p:sp>
        <p:nvSpPr>
          <p:cNvPr id="14" name="TextBox 13">
            <a:extLst>
              <a:ext uri="{FF2B5EF4-FFF2-40B4-BE49-F238E27FC236}">
                <a16:creationId xmlns:a16="http://schemas.microsoft.com/office/drawing/2014/main" id="{01836DCB-CB5C-770F-ACF5-E2300E5D0BA1}"/>
              </a:ext>
            </a:extLst>
          </p:cNvPr>
          <p:cNvSpPr txBox="1"/>
          <p:nvPr/>
        </p:nvSpPr>
        <p:spPr>
          <a:xfrm>
            <a:off x="16335966" y="4888679"/>
            <a:ext cx="1185706" cy="584775"/>
          </a:xfrm>
          <a:prstGeom prst="rect">
            <a:avLst/>
          </a:prstGeom>
          <a:noFill/>
        </p:spPr>
        <p:txBody>
          <a:bodyPr wrap="square" rtlCol="0">
            <a:spAutoFit/>
          </a:bodyPr>
          <a:lstStyle/>
          <a:p>
            <a:r>
              <a:rPr lang="en-US" sz="3200" dirty="0">
                <a:solidFill>
                  <a:srgbClr val="FFC000"/>
                </a:solidFill>
              </a:rPr>
              <a:t>200</a:t>
            </a:r>
            <a:endParaRPr lang="en-US" dirty="0">
              <a:solidFill>
                <a:srgbClr val="FFC000"/>
              </a:solidFill>
            </a:endParaRPr>
          </a:p>
        </p:txBody>
      </p:sp>
      <p:sp>
        <p:nvSpPr>
          <p:cNvPr id="16" name="Freeform 15">
            <a:extLst>
              <a:ext uri="{FF2B5EF4-FFF2-40B4-BE49-F238E27FC236}">
                <a16:creationId xmlns:a16="http://schemas.microsoft.com/office/drawing/2014/main" id="{2BD7C340-8CC9-B57A-4A3A-93EF93D783A2}"/>
              </a:ext>
            </a:extLst>
          </p:cNvPr>
          <p:cNvSpPr/>
          <p:nvPr/>
        </p:nvSpPr>
        <p:spPr>
          <a:xfrm rot="182332">
            <a:off x="13364308" y="5308797"/>
            <a:ext cx="2971658" cy="6332218"/>
          </a:xfrm>
          <a:custGeom>
            <a:avLst/>
            <a:gdLst>
              <a:gd name="connsiteX0" fmla="*/ 0 w 2954215"/>
              <a:gd name="connsiteY0" fmla="*/ 6295292 h 6295292"/>
              <a:gd name="connsiteX1" fmla="*/ 2954215 w 2954215"/>
              <a:gd name="connsiteY1" fmla="*/ 0 h 6295292"/>
            </a:gdLst>
            <a:ahLst/>
            <a:cxnLst>
              <a:cxn ang="0">
                <a:pos x="connsiteX0" y="connsiteY0"/>
              </a:cxn>
              <a:cxn ang="0">
                <a:pos x="connsiteX1" y="connsiteY1"/>
              </a:cxn>
            </a:cxnLst>
            <a:rect l="l" t="t" r="r" b="b"/>
            <a:pathLst>
              <a:path w="2954215" h="6295292">
                <a:moveTo>
                  <a:pt x="0" y="6295292"/>
                </a:moveTo>
                <a:cubicBezTo>
                  <a:pt x="1131277" y="3736730"/>
                  <a:pt x="2262554" y="1178169"/>
                  <a:pt x="2954215" y="0"/>
                </a:cubicBezTo>
              </a:path>
            </a:pathLst>
          </a:custGeom>
          <a:solidFill>
            <a:schemeClr val="bg1"/>
          </a:solidFill>
          <a:ln>
            <a:headEnd type="triangle"/>
            <a:tailEnd type="arrow"/>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124525409"/>
      </p:ext>
    </p:extLst>
  </p:cSld>
  <p:clrMapOvr>
    <a:masterClrMapping/>
  </p:clrMapOvr>
  <p:transition spd="med"/>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00798E"/>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327807DD-8AC3-4299-9F50-2FC3B66192C8}"/>
              </a:ext>
            </a:extLst>
          </p:cNvPr>
          <p:cNvSpPr>
            <a:spLocks noGrp="1"/>
          </p:cNvSpPr>
          <p:nvPr/>
        </p:nvSpPr>
        <p:spPr>
          <a:xfrm>
            <a:off x="952500" y="809625"/>
            <a:ext cx="22098000" cy="1714500"/>
          </a:xfrm>
          <a:prstGeom prst="rect">
            <a:avLst/>
          </a:prstGeom>
          <a:noFill/>
          <a:ln w="0">
            <a:noFill/>
          </a:ln>
        </p:spPr>
        <p:txBody>
          <a:bodyPr>
            <a:noAutofit/>
          </a:bodyPr>
          <a:lstStyle/>
          <a:p>
            <a:pPr>
              <a:defRPr sz="6000" b="0">
                <a:solidFill>
                  <a:srgbClr val="FFFFFF"/>
                </a:solidFill>
                <a:latin typeface="Arial"/>
                <a:ea typeface="Arial"/>
                <a:cs typeface="Arial"/>
              </a:defRPr>
            </a:pPr>
            <a:r>
              <a:rPr sz="6000" b="0">
                <a:solidFill>
                  <a:srgbClr val="FFFFFF"/>
                </a:solidFill>
                <a:latin typeface="Arial"/>
                <a:ea typeface="Arial"/>
                <a:cs typeface="Arial"/>
              </a:rPr>
              <a:t>Memory beyond the Java heap</a:t>
            </a:r>
          </a:p>
        </p:txBody>
      </p:sp>
      <p:sp>
        <p:nvSpPr>
          <p:cNvPr id="2" name="Rectangle 1">
            <a:extLst>
              <a:ext uri="{FF2B5EF4-FFF2-40B4-BE49-F238E27FC236}">
                <a16:creationId xmlns:a16="http://schemas.microsoft.com/office/drawing/2014/main" id="{ADA22464-FBDB-4937-8E22-BA4EB6CFF8D3}"/>
              </a:ext>
            </a:extLst>
          </p:cNvPr>
          <p:cNvSpPr>
            <a:spLocks noGrp="1"/>
          </p:cNvSpPr>
          <p:nvPr/>
        </p:nvSpPr>
        <p:spPr>
          <a:xfrm>
            <a:off x="1381125" y="3190875"/>
            <a:ext cx="4191000" cy="1047750"/>
          </a:xfrm>
          <a:prstGeom prst="rect">
            <a:avLst/>
          </a:prstGeom>
          <a:noFill/>
          <a:ln w="0">
            <a:noFill/>
          </a:ln>
        </p:spPr>
        <p:txBody>
          <a:bodyPr>
            <a:noAutofit/>
          </a:bodyPr>
          <a:lstStyle/>
          <a:p>
            <a:pPr>
              <a:defRPr sz="3600" b="1">
                <a:solidFill>
                  <a:srgbClr val="D1EDF1"/>
                </a:solidFill>
                <a:latin typeface="Arial"/>
                <a:ea typeface="Arial"/>
                <a:cs typeface="Arial"/>
              </a:defRPr>
            </a:pPr>
            <a:r>
              <a:rPr sz="3600" b="1">
                <a:solidFill>
                  <a:srgbClr val="D1EDF1"/>
                </a:solidFill>
                <a:latin typeface="Arial"/>
                <a:ea typeface="Arial"/>
                <a:cs typeface="Arial"/>
              </a:rPr>
              <a:t>Direct buffers</a:t>
            </a:r>
          </a:p>
        </p:txBody>
      </p:sp>
      <p:sp>
        <p:nvSpPr>
          <p:cNvPr id="3" name="Rectangle 2">
            <a:extLst>
              <a:ext uri="{FF2B5EF4-FFF2-40B4-BE49-F238E27FC236}">
                <a16:creationId xmlns:a16="http://schemas.microsoft.com/office/drawing/2014/main" id="{D97D6DCD-9EF0-46E2-BC38-07B629194967}"/>
              </a:ext>
            </a:extLst>
          </p:cNvPr>
          <p:cNvSpPr>
            <a:spLocks noGrp="1"/>
          </p:cNvSpPr>
          <p:nvPr/>
        </p:nvSpPr>
        <p:spPr>
          <a:xfrm>
            <a:off x="6000750" y="3190875"/>
            <a:ext cx="16668750" cy="1905000"/>
          </a:xfrm>
          <a:prstGeom prst="rect">
            <a:avLst/>
          </a:prstGeom>
          <a:noFill/>
          <a:ln w="0">
            <a:noFill/>
          </a:ln>
        </p:spPr>
        <p:txBody>
          <a:bodyPr>
            <a:noAutofit/>
          </a:bodyPr>
          <a:lstStyle/>
          <a:p>
            <a:pPr>
              <a:defRPr sz="3900" b="0">
                <a:solidFill>
                  <a:srgbClr val="FFFFFF"/>
                </a:solidFill>
                <a:latin typeface="Arial"/>
                <a:ea typeface="Arial"/>
                <a:cs typeface="Arial"/>
              </a:defRPr>
            </a:pPr>
            <a:r>
              <a:rPr sz="3900" b="0">
                <a:solidFill>
                  <a:srgbClr val="FFFFFF"/>
                </a:solidFill>
                <a:latin typeface="Arial"/>
                <a:ea typeface="Arial"/>
                <a:cs typeface="Arial"/>
              </a:rPr>
              <a:t>ByteBuffer.allocateDirect() can allocate native memory for input and output.</a:t>
            </a:r>
          </a:p>
        </p:txBody>
      </p:sp>
      <p:sp>
        <p:nvSpPr>
          <p:cNvPr id="4" name="Rectangle 3">
            <a:extLst>
              <a:ext uri="{FF2B5EF4-FFF2-40B4-BE49-F238E27FC236}">
                <a16:creationId xmlns:a16="http://schemas.microsoft.com/office/drawing/2014/main" id="{080A505A-8206-47F7-B1FA-3B8666DC8F6A}"/>
              </a:ext>
            </a:extLst>
          </p:cNvPr>
          <p:cNvSpPr>
            <a:spLocks noGrp="1"/>
          </p:cNvSpPr>
          <p:nvPr/>
        </p:nvSpPr>
        <p:spPr>
          <a:xfrm>
            <a:off x="1381125" y="5286375"/>
            <a:ext cx="4191000" cy="1047750"/>
          </a:xfrm>
          <a:prstGeom prst="rect">
            <a:avLst/>
          </a:prstGeom>
          <a:noFill/>
          <a:ln w="0">
            <a:noFill/>
          </a:ln>
        </p:spPr>
        <p:txBody>
          <a:bodyPr>
            <a:noAutofit/>
          </a:bodyPr>
          <a:lstStyle/>
          <a:p>
            <a:pPr>
              <a:defRPr sz="3600" b="1">
                <a:solidFill>
                  <a:srgbClr val="D1EDF1"/>
                </a:solidFill>
                <a:latin typeface="Arial"/>
                <a:ea typeface="Arial"/>
                <a:cs typeface="Arial"/>
              </a:defRPr>
            </a:pPr>
            <a:r>
              <a:rPr sz="3600" b="1">
                <a:solidFill>
                  <a:srgbClr val="D1EDF1"/>
                </a:solidFill>
                <a:latin typeface="Arial"/>
                <a:ea typeface="Arial"/>
                <a:cs typeface="Arial"/>
              </a:rPr>
              <a:t>Process memory</a:t>
            </a:r>
          </a:p>
        </p:txBody>
      </p:sp>
      <p:sp>
        <p:nvSpPr>
          <p:cNvPr id="5" name="Rectangle 4">
            <a:extLst>
              <a:ext uri="{FF2B5EF4-FFF2-40B4-BE49-F238E27FC236}">
                <a16:creationId xmlns:a16="http://schemas.microsoft.com/office/drawing/2014/main" id="{8E8BC1D4-3B11-4523-8242-2A67FA8D57E3}"/>
              </a:ext>
            </a:extLst>
          </p:cNvPr>
          <p:cNvSpPr>
            <a:spLocks noGrp="1"/>
          </p:cNvSpPr>
          <p:nvPr/>
        </p:nvSpPr>
        <p:spPr>
          <a:xfrm>
            <a:off x="6000750" y="5286375"/>
            <a:ext cx="16668750" cy="1905000"/>
          </a:xfrm>
          <a:prstGeom prst="rect">
            <a:avLst/>
          </a:prstGeom>
          <a:noFill/>
          <a:ln w="0">
            <a:noFill/>
          </a:ln>
        </p:spPr>
        <p:txBody>
          <a:bodyPr>
            <a:noAutofit/>
          </a:bodyPr>
          <a:lstStyle/>
          <a:p>
            <a:pPr>
              <a:defRPr sz="3900" b="0">
                <a:solidFill>
                  <a:srgbClr val="FFFFFF"/>
                </a:solidFill>
                <a:latin typeface="Arial"/>
                <a:ea typeface="Arial"/>
                <a:cs typeface="Arial"/>
              </a:defRPr>
            </a:pPr>
            <a:r>
              <a:rPr sz="3900" b="0">
                <a:solidFill>
                  <a:srgbClr val="FFFFFF"/>
                </a:solidFill>
                <a:latin typeface="Arial"/>
                <a:ea typeface="Arial"/>
                <a:cs typeface="Arial"/>
              </a:rPr>
              <a:t>Heap + stacks + Metaspace + code cache + other native allocations.</a:t>
            </a:r>
          </a:p>
        </p:txBody>
      </p:sp>
      <p:sp>
        <p:nvSpPr>
          <p:cNvPr id="6" name="Rectangle 5">
            <a:extLst>
              <a:ext uri="{FF2B5EF4-FFF2-40B4-BE49-F238E27FC236}">
                <a16:creationId xmlns:a16="http://schemas.microsoft.com/office/drawing/2014/main" id="{68BA72A1-B51D-4F8B-A6A2-22BB1B7C1666}"/>
              </a:ext>
            </a:extLst>
          </p:cNvPr>
          <p:cNvSpPr>
            <a:spLocks noGrp="1"/>
          </p:cNvSpPr>
          <p:nvPr/>
        </p:nvSpPr>
        <p:spPr>
          <a:xfrm>
            <a:off x="1381125" y="7381875"/>
            <a:ext cx="4191000" cy="1047750"/>
          </a:xfrm>
          <a:prstGeom prst="rect">
            <a:avLst/>
          </a:prstGeom>
          <a:noFill/>
          <a:ln w="0">
            <a:noFill/>
          </a:ln>
        </p:spPr>
        <p:txBody>
          <a:bodyPr>
            <a:noAutofit/>
          </a:bodyPr>
          <a:lstStyle/>
          <a:p>
            <a:pPr>
              <a:defRPr sz="3600" b="1">
                <a:solidFill>
                  <a:srgbClr val="D1EDF1"/>
                </a:solidFill>
                <a:latin typeface="Arial"/>
                <a:ea typeface="Arial"/>
                <a:cs typeface="Arial"/>
              </a:defRPr>
            </a:pPr>
            <a:r>
              <a:rPr sz="3600" b="1">
                <a:solidFill>
                  <a:srgbClr val="D1EDF1"/>
                </a:solidFill>
                <a:latin typeface="Arial"/>
                <a:ea typeface="Arial"/>
                <a:cs typeface="Arial"/>
              </a:rPr>
              <a:t>Memory limit</a:t>
            </a:r>
          </a:p>
        </p:txBody>
      </p:sp>
      <p:sp>
        <p:nvSpPr>
          <p:cNvPr id="7" name="Rectangle 6">
            <a:extLst>
              <a:ext uri="{FF2B5EF4-FFF2-40B4-BE49-F238E27FC236}">
                <a16:creationId xmlns:a16="http://schemas.microsoft.com/office/drawing/2014/main" id="{90825C5C-D186-403F-BA3C-D134ECE0F388}"/>
              </a:ext>
            </a:extLst>
          </p:cNvPr>
          <p:cNvSpPr>
            <a:spLocks noGrp="1"/>
          </p:cNvSpPr>
          <p:nvPr/>
        </p:nvSpPr>
        <p:spPr>
          <a:xfrm>
            <a:off x="6000750" y="7381875"/>
            <a:ext cx="16668750" cy="1905000"/>
          </a:xfrm>
          <a:prstGeom prst="rect">
            <a:avLst/>
          </a:prstGeom>
          <a:noFill/>
          <a:ln w="0">
            <a:noFill/>
          </a:ln>
        </p:spPr>
        <p:txBody>
          <a:bodyPr>
            <a:noAutofit/>
          </a:bodyPr>
          <a:lstStyle/>
          <a:p>
            <a:pPr>
              <a:defRPr sz="3900" b="0">
                <a:solidFill>
                  <a:srgbClr val="FFFFFF"/>
                </a:solidFill>
                <a:latin typeface="Arial"/>
                <a:ea typeface="Arial"/>
                <a:cs typeface="Arial"/>
              </a:defRPr>
            </a:pPr>
            <a:r>
              <a:rPr sz="3900" b="0">
                <a:solidFill>
                  <a:srgbClr val="FFFFFF"/>
                </a:solidFill>
                <a:latin typeface="Arial"/>
                <a:ea typeface="Arial"/>
                <a:cs typeface="Arial"/>
              </a:rPr>
              <a:t>-Xmx limits the Java heap. The whole process needs additional memory.</a:t>
            </a:r>
          </a:p>
        </p:txBody>
      </p:sp>
      <p:sp>
        <p:nvSpPr>
          <p:cNvPr id="8" name="Rectangle 7">
            <a:extLst>
              <a:ext uri="{FF2B5EF4-FFF2-40B4-BE49-F238E27FC236}">
                <a16:creationId xmlns:a16="http://schemas.microsoft.com/office/drawing/2014/main" id="{9E1A152A-E9B4-4275-A7AF-B0766A15AC94}"/>
              </a:ext>
            </a:extLst>
          </p:cNvPr>
          <p:cNvSpPr>
            <a:spLocks noGrp="1"/>
          </p:cNvSpPr>
          <p:nvPr/>
        </p:nvSpPr>
        <p:spPr>
          <a:xfrm>
            <a:off x="1381125" y="9477375"/>
            <a:ext cx="4191000" cy="1047750"/>
          </a:xfrm>
          <a:prstGeom prst="rect">
            <a:avLst/>
          </a:prstGeom>
          <a:noFill/>
          <a:ln w="0">
            <a:noFill/>
          </a:ln>
        </p:spPr>
        <p:txBody>
          <a:bodyPr>
            <a:noAutofit/>
          </a:bodyPr>
          <a:lstStyle/>
          <a:p>
            <a:pPr>
              <a:defRPr sz="3600" b="1">
                <a:solidFill>
                  <a:srgbClr val="D1EDF1"/>
                </a:solidFill>
                <a:latin typeface="Arial"/>
                <a:ea typeface="Arial"/>
                <a:cs typeface="Arial"/>
              </a:defRPr>
            </a:pPr>
            <a:r>
              <a:rPr sz="3600" b="1">
                <a:solidFill>
                  <a:srgbClr val="D1EDF1"/>
                </a:solidFill>
                <a:latin typeface="Arial"/>
                <a:ea typeface="Arial"/>
                <a:cs typeface="Arial"/>
              </a:rPr>
              <a:t>Example</a:t>
            </a:r>
          </a:p>
        </p:txBody>
      </p:sp>
      <p:sp>
        <p:nvSpPr>
          <p:cNvPr id="9" name="Rectangle 8">
            <a:extLst>
              <a:ext uri="{FF2B5EF4-FFF2-40B4-BE49-F238E27FC236}">
                <a16:creationId xmlns:a16="http://schemas.microsoft.com/office/drawing/2014/main" id="{AE5B6AA3-9249-4585-AE35-AF341CD8291D}"/>
              </a:ext>
            </a:extLst>
          </p:cNvPr>
          <p:cNvSpPr>
            <a:spLocks noGrp="1"/>
          </p:cNvSpPr>
          <p:nvPr/>
        </p:nvSpPr>
        <p:spPr>
          <a:xfrm>
            <a:off x="6000750" y="9477375"/>
            <a:ext cx="16668750" cy="1905000"/>
          </a:xfrm>
          <a:prstGeom prst="rect">
            <a:avLst/>
          </a:prstGeom>
          <a:noFill/>
          <a:ln w="0">
            <a:noFill/>
          </a:ln>
        </p:spPr>
        <p:txBody>
          <a:bodyPr>
            <a:noAutofit/>
          </a:bodyPr>
          <a:lstStyle/>
          <a:p>
            <a:pPr>
              <a:defRPr sz="3900" b="0">
                <a:solidFill>
                  <a:srgbClr val="FFFFFF"/>
                </a:solidFill>
                <a:latin typeface="Arial"/>
                <a:ea typeface="Arial"/>
                <a:cs typeface="Arial"/>
              </a:defRPr>
            </a:pPr>
            <a:r>
              <a:rPr sz="3900" b="0">
                <a:solidFill>
                  <a:srgbClr val="FFFFFF"/>
                </a:solidFill>
                <a:latin typeface="Arial"/>
                <a:ea typeface="Arial"/>
                <a:cs typeface="Arial"/>
              </a:rPr>
              <a:t>A process can exceed its container limit while the heap still has free space.</a:t>
            </a:r>
          </a:p>
        </p:txBody>
      </p:sp>
      <p:sp>
        <p:nvSpPr>
          <p:cNvPr id="9000" name="Slide Number Placeholder 4">
            <a:extLst>
              <a:ext uri="{FF2B5EF4-FFF2-40B4-BE49-F238E27FC236}">
                <a16:creationId xmlns:a16="http://schemas.microsoft.com/office/drawing/2014/main" id="{1037AC3D-012A-C975-7CD2-D2048CA2BFAA}"/>
              </a:ext>
            </a:extLst>
          </p:cNvPr>
          <p:cNvSpPr txBox="1">
            <a:spLocks/>
          </p:cNvSpPr>
          <p:nvPr/>
        </p:nvSpPr>
        <p:spPr>
          <a:xfrm>
            <a:off x="449152" y="13158747"/>
            <a:ext cx="871646" cy="730250"/>
          </a:xfrm>
          <a:prstGeom prst="rect">
            <a:avLst/>
          </a:prstGeom>
        </p:spPr>
        <p:txBody>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defRPr/>
            </a:pPr>
            <a:fld id="{CFF4B978-1D82-7745-80C5-DBABA6B131D3}" type="slidenum">
              <a:rPr lang="en-US" sz="1600" smtClean="0">
                <a:solidFill>
                  <a:srgbClr val="E3E1DD"/>
                </a:solidFill>
                <a:latin typeface="Oracle Sans" panose="020B0503020204020204" pitchFamily="34" charset="0"/>
                <a:cs typeface="Oracle Sans" panose="020B0503020204020204" pitchFamily="34" charset="0"/>
              </a:rPr>
              <a:pPr>
                <a:defRPr/>
              </a:pPr>
              <a:t>9</a:t>
            </a:fld>
            <a:endParaRPr lang="en-US" sz="1600" dirty="0">
              <a:solidFill>
                <a:srgbClr val="E3E1DD"/>
              </a:solidFill>
              <a:latin typeface="Oracle Sans" panose="020B0503020204020204" pitchFamily="34" charset="0"/>
              <a:cs typeface="Oracle Sans" panose="020B0503020204020204" pitchFamily="34" charset="0"/>
            </a:endParaRPr>
          </a:p>
        </p:txBody>
      </p:sp>
    </p:spTree>
    <p:extLst>
      <p:ext uri="{BB962C8B-B14F-4D97-AF65-F5344CB8AC3E}">
        <p14:creationId xmlns:p14="http://schemas.microsoft.com/office/powerpoint/2010/main" val="20240317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7" name="Trade-off of G1 GC"/>
          <p:cNvSpPr txBox="1">
            <a:spLocks noGrp="1"/>
          </p:cNvSpPr>
          <p:nvPr>
            <p:ph type="title"/>
          </p:nvPr>
        </p:nvSpPr>
        <p:spPr>
          <a:xfrm>
            <a:off x="885600" y="435600"/>
            <a:ext cx="22202496" cy="1440000"/>
          </a:xfrm>
          <a:prstGeom prst="rect">
            <a:avLst/>
          </a:prstGeom>
        </p:spPr>
        <p:txBody>
          <a:bodyPr/>
          <a:lstStyle/>
          <a:p>
            <a:r>
              <a:rPr lang="en-IN" dirty="0">
                <a:latin typeface="+mn-lt"/>
              </a:rPr>
              <a:t>What is Garbage Collection (GC)</a:t>
            </a:r>
          </a:p>
        </p:txBody>
      </p:sp>
      <p:sp>
        <p:nvSpPr>
          <p:cNvPr id="438" name="GC Root Scanning, Remarking &amp; Compaction is stop the world event.…"/>
          <p:cNvSpPr txBox="1">
            <a:spLocks noGrp="1"/>
          </p:cNvSpPr>
          <p:nvPr>
            <p:ph type="body" idx="1"/>
          </p:nvPr>
        </p:nvSpPr>
        <p:spPr>
          <a:xfrm>
            <a:off x="1208087" y="2729994"/>
            <a:ext cx="21971000" cy="8256012"/>
          </a:xfrm>
          <a:prstGeom prst="rect">
            <a:avLst/>
          </a:prstGeom>
        </p:spPr>
        <p:txBody>
          <a:bodyPr/>
          <a:lstStyle/>
          <a:p>
            <a:pPr marL="609599" indent="-609599">
              <a:spcBef>
                <a:spcPts val="3700"/>
              </a:spcBef>
              <a:defRPr sz="3600"/>
            </a:pPr>
            <a:r>
              <a:rPr lang="en-US" sz="3400" dirty="0">
                <a:solidFill>
                  <a:schemeClr val="bg1"/>
                </a:solidFill>
                <a:latin typeface="+mn-lt"/>
              </a:rPr>
              <a:t>GC automatically reclaims memory occupied by unreachable heap objects.</a:t>
            </a:r>
          </a:p>
          <a:p>
            <a:pPr marL="609599" indent="-609599">
              <a:spcBef>
                <a:spcPts val="3700"/>
              </a:spcBef>
              <a:defRPr sz="3600"/>
            </a:pPr>
            <a:r>
              <a:rPr lang="en-US" sz="3400" dirty="0">
                <a:solidFill>
                  <a:schemeClr val="bg1"/>
                </a:solidFill>
                <a:latin typeface="+mn-lt"/>
              </a:rPr>
              <a:t>Reachable means a live reference path can still lead to the object.</a:t>
            </a:r>
          </a:p>
          <a:p>
            <a:pPr marL="609599" indent="-609599">
              <a:spcBef>
                <a:spcPts val="3700"/>
              </a:spcBef>
              <a:defRPr sz="3600"/>
            </a:pPr>
            <a:r>
              <a:rPr lang="en-US" sz="3400" dirty="0">
                <a:solidFill>
                  <a:schemeClr val="bg1"/>
                </a:solidFill>
                <a:latin typeface="+mn-lt"/>
              </a:rPr>
              <a:t>Application code does not explicitly free each ordinary Java object.</a:t>
            </a:r>
          </a:p>
          <a:p>
            <a:pPr marL="609599" indent="-609599">
              <a:spcBef>
                <a:spcPts val="3700"/>
              </a:spcBef>
              <a:defRPr sz="3600"/>
            </a:pPr>
            <a:r>
              <a:rPr lang="en-US" sz="3400" dirty="0">
                <a:solidFill>
                  <a:schemeClr val="bg1"/>
                </a:solidFill>
                <a:latin typeface="+mn-lt"/>
              </a:rPr>
              <a:t>Removing one reference does not delete an object if another live path remains.</a:t>
            </a:r>
          </a:p>
          <a:p>
            <a:pPr marL="609599" indent="-609599">
              <a:spcBef>
                <a:spcPts val="3700"/>
              </a:spcBef>
              <a:defRPr sz="3600"/>
            </a:pPr>
            <a:r>
              <a:rPr lang="en-US" sz="3400" dirty="0">
                <a:solidFill>
                  <a:schemeClr val="bg1"/>
                </a:solidFill>
                <a:latin typeface="+mn-lt"/>
              </a:rPr>
              <a:t>GC does not know whether reachable data is still useful to the business.</a:t>
            </a:r>
          </a:p>
          <a:p>
            <a:pPr marL="609599" indent="-609599">
              <a:spcBef>
                <a:spcPts val="3700"/>
              </a:spcBef>
              <a:defRPr sz="3600"/>
            </a:pPr>
            <a:r>
              <a:rPr lang="en-US" sz="3400" dirty="0">
                <a:solidFill>
                  <a:schemeClr val="bg1"/>
                </a:solidFill>
                <a:latin typeface="+mn-lt"/>
              </a:rPr>
              <a:t>Unwanted reachable data can still cause a memory leak.</a:t>
            </a:r>
          </a:p>
          <a:p>
            <a:pPr marL="609599" indent="-609599">
              <a:spcBef>
                <a:spcPts val="3700"/>
              </a:spcBef>
              <a:defRPr sz="3600"/>
            </a:pPr>
            <a:r>
              <a:rPr lang="en-US" sz="3400" dirty="0">
                <a:solidFill>
                  <a:schemeClr val="bg1"/>
                </a:solidFill>
                <a:latin typeface="+mn-lt"/>
              </a:rPr>
              <a:t>Collection timing and pause behavior depend on the collector.</a:t>
            </a:r>
          </a:p>
        </p:txBody>
      </p:sp>
      <p:sp>
        <p:nvSpPr>
          <p:cNvPr id="5" name="Slide Number Placeholder 4">
            <a:extLst>
              <a:ext uri="{FF2B5EF4-FFF2-40B4-BE49-F238E27FC236}">
                <a16:creationId xmlns:a16="http://schemas.microsoft.com/office/drawing/2014/main" id="{7A1C2F6B-7BF7-2B2F-4F76-9D4C0CF9F377}"/>
              </a:ext>
            </a:extLst>
          </p:cNvPr>
          <p:cNvSpPr txBox="1">
            <a:spLocks/>
          </p:cNvSpPr>
          <p:nvPr/>
        </p:nvSpPr>
        <p:spPr>
          <a:xfrm>
            <a:off x="449152" y="13158747"/>
            <a:ext cx="871646" cy="730250"/>
          </a:xfrm>
          <a:prstGeom prst="rect">
            <a:avLst/>
          </a:prstGeom>
        </p:spPr>
        <p:txBody>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defRPr/>
            </a:pPr>
            <a:fld id="{CFF4B978-1D82-7745-80C5-DBABA6B131D3}" type="slidenum">
              <a:rPr lang="en-US" sz="1600" smtClean="0">
                <a:solidFill>
                  <a:srgbClr val="E3E1DD"/>
                </a:solidFill>
                <a:latin typeface="Oracle Sans" panose="020B0503020204020204" pitchFamily="34" charset="0"/>
                <a:cs typeface="Oracle Sans" panose="020B0503020204020204" pitchFamily="34" charset="0"/>
              </a:rPr>
              <a:pPr>
                <a:defRPr/>
              </a:pPr>
              <a:t>10</a:t>
            </a:fld>
            <a:endParaRPr lang="en-US" sz="1600" dirty="0">
              <a:solidFill>
                <a:srgbClr val="E3E1DD"/>
              </a:solidFill>
              <a:latin typeface="Oracle Sans" panose="020B0503020204020204" pitchFamily="34" charset="0"/>
              <a:cs typeface="Oracle Sans" panose="020B0503020204020204" pitchFamily="34" charset="0"/>
            </a:endParaRPr>
          </a:p>
        </p:txBody>
      </p:sp>
    </p:spTree>
    <p:extLst>
      <p:ext uri="{BB962C8B-B14F-4D97-AF65-F5344CB8AC3E}">
        <p14:creationId xmlns:p14="http://schemas.microsoft.com/office/powerpoint/2010/main" val="244089280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38">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38">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438">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438">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438">
                                            <p:txEl>
                                              <p:pRg st="4" end="4"/>
                                            </p:txEl>
                                          </p:spTgt>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438">
                                            <p:txEl>
                                              <p:pRg st="5" end="5"/>
                                            </p:txEl>
                                          </p:spTgt>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438">
                                            <p:txEl>
                                              <p:pRg st="6" end="6"/>
                                            </p:txEl>
                                          </p:spTgt>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438">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38" grpId="0" build="p"/>
    </p:bldLst>
  </p:timing>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00798E"/>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04CF41FE-B5EA-4DCD-9943-19A3897D4374}"/>
              </a:ext>
            </a:extLst>
          </p:cNvPr>
          <p:cNvSpPr>
            <a:spLocks noGrp="1"/>
          </p:cNvSpPr>
          <p:nvPr/>
        </p:nvSpPr>
        <p:spPr>
          <a:xfrm>
            <a:off x="952500" y="809625"/>
            <a:ext cx="22098000" cy="1714500"/>
          </a:xfrm>
          <a:prstGeom prst="rect">
            <a:avLst/>
          </a:prstGeom>
          <a:noFill/>
          <a:ln w="0">
            <a:noFill/>
          </a:ln>
        </p:spPr>
        <p:txBody>
          <a:bodyPr>
            <a:noAutofit/>
          </a:bodyPr>
          <a:lstStyle/>
          <a:p>
            <a:pPr>
              <a:defRPr sz="6000" b="0">
                <a:solidFill>
                  <a:srgbClr val="FFFFFF"/>
                </a:solidFill>
                <a:latin typeface="Arial"/>
                <a:ea typeface="Arial"/>
                <a:cs typeface="Arial"/>
              </a:defRPr>
            </a:pPr>
            <a:r>
              <a:rPr sz="6000" b="0">
                <a:solidFill>
                  <a:srgbClr val="FFFFFF"/>
                </a:solidFill>
                <a:latin typeface="Arial"/>
                <a:ea typeface="Arial"/>
                <a:cs typeface="Arial"/>
              </a:rPr>
              <a:t>Why Java can still have memory leaks</a:t>
            </a:r>
          </a:p>
        </p:txBody>
      </p:sp>
      <p:sp>
        <p:nvSpPr>
          <p:cNvPr id="2" name="Rectangle 1">
            <a:extLst>
              <a:ext uri="{FF2B5EF4-FFF2-40B4-BE49-F238E27FC236}">
                <a16:creationId xmlns:a16="http://schemas.microsoft.com/office/drawing/2014/main" id="{815B2987-0901-450A-B272-243D11943FBB}"/>
              </a:ext>
            </a:extLst>
          </p:cNvPr>
          <p:cNvSpPr>
            <a:spLocks noGrp="1"/>
          </p:cNvSpPr>
          <p:nvPr/>
        </p:nvSpPr>
        <p:spPr>
          <a:xfrm>
            <a:off x="1381125" y="3190875"/>
            <a:ext cx="4191000" cy="1047750"/>
          </a:xfrm>
          <a:prstGeom prst="rect">
            <a:avLst/>
          </a:prstGeom>
          <a:noFill/>
          <a:ln w="0">
            <a:noFill/>
          </a:ln>
        </p:spPr>
        <p:txBody>
          <a:bodyPr>
            <a:noAutofit/>
          </a:bodyPr>
          <a:lstStyle/>
          <a:p>
            <a:pPr>
              <a:defRPr sz="3600" b="1">
                <a:solidFill>
                  <a:srgbClr val="D1EDF1"/>
                </a:solidFill>
                <a:latin typeface="Arial"/>
                <a:ea typeface="Arial"/>
                <a:cs typeface="Arial"/>
              </a:defRPr>
            </a:pPr>
            <a:r>
              <a:rPr sz="3600" b="1">
                <a:solidFill>
                  <a:srgbClr val="D1EDF1"/>
                </a:solidFill>
                <a:latin typeface="Arial"/>
                <a:ea typeface="Arial"/>
                <a:cs typeface="Arial"/>
              </a:rPr>
              <a:t>Example</a:t>
            </a:r>
          </a:p>
        </p:txBody>
      </p:sp>
      <p:sp>
        <p:nvSpPr>
          <p:cNvPr id="3" name="Rectangle 2">
            <a:extLst>
              <a:ext uri="{FF2B5EF4-FFF2-40B4-BE49-F238E27FC236}">
                <a16:creationId xmlns:a16="http://schemas.microsoft.com/office/drawing/2014/main" id="{3285D2C0-0BF9-4C9A-8713-29B4232A045A}"/>
              </a:ext>
            </a:extLst>
          </p:cNvPr>
          <p:cNvSpPr>
            <a:spLocks noGrp="1"/>
          </p:cNvSpPr>
          <p:nvPr/>
        </p:nvSpPr>
        <p:spPr>
          <a:xfrm>
            <a:off x="6000750" y="3190875"/>
            <a:ext cx="16668750" cy="1905000"/>
          </a:xfrm>
          <a:prstGeom prst="rect">
            <a:avLst/>
          </a:prstGeom>
          <a:noFill/>
          <a:ln w="0">
            <a:noFill/>
          </a:ln>
        </p:spPr>
        <p:txBody>
          <a:bodyPr>
            <a:noAutofit/>
          </a:bodyPr>
          <a:lstStyle/>
          <a:p>
            <a:pPr>
              <a:defRPr sz="3900" b="0">
                <a:solidFill>
                  <a:srgbClr val="FFFFFF"/>
                </a:solidFill>
                <a:latin typeface="Arial"/>
                <a:ea typeface="Arial"/>
                <a:cs typeface="Arial"/>
              </a:defRPr>
            </a:pPr>
            <a:r>
              <a:rPr sz="3900" b="0">
                <a:solidFill>
                  <a:srgbClr val="FFFFFF"/>
                </a:solidFill>
                <a:latin typeface="Arial"/>
                <a:ea typeface="Arial"/>
                <a:cs typeface="Arial"/>
              </a:rPr>
              <a:t>A static List stores every completed request and never removes entries.</a:t>
            </a:r>
          </a:p>
        </p:txBody>
      </p:sp>
      <p:sp>
        <p:nvSpPr>
          <p:cNvPr id="4" name="Rectangle 3">
            <a:extLst>
              <a:ext uri="{FF2B5EF4-FFF2-40B4-BE49-F238E27FC236}">
                <a16:creationId xmlns:a16="http://schemas.microsoft.com/office/drawing/2014/main" id="{B3EBFF37-66F6-47EE-BAE2-6CDE03666862}"/>
              </a:ext>
            </a:extLst>
          </p:cNvPr>
          <p:cNvSpPr>
            <a:spLocks noGrp="1"/>
          </p:cNvSpPr>
          <p:nvPr/>
        </p:nvSpPr>
        <p:spPr>
          <a:xfrm>
            <a:off x="1381125" y="5286375"/>
            <a:ext cx="4191000" cy="1047750"/>
          </a:xfrm>
          <a:prstGeom prst="rect">
            <a:avLst/>
          </a:prstGeom>
          <a:noFill/>
          <a:ln w="0">
            <a:noFill/>
          </a:ln>
        </p:spPr>
        <p:txBody>
          <a:bodyPr>
            <a:noAutofit/>
          </a:bodyPr>
          <a:lstStyle/>
          <a:p>
            <a:pPr>
              <a:defRPr sz="3600" b="1">
                <a:solidFill>
                  <a:srgbClr val="D1EDF1"/>
                </a:solidFill>
                <a:latin typeface="Arial"/>
                <a:ea typeface="Arial"/>
                <a:cs typeface="Arial"/>
              </a:defRPr>
            </a:pPr>
            <a:r>
              <a:rPr sz="3600" b="1">
                <a:solidFill>
                  <a:srgbClr val="D1EDF1"/>
                </a:solidFill>
                <a:latin typeface="Arial"/>
                <a:ea typeface="Arial"/>
                <a:cs typeface="Arial"/>
              </a:rPr>
              <a:t>Reference path</a:t>
            </a:r>
          </a:p>
        </p:txBody>
      </p:sp>
      <p:sp>
        <p:nvSpPr>
          <p:cNvPr id="5" name="Rectangle 4">
            <a:extLst>
              <a:ext uri="{FF2B5EF4-FFF2-40B4-BE49-F238E27FC236}">
                <a16:creationId xmlns:a16="http://schemas.microsoft.com/office/drawing/2014/main" id="{EE271B36-A1E7-4901-8292-4C1842179F72}"/>
              </a:ext>
            </a:extLst>
          </p:cNvPr>
          <p:cNvSpPr>
            <a:spLocks noGrp="1"/>
          </p:cNvSpPr>
          <p:nvPr/>
        </p:nvSpPr>
        <p:spPr>
          <a:xfrm>
            <a:off x="6000750" y="5286375"/>
            <a:ext cx="16668750" cy="1905000"/>
          </a:xfrm>
          <a:prstGeom prst="rect">
            <a:avLst/>
          </a:prstGeom>
          <a:noFill/>
          <a:ln w="0">
            <a:noFill/>
          </a:ln>
        </p:spPr>
        <p:txBody>
          <a:bodyPr>
            <a:noAutofit/>
          </a:bodyPr>
          <a:lstStyle/>
          <a:p>
            <a:pPr>
              <a:defRPr sz="3900" b="0">
                <a:solidFill>
                  <a:srgbClr val="FFFFFF"/>
                </a:solidFill>
                <a:latin typeface="Arial"/>
                <a:ea typeface="Arial"/>
                <a:cs typeface="Arial"/>
              </a:defRPr>
            </a:pPr>
            <a:r>
              <a:rPr sz="3900" b="0">
                <a:solidFill>
                  <a:srgbClr val="FFFFFF"/>
                </a:solidFill>
                <a:latin typeface="Arial"/>
                <a:ea typeface="Arial"/>
                <a:cs typeface="Arial"/>
              </a:rPr>
              <a:t>The live class keeps the list reachable. The list keeps its entries reachable.</a:t>
            </a:r>
          </a:p>
        </p:txBody>
      </p:sp>
      <p:sp>
        <p:nvSpPr>
          <p:cNvPr id="6" name="Rectangle 5">
            <a:extLst>
              <a:ext uri="{FF2B5EF4-FFF2-40B4-BE49-F238E27FC236}">
                <a16:creationId xmlns:a16="http://schemas.microsoft.com/office/drawing/2014/main" id="{0CCEB20B-DB50-4C54-8296-F5DE2F9D82FD}"/>
              </a:ext>
            </a:extLst>
          </p:cNvPr>
          <p:cNvSpPr>
            <a:spLocks noGrp="1"/>
          </p:cNvSpPr>
          <p:nvPr/>
        </p:nvSpPr>
        <p:spPr>
          <a:xfrm>
            <a:off x="1381125" y="7381875"/>
            <a:ext cx="4191000" cy="1047750"/>
          </a:xfrm>
          <a:prstGeom prst="rect">
            <a:avLst/>
          </a:prstGeom>
          <a:noFill/>
          <a:ln w="0">
            <a:noFill/>
          </a:ln>
        </p:spPr>
        <p:txBody>
          <a:bodyPr>
            <a:noAutofit/>
          </a:bodyPr>
          <a:lstStyle/>
          <a:p>
            <a:pPr>
              <a:defRPr sz="3600" b="1">
                <a:solidFill>
                  <a:srgbClr val="D1EDF1"/>
                </a:solidFill>
                <a:latin typeface="Arial"/>
                <a:ea typeface="Arial"/>
                <a:cs typeface="Arial"/>
              </a:defRPr>
            </a:pPr>
            <a:r>
              <a:rPr sz="3600" b="1">
                <a:solidFill>
                  <a:srgbClr val="D1EDF1"/>
                </a:solidFill>
                <a:latin typeface="Arial"/>
                <a:ea typeface="Arial"/>
                <a:cs typeface="Arial"/>
              </a:rPr>
              <a:t>GC result</a:t>
            </a:r>
          </a:p>
        </p:txBody>
      </p:sp>
      <p:sp>
        <p:nvSpPr>
          <p:cNvPr id="7" name="Rectangle 6">
            <a:extLst>
              <a:ext uri="{FF2B5EF4-FFF2-40B4-BE49-F238E27FC236}">
                <a16:creationId xmlns:a16="http://schemas.microsoft.com/office/drawing/2014/main" id="{D6E08DA0-84F9-4C06-B4B2-181B73B90EC9}"/>
              </a:ext>
            </a:extLst>
          </p:cNvPr>
          <p:cNvSpPr>
            <a:spLocks noGrp="1"/>
          </p:cNvSpPr>
          <p:nvPr/>
        </p:nvSpPr>
        <p:spPr>
          <a:xfrm>
            <a:off x="6000750" y="7381875"/>
            <a:ext cx="16668750" cy="1905000"/>
          </a:xfrm>
          <a:prstGeom prst="rect">
            <a:avLst/>
          </a:prstGeom>
          <a:noFill/>
          <a:ln w="0">
            <a:noFill/>
          </a:ln>
        </p:spPr>
        <p:txBody>
          <a:bodyPr>
            <a:noAutofit/>
          </a:bodyPr>
          <a:lstStyle/>
          <a:p>
            <a:pPr>
              <a:defRPr sz="3900" b="0">
                <a:solidFill>
                  <a:srgbClr val="FFFFFF"/>
                </a:solidFill>
                <a:latin typeface="Arial"/>
                <a:ea typeface="Arial"/>
                <a:cs typeface="Arial"/>
              </a:defRPr>
            </a:pPr>
            <a:r>
              <a:rPr sz="3900" b="0">
                <a:solidFill>
                  <a:srgbClr val="FFFFFF"/>
                </a:solidFill>
                <a:latin typeface="Arial"/>
                <a:ea typeface="Arial"/>
                <a:cs typeface="Arial"/>
              </a:rPr>
              <a:t>The collector must retain these objects even when the application no longer needs them.</a:t>
            </a:r>
          </a:p>
        </p:txBody>
      </p:sp>
      <p:sp>
        <p:nvSpPr>
          <p:cNvPr id="8" name="Rectangle 7">
            <a:extLst>
              <a:ext uri="{FF2B5EF4-FFF2-40B4-BE49-F238E27FC236}">
                <a16:creationId xmlns:a16="http://schemas.microsoft.com/office/drawing/2014/main" id="{1D42939D-D54A-4D20-AC64-2D23E565882E}"/>
              </a:ext>
            </a:extLst>
          </p:cNvPr>
          <p:cNvSpPr>
            <a:spLocks noGrp="1"/>
          </p:cNvSpPr>
          <p:nvPr/>
        </p:nvSpPr>
        <p:spPr>
          <a:xfrm>
            <a:off x="1381125" y="9477375"/>
            <a:ext cx="4191000" cy="1047750"/>
          </a:xfrm>
          <a:prstGeom prst="rect">
            <a:avLst/>
          </a:prstGeom>
          <a:noFill/>
          <a:ln w="0">
            <a:noFill/>
          </a:ln>
        </p:spPr>
        <p:txBody>
          <a:bodyPr>
            <a:noAutofit/>
          </a:bodyPr>
          <a:lstStyle/>
          <a:p>
            <a:pPr>
              <a:defRPr sz="3600" b="1">
                <a:solidFill>
                  <a:srgbClr val="D1EDF1"/>
                </a:solidFill>
                <a:latin typeface="Arial"/>
                <a:ea typeface="Arial"/>
                <a:cs typeface="Arial"/>
              </a:defRPr>
            </a:pPr>
            <a:r>
              <a:rPr sz="3600" b="1">
                <a:solidFill>
                  <a:srgbClr val="D1EDF1"/>
                </a:solidFill>
                <a:latin typeface="Arial"/>
                <a:ea typeface="Arial"/>
                <a:cs typeface="Arial"/>
              </a:rPr>
              <a:t>Application fix</a:t>
            </a:r>
          </a:p>
        </p:txBody>
      </p:sp>
      <p:sp>
        <p:nvSpPr>
          <p:cNvPr id="9" name="Rectangle 8">
            <a:extLst>
              <a:ext uri="{FF2B5EF4-FFF2-40B4-BE49-F238E27FC236}">
                <a16:creationId xmlns:a16="http://schemas.microsoft.com/office/drawing/2014/main" id="{9F1B5CEC-DC98-433B-8268-95A795A48814}"/>
              </a:ext>
            </a:extLst>
          </p:cNvPr>
          <p:cNvSpPr>
            <a:spLocks noGrp="1"/>
          </p:cNvSpPr>
          <p:nvPr/>
        </p:nvSpPr>
        <p:spPr>
          <a:xfrm>
            <a:off x="6000750" y="9477375"/>
            <a:ext cx="16668750" cy="1905000"/>
          </a:xfrm>
          <a:prstGeom prst="rect">
            <a:avLst/>
          </a:prstGeom>
          <a:noFill/>
          <a:ln w="0">
            <a:noFill/>
          </a:ln>
        </p:spPr>
        <p:txBody>
          <a:bodyPr>
            <a:noAutofit/>
          </a:bodyPr>
          <a:lstStyle/>
          <a:p>
            <a:pPr>
              <a:defRPr sz="3900" b="0">
                <a:solidFill>
                  <a:srgbClr val="FFFFFF"/>
                </a:solidFill>
                <a:latin typeface="Arial"/>
                <a:ea typeface="Arial"/>
                <a:cs typeface="Arial"/>
              </a:defRPr>
            </a:pPr>
            <a:r>
              <a:rPr sz="3900" b="0">
                <a:solidFill>
                  <a:srgbClr val="FFFFFF"/>
                </a:solidFill>
                <a:latin typeface="Arial"/>
                <a:ea typeface="Arial"/>
                <a:cs typeface="Arial"/>
              </a:rPr>
              <a:t>Remove obsolete entries or apply a bounded retention policy.</a:t>
            </a:r>
          </a:p>
        </p:txBody>
      </p:sp>
      <p:sp>
        <p:nvSpPr>
          <p:cNvPr id="9000" name="Slide Number Placeholder 4">
            <a:extLst>
              <a:ext uri="{FF2B5EF4-FFF2-40B4-BE49-F238E27FC236}">
                <a16:creationId xmlns:a16="http://schemas.microsoft.com/office/drawing/2014/main" id="{1037AC3D-012A-C975-7CD2-D2048CA2BFAA}"/>
              </a:ext>
            </a:extLst>
          </p:cNvPr>
          <p:cNvSpPr txBox="1">
            <a:spLocks/>
          </p:cNvSpPr>
          <p:nvPr/>
        </p:nvSpPr>
        <p:spPr>
          <a:xfrm>
            <a:off x="449152" y="13158747"/>
            <a:ext cx="871646" cy="730250"/>
          </a:xfrm>
          <a:prstGeom prst="rect">
            <a:avLst/>
          </a:prstGeom>
        </p:spPr>
        <p:txBody>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defRPr/>
            </a:pPr>
            <a:fld id="{CFF4B978-1D82-7745-80C5-DBABA6B131D3}" type="slidenum">
              <a:rPr lang="en-US" sz="1600" smtClean="0">
                <a:solidFill>
                  <a:srgbClr val="E3E1DD"/>
                </a:solidFill>
                <a:latin typeface="Oracle Sans" panose="020B0503020204020204" pitchFamily="34" charset="0"/>
                <a:cs typeface="Oracle Sans" panose="020B0503020204020204" pitchFamily="34" charset="0"/>
              </a:rPr>
              <a:pPr>
                <a:defRPr/>
              </a:pPr>
              <a:t>11</a:t>
            </a:fld>
            <a:endParaRPr lang="en-US" sz="1600" dirty="0">
              <a:solidFill>
                <a:srgbClr val="E3E1DD"/>
              </a:solidFill>
              <a:latin typeface="Oracle Sans" panose="020B0503020204020204" pitchFamily="34" charset="0"/>
              <a:cs typeface="Oracle Sans" panose="020B0503020204020204" pitchFamily="34" charset="0"/>
            </a:endParaRPr>
          </a:p>
        </p:txBody>
      </p:sp>
    </p:spTree>
    <p:extLst>
      <p:ext uri="{BB962C8B-B14F-4D97-AF65-F5344CB8AC3E}">
        <p14:creationId xmlns:p14="http://schemas.microsoft.com/office/powerpoint/2010/main" val="92720287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00798E"/>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A912843E-364E-478E-9E80-6C1EFA2FA48E}"/>
              </a:ext>
            </a:extLst>
          </p:cNvPr>
          <p:cNvSpPr>
            <a:spLocks noGrp="1"/>
          </p:cNvSpPr>
          <p:nvPr/>
        </p:nvSpPr>
        <p:spPr>
          <a:xfrm>
            <a:off x="952500" y="809625"/>
            <a:ext cx="22098000" cy="1714500"/>
          </a:xfrm>
          <a:prstGeom prst="rect">
            <a:avLst/>
          </a:prstGeom>
          <a:noFill/>
          <a:ln w="0">
            <a:noFill/>
          </a:ln>
        </p:spPr>
        <p:txBody>
          <a:bodyPr>
            <a:noAutofit/>
          </a:bodyPr>
          <a:lstStyle/>
          <a:p>
            <a:pPr>
              <a:defRPr sz="6000" b="0">
                <a:solidFill>
                  <a:srgbClr val="FFFFFF"/>
                </a:solidFill>
                <a:latin typeface="Arial"/>
                <a:ea typeface="Arial"/>
                <a:cs typeface="Arial"/>
              </a:defRPr>
            </a:pPr>
            <a:r>
              <a:rPr sz="6000" b="0">
                <a:solidFill>
                  <a:srgbClr val="FFFFFF"/>
                </a:solidFill>
                <a:latin typeface="Arial"/>
                <a:ea typeface="Arial"/>
                <a:cs typeface="Arial"/>
              </a:rPr>
              <a:t>Why young and old generations help</a:t>
            </a:r>
          </a:p>
        </p:txBody>
      </p:sp>
      <p:sp>
        <p:nvSpPr>
          <p:cNvPr id="2" name="Rectangle 1">
            <a:extLst>
              <a:ext uri="{FF2B5EF4-FFF2-40B4-BE49-F238E27FC236}">
                <a16:creationId xmlns:a16="http://schemas.microsoft.com/office/drawing/2014/main" id="{3824BA0C-4D63-4C19-9E23-D0EAD496F12F}"/>
              </a:ext>
            </a:extLst>
          </p:cNvPr>
          <p:cNvSpPr>
            <a:spLocks noGrp="1"/>
          </p:cNvSpPr>
          <p:nvPr/>
        </p:nvSpPr>
        <p:spPr>
          <a:xfrm>
            <a:off x="1381125" y="3190875"/>
            <a:ext cx="4191000" cy="1047750"/>
          </a:xfrm>
          <a:prstGeom prst="rect">
            <a:avLst/>
          </a:prstGeom>
          <a:noFill/>
          <a:ln w="0">
            <a:noFill/>
          </a:ln>
        </p:spPr>
        <p:txBody>
          <a:bodyPr>
            <a:noAutofit/>
          </a:bodyPr>
          <a:lstStyle/>
          <a:p>
            <a:pPr>
              <a:defRPr sz="3600" b="1">
                <a:solidFill>
                  <a:srgbClr val="D1EDF1"/>
                </a:solidFill>
                <a:latin typeface="Arial"/>
                <a:ea typeface="Arial"/>
                <a:cs typeface="Arial"/>
              </a:defRPr>
            </a:pPr>
            <a:r>
              <a:rPr sz="3600" b="1">
                <a:solidFill>
                  <a:srgbClr val="D1EDF1"/>
                </a:solidFill>
                <a:latin typeface="Arial"/>
                <a:ea typeface="Arial"/>
                <a:cs typeface="Arial"/>
              </a:rPr>
              <a:t>Observation</a:t>
            </a:r>
          </a:p>
        </p:txBody>
      </p:sp>
      <p:sp>
        <p:nvSpPr>
          <p:cNvPr id="3" name="Rectangle 2">
            <a:extLst>
              <a:ext uri="{FF2B5EF4-FFF2-40B4-BE49-F238E27FC236}">
                <a16:creationId xmlns:a16="http://schemas.microsoft.com/office/drawing/2014/main" id="{122FA362-12CA-4417-9706-BE46E860B5E8}"/>
              </a:ext>
            </a:extLst>
          </p:cNvPr>
          <p:cNvSpPr>
            <a:spLocks noGrp="1"/>
          </p:cNvSpPr>
          <p:nvPr/>
        </p:nvSpPr>
        <p:spPr>
          <a:xfrm>
            <a:off x="6000750" y="3190875"/>
            <a:ext cx="16668750" cy="1905000"/>
          </a:xfrm>
          <a:prstGeom prst="rect">
            <a:avLst/>
          </a:prstGeom>
          <a:noFill/>
          <a:ln w="0">
            <a:noFill/>
          </a:ln>
        </p:spPr>
        <p:txBody>
          <a:bodyPr>
            <a:noAutofit/>
          </a:bodyPr>
          <a:lstStyle/>
          <a:p>
            <a:pPr>
              <a:defRPr sz="3900" b="0">
                <a:solidFill>
                  <a:srgbClr val="FFFFFF"/>
                </a:solidFill>
                <a:latin typeface="Arial"/>
                <a:ea typeface="Arial"/>
                <a:cs typeface="Arial"/>
              </a:defRPr>
            </a:pPr>
            <a:r>
              <a:rPr sz="3900" b="0">
                <a:solidFill>
                  <a:srgbClr val="FFFFFF"/>
                </a:solidFill>
                <a:latin typeface="Arial"/>
                <a:ea typeface="Arial"/>
                <a:cs typeface="Arial"/>
              </a:rPr>
              <a:t>Many temporary objects become unreachable soon after creation.</a:t>
            </a:r>
          </a:p>
        </p:txBody>
      </p:sp>
      <p:sp>
        <p:nvSpPr>
          <p:cNvPr id="4" name="Rectangle 3">
            <a:extLst>
              <a:ext uri="{FF2B5EF4-FFF2-40B4-BE49-F238E27FC236}">
                <a16:creationId xmlns:a16="http://schemas.microsoft.com/office/drawing/2014/main" id="{3E30A9B7-8495-430C-A77F-E15DC193CF06}"/>
              </a:ext>
            </a:extLst>
          </p:cNvPr>
          <p:cNvSpPr>
            <a:spLocks noGrp="1"/>
          </p:cNvSpPr>
          <p:nvPr/>
        </p:nvSpPr>
        <p:spPr>
          <a:xfrm>
            <a:off x="1381125" y="5286375"/>
            <a:ext cx="4191000" cy="1047750"/>
          </a:xfrm>
          <a:prstGeom prst="rect">
            <a:avLst/>
          </a:prstGeom>
          <a:noFill/>
          <a:ln w="0">
            <a:noFill/>
          </a:ln>
        </p:spPr>
        <p:txBody>
          <a:bodyPr>
            <a:noAutofit/>
          </a:bodyPr>
          <a:lstStyle/>
          <a:p>
            <a:pPr>
              <a:defRPr sz="3600" b="1">
                <a:solidFill>
                  <a:srgbClr val="D1EDF1"/>
                </a:solidFill>
                <a:latin typeface="Arial"/>
                <a:ea typeface="Arial"/>
                <a:cs typeface="Arial"/>
              </a:defRPr>
            </a:pPr>
            <a:r>
              <a:rPr sz="3600" b="1">
                <a:solidFill>
                  <a:srgbClr val="D1EDF1"/>
                </a:solidFill>
                <a:latin typeface="Arial"/>
                <a:ea typeface="Arial"/>
                <a:cs typeface="Arial"/>
              </a:rPr>
              <a:t>Young generation</a:t>
            </a:r>
          </a:p>
        </p:txBody>
      </p:sp>
      <p:sp>
        <p:nvSpPr>
          <p:cNvPr id="5" name="Rectangle 4">
            <a:extLst>
              <a:ext uri="{FF2B5EF4-FFF2-40B4-BE49-F238E27FC236}">
                <a16:creationId xmlns:a16="http://schemas.microsoft.com/office/drawing/2014/main" id="{A45AEDDB-CA0A-4BEA-AC42-9D80C5D09F7F}"/>
              </a:ext>
            </a:extLst>
          </p:cNvPr>
          <p:cNvSpPr>
            <a:spLocks noGrp="1"/>
          </p:cNvSpPr>
          <p:nvPr/>
        </p:nvSpPr>
        <p:spPr>
          <a:xfrm>
            <a:off x="6000750" y="5286375"/>
            <a:ext cx="16668750" cy="1905000"/>
          </a:xfrm>
          <a:prstGeom prst="rect">
            <a:avLst/>
          </a:prstGeom>
          <a:noFill/>
          <a:ln w="0">
            <a:noFill/>
          </a:ln>
        </p:spPr>
        <p:txBody>
          <a:bodyPr>
            <a:noAutofit/>
          </a:bodyPr>
          <a:lstStyle/>
          <a:p>
            <a:pPr>
              <a:defRPr sz="3900" b="0">
                <a:solidFill>
                  <a:srgbClr val="FFFFFF"/>
                </a:solidFill>
                <a:latin typeface="Arial"/>
                <a:ea typeface="Arial"/>
                <a:cs typeface="Arial"/>
              </a:defRPr>
            </a:pPr>
            <a:r>
              <a:rPr sz="3900" b="0">
                <a:solidFill>
                  <a:srgbClr val="FFFFFF"/>
                </a:solidFill>
                <a:latin typeface="Arial"/>
                <a:ea typeface="Arial"/>
                <a:cs typeface="Arial"/>
              </a:rPr>
              <a:t>Collect new objects frequently, where much of the garbage is likely to be.</a:t>
            </a:r>
          </a:p>
        </p:txBody>
      </p:sp>
      <p:sp>
        <p:nvSpPr>
          <p:cNvPr id="6" name="Rectangle 5">
            <a:extLst>
              <a:ext uri="{FF2B5EF4-FFF2-40B4-BE49-F238E27FC236}">
                <a16:creationId xmlns:a16="http://schemas.microsoft.com/office/drawing/2014/main" id="{E7925BC3-8443-4897-8A17-390BAE9CE36C}"/>
              </a:ext>
            </a:extLst>
          </p:cNvPr>
          <p:cNvSpPr>
            <a:spLocks noGrp="1"/>
          </p:cNvSpPr>
          <p:nvPr/>
        </p:nvSpPr>
        <p:spPr>
          <a:xfrm>
            <a:off x="1381125" y="7381875"/>
            <a:ext cx="4191000" cy="1047750"/>
          </a:xfrm>
          <a:prstGeom prst="rect">
            <a:avLst/>
          </a:prstGeom>
          <a:noFill/>
          <a:ln w="0">
            <a:noFill/>
          </a:ln>
        </p:spPr>
        <p:txBody>
          <a:bodyPr>
            <a:noAutofit/>
          </a:bodyPr>
          <a:lstStyle/>
          <a:p>
            <a:pPr>
              <a:defRPr sz="3600" b="1">
                <a:solidFill>
                  <a:srgbClr val="D1EDF1"/>
                </a:solidFill>
                <a:latin typeface="Arial"/>
                <a:ea typeface="Arial"/>
                <a:cs typeface="Arial"/>
              </a:defRPr>
            </a:pPr>
            <a:r>
              <a:rPr sz="3600" b="1">
                <a:solidFill>
                  <a:srgbClr val="D1EDF1"/>
                </a:solidFill>
                <a:latin typeface="Arial"/>
                <a:ea typeface="Arial"/>
                <a:cs typeface="Arial"/>
              </a:rPr>
              <a:t>Old generation</a:t>
            </a:r>
          </a:p>
        </p:txBody>
      </p:sp>
      <p:sp>
        <p:nvSpPr>
          <p:cNvPr id="7" name="Rectangle 6">
            <a:extLst>
              <a:ext uri="{FF2B5EF4-FFF2-40B4-BE49-F238E27FC236}">
                <a16:creationId xmlns:a16="http://schemas.microsoft.com/office/drawing/2014/main" id="{2BEC6C28-8135-4C93-AD2E-2F2ACC4987ED}"/>
              </a:ext>
            </a:extLst>
          </p:cNvPr>
          <p:cNvSpPr>
            <a:spLocks noGrp="1"/>
          </p:cNvSpPr>
          <p:nvPr/>
        </p:nvSpPr>
        <p:spPr>
          <a:xfrm>
            <a:off x="6000750" y="7381875"/>
            <a:ext cx="16668750" cy="1905000"/>
          </a:xfrm>
          <a:prstGeom prst="rect">
            <a:avLst/>
          </a:prstGeom>
          <a:noFill/>
          <a:ln w="0">
            <a:noFill/>
          </a:ln>
        </p:spPr>
        <p:txBody>
          <a:bodyPr>
            <a:noAutofit/>
          </a:bodyPr>
          <a:lstStyle/>
          <a:p>
            <a:pPr>
              <a:defRPr sz="3900" b="0">
                <a:solidFill>
                  <a:srgbClr val="FFFFFF"/>
                </a:solidFill>
                <a:latin typeface="Arial"/>
                <a:ea typeface="Arial"/>
                <a:cs typeface="Arial"/>
              </a:defRPr>
            </a:pPr>
            <a:r>
              <a:rPr sz="3900" b="0">
                <a:solidFill>
                  <a:srgbClr val="FFFFFF"/>
                </a:solidFill>
                <a:latin typeface="Arial"/>
                <a:ea typeface="Arial"/>
                <a:cs typeface="Arial"/>
              </a:rPr>
              <a:t>Move longer-lived survivors here and collect them less often.</a:t>
            </a:r>
          </a:p>
        </p:txBody>
      </p:sp>
      <p:sp>
        <p:nvSpPr>
          <p:cNvPr id="8" name="Rectangle 7">
            <a:extLst>
              <a:ext uri="{FF2B5EF4-FFF2-40B4-BE49-F238E27FC236}">
                <a16:creationId xmlns:a16="http://schemas.microsoft.com/office/drawing/2014/main" id="{53CF1913-6071-4134-AFFA-18AC72FD56F9}"/>
              </a:ext>
            </a:extLst>
          </p:cNvPr>
          <p:cNvSpPr>
            <a:spLocks noGrp="1"/>
          </p:cNvSpPr>
          <p:nvPr/>
        </p:nvSpPr>
        <p:spPr>
          <a:xfrm>
            <a:off x="1381125" y="9477375"/>
            <a:ext cx="4191000" cy="1047750"/>
          </a:xfrm>
          <a:prstGeom prst="rect">
            <a:avLst/>
          </a:prstGeom>
          <a:noFill/>
          <a:ln w="0">
            <a:noFill/>
          </a:ln>
        </p:spPr>
        <p:txBody>
          <a:bodyPr>
            <a:noAutofit/>
          </a:bodyPr>
          <a:lstStyle/>
          <a:p>
            <a:pPr>
              <a:defRPr sz="3600" b="1">
                <a:solidFill>
                  <a:srgbClr val="D1EDF1"/>
                </a:solidFill>
                <a:latin typeface="Arial"/>
                <a:ea typeface="Arial"/>
                <a:cs typeface="Arial"/>
              </a:defRPr>
            </a:pPr>
            <a:r>
              <a:rPr sz="3600" b="1">
                <a:solidFill>
                  <a:srgbClr val="D1EDF1"/>
                </a:solidFill>
                <a:latin typeface="Arial"/>
                <a:ea typeface="Arial"/>
                <a:cs typeface="Arial"/>
              </a:rPr>
              <a:t>Next example</a:t>
            </a:r>
          </a:p>
        </p:txBody>
      </p:sp>
      <p:sp>
        <p:nvSpPr>
          <p:cNvPr id="9" name="Rectangle 8">
            <a:extLst>
              <a:ext uri="{FF2B5EF4-FFF2-40B4-BE49-F238E27FC236}">
                <a16:creationId xmlns:a16="http://schemas.microsoft.com/office/drawing/2014/main" id="{423AB05F-B061-4F8A-B71C-40DCDA68F6D6}"/>
              </a:ext>
            </a:extLst>
          </p:cNvPr>
          <p:cNvSpPr>
            <a:spLocks noGrp="1"/>
          </p:cNvSpPr>
          <p:nvPr/>
        </p:nvSpPr>
        <p:spPr>
          <a:xfrm>
            <a:off x="6000750" y="9477375"/>
            <a:ext cx="16668750" cy="1905000"/>
          </a:xfrm>
          <a:prstGeom prst="rect">
            <a:avLst/>
          </a:prstGeom>
          <a:noFill/>
          <a:ln w="0">
            <a:noFill/>
          </a:ln>
        </p:spPr>
        <p:txBody>
          <a:bodyPr>
            <a:noAutofit/>
          </a:bodyPr>
          <a:lstStyle/>
          <a:p>
            <a:pPr>
              <a:defRPr sz="3900" b="0">
                <a:solidFill>
                  <a:srgbClr val="FFFFFF"/>
                </a:solidFill>
                <a:latin typeface="Arial"/>
                <a:ea typeface="Arial"/>
                <a:cs typeface="Arial"/>
              </a:defRPr>
            </a:pPr>
            <a:r>
              <a:rPr sz="3900" b="0">
                <a:solidFill>
                  <a:srgbClr val="FFFFFF"/>
                </a:solidFill>
                <a:latin typeface="Arial"/>
                <a:ea typeface="Arial"/>
                <a:cs typeface="Arial"/>
              </a:rPr>
              <a:t>Eden and S0/S1 illustrate the traditional Serial/Parallel layout.</a:t>
            </a:r>
          </a:p>
        </p:txBody>
      </p:sp>
      <p:sp>
        <p:nvSpPr>
          <p:cNvPr id="10" name="Rectangle 9">
            <a:extLst>
              <a:ext uri="{FF2B5EF4-FFF2-40B4-BE49-F238E27FC236}">
                <a16:creationId xmlns:a16="http://schemas.microsoft.com/office/drawing/2014/main" id="{34737D05-0FD7-4AF2-BD86-5B5124CD2B8B}"/>
              </a:ext>
            </a:extLst>
          </p:cNvPr>
          <p:cNvSpPr>
            <a:spLocks noGrp="1"/>
          </p:cNvSpPr>
          <p:nvPr/>
        </p:nvSpPr>
        <p:spPr>
          <a:xfrm>
            <a:off x="1333500" y="12096750"/>
            <a:ext cx="21812250" cy="1095375"/>
          </a:xfrm>
          <a:prstGeom prst="rect">
            <a:avLst/>
          </a:prstGeom>
          <a:noFill/>
          <a:ln w="0">
            <a:noFill/>
          </a:ln>
        </p:spPr>
        <p:txBody>
          <a:bodyPr>
            <a:noAutofit/>
          </a:bodyPr>
          <a:lstStyle/>
          <a:p>
            <a:pPr>
              <a:defRPr sz="2850" b="0">
                <a:solidFill>
                  <a:srgbClr val="D1EDF1"/>
                </a:solidFill>
                <a:latin typeface="Arial"/>
                <a:ea typeface="Arial"/>
                <a:cs typeface="Arial"/>
              </a:defRPr>
            </a:pPr>
            <a:r>
              <a:rPr sz="2850" b="0">
                <a:solidFill>
                  <a:srgbClr val="D1EDF1"/>
                </a:solidFill>
                <a:latin typeface="Arial"/>
                <a:ea typeface="Arial"/>
                <a:cs typeface="Arial"/>
              </a:rPr>
              <a:t>S0 and S1 are survivor spaces. Their roles alternate between young collections.</a:t>
            </a:r>
          </a:p>
        </p:txBody>
      </p:sp>
      <p:sp>
        <p:nvSpPr>
          <p:cNvPr id="9000" name="Slide Number Placeholder 4">
            <a:extLst>
              <a:ext uri="{FF2B5EF4-FFF2-40B4-BE49-F238E27FC236}">
                <a16:creationId xmlns:a16="http://schemas.microsoft.com/office/drawing/2014/main" id="{1037AC3D-012A-C975-7CD2-D2048CA2BFAA}"/>
              </a:ext>
            </a:extLst>
          </p:cNvPr>
          <p:cNvSpPr txBox="1">
            <a:spLocks/>
          </p:cNvSpPr>
          <p:nvPr/>
        </p:nvSpPr>
        <p:spPr>
          <a:xfrm>
            <a:off x="449152" y="13158747"/>
            <a:ext cx="871646" cy="730250"/>
          </a:xfrm>
          <a:prstGeom prst="rect">
            <a:avLst/>
          </a:prstGeom>
        </p:spPr>
        <p:txBody>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defRPr/>
            </a:pPr>
            <a:fld id="{CFF4B978-1D82-7745-80C5-DBABA6B131D3}" type="slidenum">
              <a:rPr lang="en-US" sz="1600" smtClean="0">
                <a:solidFill>
                  <a:srgbClr val="E3E1DD"/>
                </a:solidFill>
                <a:latin typeface="Oracle Sans" panose="020B0503020204020204" pitchFamily="34" charset="0"/>
                <a:cs typeface="Oracle Sans" panose="020B0503020204020204" pitchFamily="34" charset="0"/>
              </a:rPr>
              <a:pPr>
                <a:defRPr/>
              </a:pPr>
              <a:t>12</a:t>
            </a:fld>
            <a:endParaRPr lang="en-US" sz="1600" dirty="0">
              <a:solidFill>
                <a:srgbClr val="E3E1DD"/>
              </a:solidFill>
              <a:latin typeface="Oracle Sans" panose="020B0503020204020204" pitchFamily="34" charset="0"/>
              <a:cs typeface="Oracle Sans" panose="020B0503020204020204" pitchFamily="34" charset="0"/>
            </a:endParaRPr>
          </a:p>
        </p:txBody>
      </p:sp>
    </p:spTree>
    <p:extLst>
      <p:ext uri="{BB962C8B-B14F-4D97-AF65-F5344CB8AC3E}">
        <p14:creationId xmlns:p14="http://schemas.microsoft.com/office/powerpoint/2010/main" val="180698281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9D618D-C4AF-D244-A0D0-23FB19963B4C}"/>
              </a:ext>
            </a:extLst>
          </p:cNvPr>
          <p:cNvSpPr>
            <a:spLocks noGrp="1"/>
          </p:cNvSpPr>
          <p:nvPr>
            <p:ph type="title"/>
          </p:nvPr>
        </p:nvSpPr>
        <p:spPr/>
        <p:txBody>
          <a:bodyPr/>
          <a:lstStyle/>
          <a:p>
            <a:r>
              <a:rPr lang="en-US" dirty="0"/>
              <a:t>Object Allocation: New Objects</a:t>
            </a:r>
          </a:p>
        </p:txBody>
      </p:sp>
      <p:sp>
        <p:nvSpPr>
          <p:cNvPr id="5" name="Slide Number Placeholder 4">
            <a:extLst>
              <a:ext uri="{FF2B5EF4-FFF2-40B4-BE49-F238E27FC236}">
                <a16:creationId xmlns:a16="http://schemas.microsoft.com/office/drawing/2014/main" id="{1AB288E3-1D8F-6960-13D2-A1EDCD041A2C}"/>
              </a:ext>
            </a:extLst>
          </p:cNvPr>
          <p:cNvSpPr>
            <a:spLocks noGrp="1"/>
          </p:cNvSpPr>
          <p:nvPr>
            <p:ph type="sldNum" sz="quarter" idx="4"/>
          </p:nvPr>
        </p:nvSpPr>
        <p:spPr/>
        <p:txBody>
          <a:bodyPr/>
          <a:lstStyle/>
          <a:p>
            <a:fld id="{CFF4B978-1D82-7745-80C5-DBABA6B131D3}" type="slidenum">
              <a:rPr lang="en-US" smtClean="0"/>
              <a:pPr/>
              <a:t>13</a:t>
            </a:fld>
            <a:endParaRPr lang="en-US"/>
          </a:p>
        </p:txBody>
      </p:sp>
      <p:sp>
        <p:nvSpPr>
          <p:cNvPr id="7" name="Rectangle 6">
            <a:extLst>
              <a:ext uri="{FF2B5EF4-FFF2-40B4-BE49-F238E27FC236}">
                <a16:creationId xmlns:a16="http://schemas.microsoft.com/office/drawing/2014/main" id="{45615C05-9632-0F7C-91ED-C2552B158385}"/>
              </a:ext>
            </a:extLst>
          </p:cNvPr>
          <p:cNvSpPr/>
          <p:nvPr/>
        </p:nvSpPr>
        <p:spPr>
          <a:xfrm>
            <a:off x="3582010" y="4789365"/>
            <a:ext cx="16255390" cy="1650024"/>
          </a:xfrm>
          <a:prstGeom prst="rect">
            <a:avLst/>
          </a:prstGeom>
          <a:solidFill>
            <a:schemeClr val="accent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t>Eden</a:t>
            </a:r>
          </a:p>
        </p:txBody>
      </p:sp>
      <p:sp>
        <p:nvSpPr>
          <p:cNvPr id="9" name="Rectangle 8">
            <a:extLst>
              <a:ext uri="{FF2B5EF4-FFF2-40B4-BE49-F238E27FC236}">
                <a16:creationId xmlns:a16="http://schemas.microsoft.com/office/drawing/2014/main" id="{661C0E72-523E-4646-341F-4009FB816BF3}"/>
              </a:ext>
            </a:extLst>
          </p:cNvPr>
          <p:cNvSpPr/>
          <p:nvPr/>
        </p:nvSpPr>
        <p:spPr>
          <a:xfrm>
            <a:off x="3582010" y="8996972"/>
            <a:ext cx="16255390" cy="1650024"/>
          </a:xfrm>
          <a:prstGeom prst="rect">
            <a:avLst/>
          </a:prstGeom>
          <a:solidFill>
            <a:schemeClr val="accent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t>Old Generation</a:t>
            </a:r>
          </a:p>
        </p:txBody>
      </p:sp>
      <p:sp>
        <p:nvSpPr>
          <p:cNvPr id="11" name="Rectangle 10">
            <a:extLst>
              <a:ext uri="{FF2B5EF4-FFF2-40B4-BE49-F238E27FC236}">
                <a16:creationId xmlns:a16="http://schemas.microsoft.com/office/drawing/2014/main" id="{9B74F1DC-D1ED-829D-3F12-4724F165B8B4}"/>
              </a:ext>
            </a:extLst>
          </p:cNvPr>
          <p:cNvSpPr/>
          <p:nvPr/>
        </p:nvSpPr>
        <p:spPr>
          <a:xfrm>
            <a:off x="11955653" y="6892929"/>
            <a:ext cx="7881747" cy="1650023"/>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t>S1</a:t>
            </a:r>
          </a:p>
        </p:txBody>
      </p:sp>
      <p:sp>
        <p:nvSpPr>
          <p:cNvPr id="14" name="Rectangle 13">
            <a:extLst>
              <a:ext uri="{FF2B5EF4-FFF2-40B4-BE49-F238E27FC236}">
                <a16:creationId xmlns:a16="http://schemas.microsoft.com/office/drawing/2014/main" id="{57CC3539-CBAB-6D53-EC52-7693752EA8D3}"/>
              </a:ext>
            </a:extLst>
          </p:cNvPr>
          <p:cNvSpPr/>
          <p:nvPr/>
        </p:nvSpPr>
        <p:spPr>
          <a:xfrm>
            <a:off x="3582010" y="6858000"/>
            <a:ext cx="7881748" cy="1650023"/>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t>S0</a:t>
            </a:r>
          </a:p>
        </p:txBody>
      </p:sp>
      <p:sp>
        <p:nvSpPr>
          <p:cNvPr id="15" name="Rectangle 14">
            <a:extLst>
              <a:ext uri="{FF2B5EF4-FFF2-40B4-BE49-F238E27FC236}">
                <a16:creationId xmlns:a16="http://schemas.microsoft.com/office/drawing/2014/main" id="{B3B28ABC-06E5-5F3D-788D-2ED478C289A0}"/>
              </a:ext>
            </a:extLst>
          </p:cNvPr>
          <p:cNvSpPr/>
          <p:nvPr/>
        </p:nvSpPr>
        <p:spPr>
          <a:xfrm>
            <a:off x="3889375" y="5110544"/>
            <a:ext cx="660400" cy="1143000"/>
          </a:xfrm>
          <a:prstGeom prst="rect">
            <a:avLst/>
          </a:prstGeom>
          <a:solidFill>
            <a:srgbClr val="92D05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rgbClr val="92D050"/>
              </a:solidFill>
            </a:endParaRPr>
          </a:p>
        </p:txBody>
      </p:sp>
      <p:sp>
        <p:nvSpPr>
          <p:cNvPr id="16" name="Rectangle 15">
            <a:extLst>
              <a:ext uri="{FF2B5EF4-FFF2-40B4-BE49-F238E27FC236}">
                <a16:creationId xmlns:a16="http://schemas.microsoft.com/office/drawing/2014/main" id="{5C346D08-6492-0C8A-65B1-9C64FAA12B51}"/>
              </a:ext>
            </a:extLst>
          </p:cNvPr>
          <p:cNvSpPr/>
          <p:nvPr/>
        </p:nvSpPr>
        <p:spPr>
          <a:xfrm>
            <a:off x="4859596" y="5110544"/>
            <a:ext cx="660400" cy="1143000"/>
          </a:xfrm>
          <a:prstGeom prst="rect">
            <a:avLst/>
          </a:prstGeom>
          <a:solidFill>
            <a:srgbClr val="92D05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rgbClr val="92D050"/>
              </a:solidFill>
            </a:endParaRPr>
          </a:p>
        </p:txBody>
      </p:sp>
      <p:sp>
        <p:nvSpPr>
          <p:cNvPr id="17" name="Rectangle 16">
            <a:extLst>
              <a:ext uri="{FF2B5EF4-FFF2-40B4-BE49-F238E27FC236}">
                <a16:creationId xmlns:a16="http://schemas.microsoft.com/office/drawing/2014/main" id="{6A960FFD-9B68-453F-0EFA-236572ADFD18}"/>
              </a:ext>
            </a:extLst>
          </p:cNvPr>
          <p:cNvSpPr/>
          <p:nvPr/>
        </p:nvSpPr>
        <p:spPr>
          <a:xfrm>
            <a:off x="5775554" y="5110544"/>
            <a:ext cx="660400" cy="1143000"/>
          </a:xfrm>
          <a:prstGeom prst="rect">
            <a:avLst/>
          </a:prstGeom>
          <a:solidFill>
            <a:srgbClr val="92D05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rgbClr val="92D050"/>
              </a:solidFill>
            </a:endParaRPr>
          </a:p>
        </p:txBody>
      </p:sp>
      <p:sp>
        <p:nvSpPr>
          <p:cNvPr id="18" name="Rectangle 17">
            <a:extLst>
              <a:ext uri="{FF2B5EF4-FFF2-40B4-BE49-F238E27FC236}">
                <a16:creationId xmlns:a16="http://schemas.microsoft.com/office/drawing/2014/main" id="{753F7C43-4A3D-C0C7-9CC5-F1225EE38A27}"/>
              </a:ext>
            </a:extLst>
          </p:cNvPr>
          <p:cNvSpPr/>
          <p:nvPr/>
        </p:nvSpPr>
        <p:spPr>
          <a:xfrm>
            <a:off x="6745775" y="5110544"/>
            <a:ext cx="660400" cy="1143000"/>
          </a:xfrm>
          <a:prstGeom prst="rect">
            <a:avLst/>
          </a:prstGeom>
          <a:solidFill>
            <a:srgbClr val="92D05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rgbClr val="92D050"/>
              </a:solidFill>
            </a:endParaRPr>
          </a:p>
        </p:txBody>
      </p:sp>
      <p:sp>
        <p:nvSpPr>
          <p:cNvPr id="21" name="TextBox 20">
            <a:extLst>
              <a:ext uri="{FF2B5EF4-FFF2-40B4-BE49-F238E27FC236}">
                <a16:creationId xmlns:a16="http://schemas.microsoft.com/office/drawing/2014/main" id="{1434B722-8743-6C23-1283-96386894EB7C}"/>
              </a:ext>
            </a:extLst>
          </p:cNvPr>
          <p:cNvSpPr txBox="1"/>
          <p:nvPr/>
        </p:nvSpPr>
        <p:spPr>
          <a:xfrm>
            <a:off x="1619250" y="11239500"/>
            <a:ext cx="21240750" cy="1524000"/>
          </a:xfrm>
          <a:prstGeom prst="rect">
            <a:avLst/>
          </a:prstGeom>
          <a:noFill/>
        </p:spPr>
        <p:txBody>
          <a:bodyPr wrap="square" rtlCol="0">
            <a:spAutoFit/>
          </a:bodyPr>
          <a:lstStyle/>
          <a:p>
            <a:r>
              <a:rPr lang="en-US" sz="3000" dirty="0">
                <a:solidFill>
                  <a:schemeClr val="bg1"/>
                </a:solidFill>
              </a:rPr>
              <a:t>Most ordinary new objects enter Eden in this traditional generational example.</a:t>
            </a:r>
          </a:p>
          <a:p>
            <a:r>
              <a:rPr lang="en-US" sz="3000" dirty="0">
                <a:solidFill>
                  <a:schemeClr val="bg1"/>
                </a:solidFill>
              </a:rPr>
              <a:t>When allocation runs out of young-generation space, a young GC can reclaim space.</a:t>
            </a:r>
          </a:p>
        </p:txBody>
      </p:sp>
    </p:spTree>
    <p:extLst>
      <p:ext uri="{BB962C8B-B14F-4D97-AF65-F5344CB8AC3E}">
        <p14:creationId xmlns:p14="http://schemas.microsoft.com/office/powerpoint/2010/main" val="122332706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42CC28-0410-22AE-03FF-C61837D9EF7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84A08EB-563D-F7C8-2A81-46CEBBC54FA9}"/>
              </a:ext>
            </a:extLst>
          </p:cNvPr>
          <p:cNvSpPr>
            <a:spLocks noGrp="1"/>
          </p:cNvSpPr>
          <p:nvPr>
            <p:ph type="title"/>
          </p:nvPr>
        </p:nvSpPr>
        <p:spPr/>
        <p:txBody>
          <a:bodyPr/>
          <a:lstStyle/>
          <a:p>
            <a:r>
              <a:rPr lang="en-US" dirty="0"/>
              <a:t>Object Allocation: First Survivors</a:t>
            </a:r>
          </a:p>
        </p:txBody>
      </p:sp>
      <p:sp>
        <p:nvSpPr>
          <p:cNvPr id="5" name="Slide Number Placeholder 4">
            <a:extLst>
              <a:ext uri="{FF2B5EF4-FFF2-40B4-BE49-F238E27FC236}">
                <a16:creationId xmlns:a16="http://schemas.microsoft.com/office/drawing/2014/main" id="{AFA94628-5826-2CCB-6C77-4944C78B8743}"/>
              </a:ext>
            </a:extLst>
          </p:cNvPr>
          <p:cNvSpPr>
            <a:spLocks noGrp="1"/>
          </p:cNvSpPr>
          <p:nvPr>
            <p:ph type="sldNum" sz="quarter" idx="4"/>
          </p:nvPr>
        </p:nvSpPr>
        <p:spPr/>
        <p:txBody>
          <a:bodyPr/>
          <a:lstStyle/>
          <a:p>
            <a:fld id="{CFF4B978-1D82-7745-80C5-DBABA6B131D3}" type="slidenum">
              <a:rPr lang="en-US" smtClean="0"/>
              <a:pPr/>
              <a:t>14</a:t>
            </a:fld>
            <a:endParaRPr lang="en-US"/>
          </a:p>
        </p:txBody>
      </p:sp>
      <p:sp>
        <p:nvSpPr>
          <p:cNvPr id="7" name="Rectangle 6">
            <a:extLst>
              <a:ext uri="{FF2B5EF4-FFF2-40B4-BE49-F238E27FC236}">
                <a16:creationId xmlns:a16="http://schemas.microsoft.com/office/drawing/2014/main" id="{A21A72D1-F677-E1EB-C2E5-B88E7239FF6D}"/>
              </a:ext>
            </a:extLst>
          </p:cNvPr>
          <p:cNvSpPr/>
          <p:nvPr/>
        </p:nvSpPr>
        <p:spPr>
          <a:xfrm>
            <a:off x="3582010" y="4789365"/>
            <a:ext cx="16255390" cy="1650024"/>
          </a:xfrm>
          <a:prstGeom prst="rect">
            <a:avLst/>
          </a:prstGeom>
          <a:solidFill>
            <a:schemeClr val="accent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t>Eden</a:t>
            </a:r>
          </a:p>
        </p:txBody>
      </p:sp>
      <p:sp>
        <p:nvSpPr>
          <p:cNvPr id="9" name="Rectangle 8">
            <a:extLst>
              <a:ext uri="{FF2B5EF4-FFF2-40B4-BE49-F238E27FC236}">
                <a16:creationId xmlns:a16="http://schemas.microsoft.com/office/drawing/2014/main" id="{49857CAF-6392-EBD8-B209-315F1EB00F82}"/>
              </a:ext>
            </a:extLst>
          </p:cNvPr>
          <p:cNvSpPr/>
          <p:nvPr/>
        </p:nvSpPr>
        <p:spPr>
          <a:xfrm>
            <a:off x="3582010" y="8996972"/>
            <a:ext cx="16255390" cy="1650024"/>
          </a:xfrm>
          <a:prstGeom prst="rect">
            <a:avLst/>
          </a:prstGeom>
          <a:solidFill>
            <a:schemeClr val="accent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t>Old Generation</a:t>
            </a:r>
          </a:p>
        </p:txBody>
      </p:sp>
      <p:sp>
        <p:nvSpPr>
          <p:cNvPr id="11" name="Rectangle 10">
            <a:extLst>
              <a:ext uri="{FF2B5EF4-FFF2-40B4-BE49-F238E27FC236}">
                <a16:creationId xmlns:a16="http://schemas.microsoft.com/office/drawing/2014/main" id="{25062B63-1E72-5665-69B2-E9548FD0F524}"/>
              </a:ext>
            </a:extLst>
          </p:cNvPr>
          <p:cNvSpPr/>
          <p:nvPr/>
        </p:nvSpPr>
        <p:spPr>
          <a:xfrm>
            <a:off x="11955653" y="6892929"/>
            <a:ext cx="7881747" cy="1650023"/>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t>S1</a:t>
            </a:r>
          </a:p>
        </p:txBody>
      </p:sp>
      <p:sp>
        <p:nvSpPr>
          <p:cNvPr id="14" name="Rectangle 13">
            <a:extLst>
              <a:ext uri="{FF2B5EF4-FFF2-40B4-BE49-F238E27FC236}">
                <a16:creationId xmlns:a16="http://schemas.microsoft.com/office/drawing/2014/main" id="{3DEA39C4-A114-9C56-E23F-409FC756719A}"/>
              </a:ext>
            </a:extLst>
          </p:cNvPr>
          <p:cNvSpPr/>
          <p:nvPr/>
        </p:nvSpPr>
        <p:spPr>
          <a:xfrm>
            <a:off x="3582010" y="6858000"/>
            <a:ext cx="7881748" cy="1650023"/>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t>S0</a:t>
            </a:r>
          </a:p>
        </p:txBody>
      </p:sp>
      <p:sp>
        <p:nvSpPr>
          <p:cNvPr id="15" name="Rectangle 14">
            <a:extLst>
              <a:ext uri="{FF2B5EF4-FFF2-40B4-BE49-F238E27FC236}">
                <a16:creationId xmlns:a16="http://schemas.microsoft.com/office/drawing/2014/main" id="{D15E6B18-F918-BD2B-6842-476DBA010325}"/>
              </a:ext>
            </a:extLst>
          </p:cNvPr>
          <p:cNvSpPr/>
          <p:nvPr/>
        </p:nvSpPr>
        <p:spPr>
          <a:xfrm>
            <a:off x="3909754" y="7129579"/>
            <a:ext cx="660400" cy="1143000"/>
          </a:xfrm>
          <a:prstGeom prst="rect">
            <a:avLst/>
          </a:prstGeom>
          <a:solidFill>
            <a:srgbClr val="92D05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dirty="0">
                <a:solidFill>
                  <a:schemeClr val="bg1"/>
                </a:solidFill>
              </a:rPr>
              <a:t>1</a:t>
            </a:r>
            <a:endParaRPr lang="en-US" dirty="0">
              <a:solidFill>
                <a:schemeClr val="bg1"/>
              </a:solidFill>
            </a:endParaRPr>
          </a:p>
        </p:txBody>
      </p:sp>
      <p:sp>
        <p:nvSpPr>
          <p:cNvPr id="16" name="Rectangle 15">
            <a:extLst>
              <a:ext uri="{FF2B5EF4-FFF2-40B4-BE49-F238E27FC236}">
                <a16:creationId xmlns:a16="http://schemas.microsoft.com/office/drawing/2014/main" id="{1E1A863C-6DE6-53B2-6AE5-2935BDCC513D}"/>
              </a:ext>
            </a:extLst>
          </p:cNvPr>
          <p:cNvSpPr/>
          <p:nvPr/>
        </p:nvSpPr>
        <p:spPr>
          <a:xfrm>
            <a:off x="4725064" y="7129579"/>
            <a:ext cx="660400" cy="1143000"/>
          </a:xfrm>
          <a:prstGeom prst="rect">
            <a:avLst/>
          </a:prstGeom>
          <a:solidFill>
            <a:srgbClr val="92D05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800" dirty="0">
                <a:solidFill>
                  <a:schemeClr val="bg1"/>
                </a:solidFill>
              </a:rPr>
              <a:t>1</a:t>
            </a:r>
            <a:endParaRPr lang="en-US" dirty="0">
              <a:solidFill>
                <a:srgbClr val="92D050"/>
              </a:solidFill>
            </a:endParaRPr>
          </a:p>
        </p:txBody>
      </p:sp>
      <p:sp>
        <p:nvSpPr>
          <p:cNvPr id="18" name="Rectangle 17">
            <a:extLst>
              <a:ext uri="{FF2B5EF4-FFF2-40B4-BE49-F238E27FC236}">
                <a16:creationId xmlns:a16="http://schemas.microsoft.com/office/drawing/2014/main" id="{57D72016-2270-D2FE-166E-08FF6443984F}"/>
              </a:ext>
            </a:extLst>
          </p:cNvPr>
          <p:cNvSpPr/>
          <p:nvPr/>
        </p:nvSpPr>
        <p:spPr>
          <a:xfrm>
            <a:off x="6401580" y="7107546"/>
            <a:ext cx="660400" cy="1143000"/>
          </a:xfrm>
          <a:prstGeom prst="rect">
            <a:avLst/>
          </a:prstGeom>
          <a:solidFill>
            <a:srgbClr val="92D05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800" dirty="0">
                <a:solidFill>
                  <a:schemeClr val="bg1"/>
                </a:solidFill>
              </a:rPr>
              <a:t>1</a:t>
            </a:r>
            <a:endParaRPr lang="en-US" dirty="0">
              <a:solidFill>
                <a:srgbClr val="92D050"/>
              </a:solidFill>
            </a:endParaRPr>
          </a:p>
        </p:txBody>
      </p:sp>
      <p:sp>
        <p:nvSpPr>
          <p:cNvPr id="10" name="Rectangle 9">
            <a:extLst>
              <a:ext uri="{FF2B5EF4-FFF2-40B4-BE49-F238E27FC236}">
                <a16:creationId xmlns:a16="http://schemas.microsoft.com/office/drawing/2014/main" id="{333677BB-2DB1-1C43-259F-8EC3C3EA4692}"/>
              </a:ext>
            </a:extLst>
          </p:cNvPr>
          <p:cNvSpPr/>
          <p:nvPr/>
        </p:nvSpPr>
        <p:spPr>
          <a:xfrm>
            <a:off x="5579015" y="7111206"/>
            <a:ext cx="660400" cy="1143000"/>
          </a:xfrm>
          <a:prstGeom prst="rect">
            <a:avLst/>
          </a:prstGeom>
          <a:solidFill>
            <a:srgbClr val="92D05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800" dirty="0">
                <a:solidFill>
                  <a:schemeClr val="bg1"/>
                </a:solidFill>
              </a:rPr>
              <a:t>1 </a:t>
            </a:r>
            <a:r>
              <a:rPr lang="en-US" dirty="0">
                <a:solidFill>
                  <a:srgbClr val="92D050"/>
                </a:solidFill>
              </a:rPr>
              <a:t>1</a:t>
            </a:r>
          </a:p>
        </p:txBody>
      </p:sp>
      <p:sp>
        <p:nvSpPr>
          <p:cNvPr id="28" name="TextBox 27">
            <a:extLst>
              <a:ext uri="{FF2B5EF4-FFF2-40B4-BE49-F238E27FC236}">
                <a16:creationId xmlns:a16="http://schemas.microsoft.com/office/drawing/2014/main" id="{44742820-6CAF-BE85-56F6-987B2ED80E76}"/>
              </a:ext>
            </a:extLst>
          </p:cNvPr>
          <p:cNvSpPr txBox="1"/>
          <p:nvPr/>
        </p:nvSpPr>
        <p:spPr>
          <a:xfrm>
            <a:off x="1619250" y="11239500"/>
            <a:ext cx="21240750" cy="1524000"/>
          </a:xfrm>
          <a:prstGeom prst="rect">
            <a:avLst/>
          </a:prstGeom>
          <a:noFill/>
        </p:spPr>
        <p:txBody>
          <a:bodyPr wrap="square" rtlCol="0">
            <a:spAutoFit/>
          </a:bodyPr>
          <a:lstStyle/>
          <a:p>
            <a:r>
              <a:rPr lang="en-US" sz="3000" dirty="0">
                <a:solidFill>
                  <a:schemeClr val="bg1"/>
                </a:solidFill>
              </a:rPr>
              <a:t>After more allocation and a young GC, survivors occupy S0 with age 1.</a:t>
            </a:r>
          </a:p>
          <a:p>
            <a:r>
              <a:rPr lang="en-US" sz="3000" dirty="0">
                <a:solidFill>
                  <a:schemeClr val="bg1"/>
                </a:solidFill>
              </a:rPr>
              <a:t>Eden is reusable. Objects that became unreachable did not survive the collection.</a:t>
            </a:r>
          </a:p>
        </p:txBody>
      </p:sp>
      <p:sp>
        <p:nvSpPr>
          <p:cNvPr id="26" name="TextBox 25">
            <a:extLst>
              <a:ext uri="{FF2B5EF4-FFF2-40B4-BE49-F238E27FC236}">
                <a16:creationId xmlns:a16="http://schemas.microsoft.com/office/drawing/2014/main" id="{25CAF14F-B131-F8EB-7F58-59C1822ED572}"/>
              </a:ext>
            </a:extLst>
          </p:cNvPr>
          <p:cNvSpPr txBox="1"/>
          <p:nvPr/>
        </p:nvSpPr>
        <p:spPr>
          <a:xfrm>
            <a:off x="1782615" y="2865576"/>
            <a:ext cx="3375604" cy="707886"/>
          </a:xfrm>
          <a:prstGeom prst="rect">
            <a:avLst/>
          </a:prstGeom>
          <a:noFill/>
        </p:spPr>
        <p:txBody>
          <a:bodyPr wrap="none" rtlCol="0">
            <a:spAutoFit/>
          </a:bodyPr>
          <a:lstStyle/>
          <a:p>
            <a:r>
              <a:rPr lang="en-US" sz="4000" dirty="0">
                <a:solidFill>
                  <a:schemeClr val="bg1"/>
                </a:solidFill>
              </a:rPr>
              <a:t>After the first young collection</a:t>
            </a:r>
          </a:p>
        </p:txBody>
      </p:sp>
      <p:sp>
        <p:nvSpPr>
          <p:cNvPr id="19" name="Rectangle 18">
            <a:extLst>
              <a:ext uri="{FF2B5EF4-FFF2-40B4-BE49-F238E27FC236}">
                <a16:creationId xmlns:a16="http://schemas.microsoft.com/office/drawing/2014/main" id="{9F95F39F-2788-CD70-AB8C-27115BCA5730}"/>
              </a:ext>
            </a:extLst>
          </p:cNvPr>
          <p:cNvSpPr/>
          <p:nvPr/>
        </p:nvSpPr>
        <p:spPr>
          <a:xfrm>
            <a:off x="7810728" y="7062819"/>
            <a:ext cx="660400" cy="1143000"/>
          </a:xfrm>
          <a:prstGeom prst="rect">
            <a:avLst/>
          </a:prstGeom>
          <a:solidFill>
            <a:srgbClr val="92D05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dirty="0">
                <a:solidFill>
                  <a:schemeClr val="bg1"/>
                </a:solidFill>
              </a:rPr>
              <a:t>1</a:t>
            </a:r>
            <a:endParaRPr lang="en-US" dirty="0">
              <a:solidFill>
                <a:schemeClr val="bg1"/>
              </a:solidFill>
            </a:endParaRPr>
          </a:p>
        </p:txBody>
      </p:sp>
      <p:sp>
        <p:nvSpPr>
          <p:cNvPr id="21" name="Rectangle 20">
            <a:extLst>
              <a:ext uri="{FF2B5EF4-FFF2-40B4-BE49-F238E27FC236}">
                <a16:creationId xmlns:a16="http://schemas.microsoft.com/office/drawing/2014/main" id="{113783D8-00B9-8447-FDC3-305623205858}"/>
              </a:ext>
            </a:extLst>
          </p:cNvPr>
          <p:cNvSpPr/>
          <p:nvPr/>
        </p:nvSpPr>
        <p:spPr>
          <a:xfrm>
            <a:off x="8626038" y="7062819"/>
            <a:ext cx="660400" cy="1143000"/>
          </a:xfrm>
          <a:prstGeom prst="rect">
            <a:avLst/>
          </a:prstGeom>
          <a:solidFill>
            <a:srgbClr val="92D05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800" dirty="0">
                <a:solidFill>
                  <a:schemeClr val="bg1"/>
                </a:solidFill>
              </a:rPr>
              <a:t>1</a:t>
            </a:r>
            <a:endParaRPr lang="en-US" dirty="0">
              <a:solidFill>
                <a:srgbClr val="92D050"/>
              </a:solidFill>
            </a:endParaRPr>
          </a:p>
        </p:txBody>
      </p:sp>
      <p:sp>
        <p:nvSpPr>
          <p:cNvPr id="30" name="Rectangle 29">
            <a:extLst>
              <a:ext uri="{FF2B5EF4-FFF2-40B4-BE49-F238E27FC236}">
                <a16:creationId xmlns:a16="http://schemas.microsoft.com/office/drawing/2014/main" id="{7EE0C033-6CDA-736A-CEC9-9414F92C88D8}"/>
              </a:ext>
            </a:extLst>
          </p:cNvPr>
          <p:cNvSpPr/>
          <p:nvPr/>
        </p:nvSpPr>
        <p:spPr>
          <a:xfrm>
            <a:off x="10302554" y="7040786"/>
            <a:ext cx="660400" cy="1143000"/>
          </a:xfrm>
          <a:prstGeom prst="rect">
            <a:avLst/>
          </a:prstGeom>
          <a:solidFill>
            <a:srgbClr val="92D05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800" dirty="0">
                <a:solidFill>
                  <a:schemeClr val="bg1"/>
                </a:solidFill>
              </a:rPr>
              <a:t>1</a:t>
            </a:r>
            <a:endParaRPr lang="en-US" dirty="0">
              <a:solidFill>
                <a:srgbClr val="92D050"/>
              </a:solidFill>
            </a:endParaRPr>
          </a:p>
        </p:txBody>
      </p:sp>
      <p:sp>
        <p:nvSpPr>
          <p:cNvPr id="32" name="Rectangle 31">
            <a:extLst>
              <a:ext uri="{FF2B5EF4-FFF2-40B4-BE49-F238E27FC236}">
                <a16:creationId xmlns:a16="http://schemas.microsoft.com/office/drawing/2014/main" id="{A6B93670-CD24-BF20-4F39-584495157FDE}"/>
              </a:ext>
            </a:extLst>
          </p:cNvPr>
          <p:cNvSpPr/>
          <p:nvPr/>
        </p:nvSpPr>
        <p:spPr>
          <a:xfrm>
            <a:off x="9479989" y="7044446"/>
            <a:ext cx="660400" cy="1143000"/>
          </a:xfrm>
          <a:prstGeom prst="rect">
            <a:avLst/>
          </a:prstGeom>
          <a:solidFill>
            <a:srgbClr val="92D05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800" dirty="0">
                <a:solidFill>
                  <a:schemeClr val="bg1"/>
                </a:solidFill>
              </a:rPr>
              <a:t>1 </a:t>
            </a:r>
            <a:r>
              <a:rPr lang="en-US" dirty="0">
                <a:solidFill>
                  <a:srgbClr val="92D050"/>
                </a:solidFill>
              </a:rPr>
              <a:t>1</a:t>
            </a:r>
          </a:p>
        </p:txBody>
      </p:sp>
    </p:spTree>
    <p:extLst>
      <p:ext uri="{BB962C8B-B14F-4D97-AF65-F5344CB8AC3E}">
        <p14:creationId xmlns:p14="http://schemas.microsoft.com/office/powerpoint/2010/main" val="75777811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71FCD3-BD79-9C87-A258-958F1FD930D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8830E27-3561-0FF5-2D6F-14B402519174}"/>
              </a:ext>
            </a:extLst>
          </p:cNvPr>
          <p:cNvSpPr>
            <a:spLocks noGrp="1"/>
          </p:cNvSpPr>
          <p:nvPr>
            <p:ph type="title"/>
          </p:nvPr>
        </p:nvSpPr>
        <p:spPr/>
        <p:txBody>
          <a:bodyPr/>
          <a:lstStyle/>
          <a:p>
            <a:r>
              <a:rPr lang="en-US" dirty="0"/>
              <a:t>Object Allocation: Survivor Ageing</a:t>
            </a:r>
          </a:p>
        </p:txBody>
      </p:sp>
      <p:sp>
        <p:nvSpPr>
          <p:cNvPr id="5" name="Slide Number Placeholder 4">
            <a:extLst>
              <a:ext uri="{FF2B5EF4-FFF2-40B4-BE49-F238E27FC236}">
                <a16:creationId xmlns:a16="http://schemas.microsoft.com/office/drawing/2014/main" id="{DF46BDBE-0218-0FBA-0D54-AE212870FEC5}"/>
              </a:ext>
            </a:extLst>
          </p:cNvPr>
          <p:cNvSpPr>
            <a:spLocks noGrp="1"/>
          </p:cNvSpPr>
          <p:nvPr>
            <p:ph type="sldNum" sz="quarter" idx="4"/>
          </p:nvPr>
        </p:nvSpPr>
        <p:spPr/>
        <p:txBody>
          <a:bodyPr/>
          <a:lstStyle/>
          <a:p>
            <a:fld id="{CFF4B978-1D82-7745-80C5-DBABA6B131D3}" type="slidenum">
              <a:rPr lang="en-US" smtClean="0"/>
              <a:pPr/>
              <a:t>15</a:t>
            </a:fld>
            <a:endParaRPr lang="en-US"/>
          </a:p>
        </p:txBody>
      </p:sp>
      <p:sp>
        <p:nvSpPr>
          <p:cNvPr id="7" name="Rectangle 6">
            <a:extLst>
              <a:ext uri="{FF2B5EF4-FFF2-40B4-BE49-F238E27FC236}">
                <a16:creationId xmlns:a16="http://schemas.microsoft.com/office/drawing/2014/main" id="{CD45F0F0-B62F-4510-0A90-137000866CF0}"/>
              </a:ext>
            </a:extLst>
          </p:cNvPr>
          <p:cNvSpPr/>
          <p:nvPr/>
        </p:nvSpPr>
        <p:spPr>
          <a:xfrm>
            <a:off x="3582010" y="4789365"/>
            <a:ext cx="16255390" cy="1650024"/>
          </a:xfrm>
          <a:prstGeom prst="rect">
            <a:avLst/>
          </a:prstGeom>
          <a:solidFill>
            <a:schemeClr val="accent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t>Eden</a:t>
            </a:r>
          </a:p>
        </p:txBody>
      </p:sp>
      <p:sp>
        <p:nvSpPr>
          <p:cNvPr id="9" name="Rectangle 8">
            <a:extLst>
              <a:ext uri="{FF2B5EF4-FFF2-40B4-BE49-F238E27FC236}">
                <a16:creationId xmlns:a16="http://schemas.microsoft.com/office/drawing/2014/main" id="{A0B28A76-31B3-0457-3CA8-2FD6E84DEE49}"/>
              </a:ext>
            </a:extLst>
          </p:cNvPr>
          <p:cNvSpPr/>
          <p:nvPr/>
        </p:nvSpPr>
        <p:spPr>
          <a:xfrm>
            <a:off x="3582010" y="8996972"/>
            <a:ext cx="16255390" cy="1650024"/>
          </a:xfrm>
          <a:prstGeom prst="rect">
            <a:avLst/>
          </a:prstGeom>
          <a:solidFill>
            <a:schemeClr val="accent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t>Old Generation</a:t>
            </a:r>
          </a:p>
        </p:txBody>
      </p:sp>
      <p:sp>
        <p:nvSpPr>
          <p:cNvPr id="11" name="Rectangle 10">
            <a:extLst>
              <a:ext uri="{FF2B5EF4-FFF2-40B4-BE49-F238E27FC236}">
                <a16:creationId xmlns:a16="http://schemas.microsoft.com/office/drawing/2014/main" id="{B0B6BC22-380C-56AC-5CB9-F27F4B724E03}"/>
              </a:ext>
            </a:extLst>
          </p:cNvPr>
          <p:cNvSpPr/>
          <p:nvPr/>
        </p:nvSpPr>
        <p:spPr>
          <a:xfrm>
            <a:off x="11955653" y="6892929"/>
            <a:ext cx="7881747" cy="1650023"/>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t>S1</a:t>
            </a:r>
          </a:p>
        </p:txBody>
      </p:sp>
      <p:sp>
        <p:nvSpPr>
          <p:cNvPr id="14" name="Rectangle 13">
            <a:extLst>
              <a:ext uri="{FF2B5EF4-FFF2-40B4-BE49-F238E27FC236}">
                <a16:creationId xmlns:a16="http://schemas.microsoft.com/office/drawing/2014/main" id="{B204AB57-B606-84EC-7EA4-5B110A76C56E}"/>
              </a:ext>
            </a:extLst>
          </p:cNvPr>
          <p:cNvSpPr/>
          <p:nvPr/>
        </p:nvSpPr>
        <p:spPr>
          <a:xfrm>
            <a:off x="3582010" y="6858000"/>
            <a:ext cx="7881748" cy="1650023"/>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t>S0</a:t>
            </a:r>
          </a:p>
        </p:txBody>
      </p:sp>
      <p:sp>
        <p:nvSpPr>
          <p:cNvPr id="28" name="TextBox 27">
            <a:extLst>
              <a:ext uri="{FF2B5EF4-FFF2-40B4-BE49-F238E27FC236}">
                <a16:creationId xmlns:a16="http://schemas.microsoft.com/office/drawing/2014/main" id="{709A58DF-D46C-8876-41DF-F5D6011F9644}"/>
              </a:ext>
            </a:extLst>
          </p:cNvPr>
          <p:cNvSpPr txBox="1"/>
          <p:nvPr/>
        </p:nvSpPr>
        <p:spPr>
          <a:xfrm>
            <a:off x="1619250" y="11239500"/>
            <a:ext cx="21240750" cy="1524000"/>
          </a:xfrm>
          <a:prstGeom prst="rect">
            <a:avLst/>
          </a:prstGeom>
          <a:noFill/>
        </p:spPr>
        <p:txBody>
          <a:bodyPr wrap="square" rtlCol="0">
            <a:spAutoFit/>
          </a:bodyPr>
          <a:lstStyle/>
          <a:p>
            <a:r>
              <a:rPr lang="en-US" sz="3000" dirty="0">
                <a:solidFill>
                  <a:schemeClr val="bg1"/>
                </a:solidFill>
              </a:rPr>
              <a:t>The next young GC copies survivors into S1. S0 becomes reusable.</a:t>
            </a:r>
          </a:p>
          <a:p>
            <a:r>
              <a:rPr lang="en-US" sz="3000" dirty="0">
                <a:solidFill>
                  <a:schemeClr val="bg1"/>
                </a:solidFill>
              </a:rPr>
              <a:t>Older survivors reach age 2. Newly surviving Eden objects have age 1.</a:t>
            </a:r>
          </a:p>
        </p:txBody>
      </p:sp>
      <p:sp>
        <p:nvSpPr>
          <p:cNvPr id="19" name="Rectangle 18">
            <a:extLst>
              <a:ext uri="{FF2B5EF4-FFF2-40B4-BE49-F238E27FC236}">
                <a16:creationId xmlns:a16="http://schemas.microsoft.com/office/drawing/2014/main" id="{53CFDD35-DA60-2BB2-2536-5A073360D680}"/>
              </a:ext>
            </a:extLst>
          </p:cNvPr>
          <p:cNvSpPr/>
          <p:nvPr/>
        </p:nvSpPr>
        <p:spPr>
          <a:xfrm>
            <a:off x="12399247" y="7129579"/>
            <a:ext cx="660400" cy="1143000"/>
          </a:xfrm>
          <a:prstGeom prst="rect">
            <a:avLst/>
          </a:prstGeom>
          <a:solidFill>
            <a:srgbClr val="92D05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dirty="0">
                <a:solidFill>
                  <a:schemeClr val="bg1"/>
                </a:solidFill>
              </a:rPr>
              <a:t>2</a:t>
            </a:r>
            <a:endParaRPr lang="en-US" dirty="0">
              <a:solidFill>
                <a:schemeClr val="bg1"/>
              </a:solidFill>
            </a:endParaRPr>
          </a:p>
        </p:txBody>
      </p:sp>
      <p:sp>
        <p:nvSpPr>
          <p:cNvPr id="21" name="Rectangle 20">
            <a:extLst>
              <a:ext uri="{FF2B5EF4-FFF2-40B4-BE49-F238E27FC236}">
                <a16:creationId xmlns:a16="http://schemas.microsoft.com/office/drawing/2014/main" id="{C4594364-BFF9-3417-1C69-870B07DC21E4}"/>
              </a:ext>
            </a:extLst>
          </p:cNvPr>
          <p:cNvSpPr/>
          <p:nvPr/>
        </p:nvSpPr>
        <p:spPr>
          <a:xfrm>
            <a:off x="13214557" y="7129579"/>
            <a:ext cx="660400" cy="1143000"/>
          </a:xfrm>
          <a:prstGeom prst="rect">
            <a:avLst/>
          </a:prstGeom>
          <a:solidFill>
            <a:srgbClr val="92D05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rPr>
              <a:t>2</a:t>
            </a:r>
            <a:endParaRPr lang="en-US" dirty="0">
              <a:solidFill>
                <a:srgbClr val="92D050"/>
              </a:solidFill>
            </a:endParaRPr>
          </a:p>
        </p:txBody>
      </p:sp>
      <p:sp>
        <p:nvSpPr>
          <p:cNvPr id="30" name="Rectangle 29">
            <a:extLst>
              <a:ext uri="{FF2B5EF4-FFF2-40B4-BE49-F238E27FC236}">
                <a16:creationId xmlns:a16="http://schemas.microsoft.com/office/drawing/2014/main" id="{4E139510-B1BB-714E-0906-9CD3F126A3E4}"/>
              </a:ext>
            </a:extLst>
          </p:cNvPr>
          <p:cNvSpPr/>
          <p:nvPr/>
        </p:nvSpPr>
        <p:spPr>
          <a:xfrm>
            <a:off x="14891073" y="7107546"/>
            <a:ext cx="660400" cy="1143000"/>
          </a:xfrm>
          <a:prstGeom prst="rect">
            <a:avLst/>
          </a:prstGeom>
          <a:solidFill>
            <a:srgbClr val="92D05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800" dirty="0">
                <a:solidFill>
                  <a:schemeClr val="bg1"/>
                </a:solidFill>
              </a:rPr>
              <a:t>1</a:t>
            </a:r>
            <a:endParaRPr lang="en-US" dirty="0">
              <a:solidFill>
                <a:srgbClr val="92D050"/>
              </a:solidFill>
            </a:endParaRPr>
          </a:p>
        </p:txBody>
      </p:sp>
      <p:sp>
        <p:nvSpPr>
          <p:cNvPr id="31" name="Rectangle 30">
            <a:extLst>
              <a:ext uri="{FF2B5EF4-FFF2-40B4-BE49-F238E27FC236}">
                <a16:creationId xmlns:a16="http://schemas.microsoft.com/office/drawing/2014/main" id="{3F668325-47AE-0CDF-3F9D-77034B327A61}"/>
              </a:ext>
            </a:extLst>
          </p:cNvPr>
          <p:cNvSpPr/>
          <p:nvPr/>
        </p:nvSpPr>
        <p:spPr>
          <a:xfrm>
            <a:off x="14068508" y="7111206"/>
            <a:ext cx="660400" cy="1143000"/>
          </a:xfrm>
          <a:prstGeom prst="rect">
            <a:avLst/>
          </a:prstGeom>
          <a:solidFill>
            <a:srgbClr val="92D05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800" dirty="0">
                <a:solidFill>
                  <a:schemeClr val="bg1"/>
                </a:solidFill>
              </a:rPr>
              <a:t>2 </a:t>
            </a:r>
            <a:r>
              <a:rPr lang="en-US" dirty="0">
                <a:solidFill>
                  <a:srgbClr val="92D050"/>
                </a:solidFill>
              </a:rPr>
              <a:t>1</a:t>
            </a:r>
          </a:p>
        </p:txBody>
      </p:sp>
      <p:sp>
        <p:nvSpPr>
          <p:cNvPr id="32" name="Rectangle 31">
            <a:extLst>
              <a:ext uri="{FF2B5EF4-FFF2-40B4-BE49-F238E27FC236}">
                <a16:creationId xmlns:a16="http://schemas.microsoft.com/office/drawing/2014/main" id="{05DD9320-AC65-3B42-9B2A-6604549555E5}"/>
              </a:ext>
            </a:extLst>
          </p:cNvPr>
          <p:cNvSpPr/>
          <p:nvPr/>
        </p:nvSpPr>
        <p:spPr>
          <a:xfrm>
            <a:off x="16300221" y="7062819"/>
            <a:ext cx="660400" cy="1143000"/>
          </a:xfrm>
          <a:prstGeom prst="rect">
            <a:avLst/>
          </a:prstGeom>
          <a:solidFill>
            <a:srgbClr val="92D05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dirty="0">
                <a:solidFill>
                  <a:schemeClr val="bg1"/>
                </a:solidFill>
              </a:rPr>
              <a:t>1</a:t>
            </a:r>
            <a:endParaRPr lang="en-US" dirty="0">
              <a:solidFill>
                <a:schemeClr val="bg1"/>
              </a:solidFill>
            </a:endParaRPr>
          </a:p>
        </p:txBody>
      </p:sp>
      <p:sp>
        <p:nvSpPr>
          <p:cNvPr id="33" name="Rectangle 32">
            <a:extLst>
              <a:ext uri="{FF2B5EF4-FFF2-40B4-BE49-F238E27FC236}">
                <a16:creationId xmlns:a16="http://schemas.microsoft.com/office/drawing/2014/main" id="{37FAD0E8-3833-89E0-B4EB-91B8F1DC131E}"/>
              </a:ext>
            </a:extLst>
          </p:cNvPr>
          <p:cNvSpPr/>
          <p:nvPr/>
        </p:nvSpPr>
        <p:spPr>
          <a:xfrm>
            <a:off x="17115531" y="7062819"/>
            <a:ext cx="660400" cy="1143000"/>
          </a:xfrm>
          <a:prstGeom prst="rect">
            <a:avLst/>
          </a:prstGeom>
          <a:solidFill>
            <a:srgbClr val="92D05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800" dirty="0">
                <a:solidFill>
                  <a:schemeClr val="bg1"/>
                </a:solidFill>
              </a:rPr>
              <a:t>1</a:t>
            </a:r>
            <a:endParaRPr lang="en-US" dirty="0">
              <a:solidFill>
                <a:srgbClr val="92D050"/>
              </a:solidFill>
            </a:endParaRPr>
          </a:p>
        </p:txBody>
      </p:sp>
      <p:sp>
        <p:nvSpPr>
          <p:cNvPr id="34" name="Rectangle 33">
            <a:extLst>
              <a:ext uri="{FF2B5EF4-FFF2-40B4-BE49-F238E27FC236}">
                <a16:creationId xmlns:a16="http://schemas.microsoft.com/office/drawing/2014/main" id="{E91AC82A-05B8-9459-F51B-6C9464A0ACFB}"/>
              </a:ext>
            </a:extLst>
          </p:cNvPr>
          <p:cNvSpPr/>
          <p:nvPr/>
        </p:nvSpPr>
        <p:spPr>
          <a:xfrm>
            <a:off x="18792047" y="7040786"/>
            <a:ext cx="660400" cy="1143000"/>
          </a:xfrm>
          <a:prstGeom prst="rect">
            <a:avLst/>
          </a:prstGeom>
          <a:solidFill>
            <a:srgbClr val="92D05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800" dirty="0">
                <a:solidFill>
                  <a:schemeClr val="bg1"/>
                </a:solidFill>
              </a:rPr>
              <a:t>1</a:t>
            </a:r>
            <a:endParaRPr lang="en-US" dirty="0">
              <a:solidFill>
                <a:srgbClr val="92D050"/>
              </a:solidFill>
            </a:endParaRPr>
          </a:p>
        </p:txBody>
      </p:sp>
      <p:sp>
        <p:nvSpPr>
          <p:cNvPr id="35" name="Rectangle 34">
            <a:extLst>
              <a:ext uri="{FF2B5EF4-FFF2-40B4-BE49-F238E27FC236}">
                <a16:creationId xmlns:a16="http://schemas.microsoft.com/office/drawing/2014/main" id="{9823D1E9-E113-EE6B-7168-B0ADD324486A}"/>
              </a:ext>
            </a:extLst>
          </p:cNvPr>
          <p:cNvSpPr/>
          <p:nvPr/>
        </p:nvSpPr>
        <p:spPr>
          <a:xfrm>
            <a:off x="17969482" y="7044446"/>
            <a:ext cx="660400" cy="1143000"/>
          </a:xfrm>
          <a:prstGeom prst="rect">
            <a:avLst/>
          </a:prstGeom>
          <a:solidFill>
            <a:srgbClr val="92D05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800" dirty="0">
                <a:solidFill>
                  <a:schemeClr val="bg1"/>
                </a:solidFill>
              </a:rPr>
              <a:t>1 </a:t>
            </a:r>
            <a:r>
              <a:rPr lang="en-US" dirty="0">
                <a:solidFill>
                  <a:srgbClr val="92D050"/>
                </a:solidFill>
              </a:rPr>
              <a:t>1</a:t>
            </a:r>
          </a:p>
        </p:txBody>
      </p:sp>
      <p:sp>
        <p:nvSpPr>
          <p:cNvPr id="37" name="TextBox 36">
            <a:extLst>
              <a:ext uri="{FF2B5EF4-FFF2-40B4-BE49-F238E27FC236}">
                <a16:creationId xmlns:a16="http://schemas.microsoft.com/office/drawing/2014/main" id="{07F53F72-E1EC-8C67-82B6-F9AC06C56D62}"/>
              </a:ext>
            </a:extLst>
          </p:cNvPr>
          <p:cNvSpPr txBox="1"/>
          <p:nvPr/>
        </p:nvSpPr>
        <p:spPr>
          <a:xfrm>
            <a:off x="1782615" y="2865576"/>
            <a:ext cx="4196983" cy="707886"/>
          </a:xfrm>
          <a:prstGeom prst="rect">
            <a:avLst/>
          </a:prstGeom>
          <a:noFill/>
        </p:spPr>
        <p:txBody>
          <a:bodyPr wrap="none" rtlCol="0">
            <a:spAutoFit/>
          </a:bodyPr>
          <a:lstStyle/>
          <a:p>
            <a:r>
              <a:rPr lang="en-US" sz="4000" dirty="0">
                <a:solidFill>
                  <a:schemeClr val="bg1"/>
                </a:solidFill>
              </a:rPr>
              <a:t>After another young collection</a:t>
            </a:r>
          </a:p>
        </p:txBody>
      </p:sp>
    </p:spTree>
    <p:extLst>
      <p:ext uri="{BB962C8B-B14F-4D97-AF65-F5344CB8AC3E}">
        <p14:creationId xmlns:p14="http://schemas.microsoft.com/office/powerpoint/2010/main" val="317291381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DE5974-DF91-3C85-FDEF-63FE99A67F1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A39B83B-6897-E29A-0539-C89F663069DE}"/>
              </a:ext>
            </a:extLst>
          </p:cNvPr>
          <p:cNvSpPr>
            <a:spLocks noGrp="1"/>
          </p:cNvSpPr>
          <p:nvPr>
            <p:ph type="title"/>
          </p:nvPr>
        </p:nvSpPr>
        <p:spPr/>
        <p:txBody>
          <a:bodyPr/>
          <a:lstStyle/>
          <a:p>
            <a:r>
              <a:rPr lang="en-US" dirty="0"/>
              <a:t>Object Allocation: Promotion</a:t>
            </a:r>
          </a:p>
        </p:txBody>
      </p:sp>
      <p:sp>
        <p:nvSpPr>
          <p:cNvPr id="5" name="Slide Number Placeholder 4">
            <a:extLst>
              <a:ext uri="{FF2B5EF4-FFF2-40B4-BE49-F238E27FC236}">
                <a16:creationId xmlns:a16="http://schemas.microsoft.com/office/drawing/2014/main" id="{7635472B-B618-7A08-BD8A-1652A813A32A}"/>
              </a:ext>
            </a:extLst>
          </p:cNvPr>
          <p:cNvSpPr>
            <a:spLocks noGrp="1"/>
          </p:cNvSpPr>
          <p:nvPr>
            <p:ph type="sldNum" sz="quarter" idx="4"/>
          </p:nvPr>
        </p:nvSpPr>
        <p:spPr/>
        <p:txBody>
          <a:bodyPr/>
          <a:lstStyle/>
          <a:p>
            <a:fld id="{CFF4B978-1D82-7745-80C5-DBABA6B131D3}" type="slidenum">
              <a:rPr lang="en-US" smtClean="0"/>
              <a:pPr/>
              <a:t>16</a:t>
            </a:fld>
            <a:endParaRPr lang="en-US"/>
          </a:p>
        </p:txBody>
      </p:sp>
      <p:sp>
        <p:nvSpPr>
          <p:cNvPr id="7" name="Rectangle 6">
            <a:extLst>
              <a:ext uri="{FF2B5EF4-FFF2-40B4-BE49-F238E27FC236}">
                <a16:creationId xmlns:a16="http://schemas.microsoft.com/office/drawing/2014/main" id="{5634BE9B-D438-C842-DCF9-63BF9B31422C}"/>
              </a:ext>
            </a:extLst>
          </p:cNvPr>
          <p:cNvSpPr/>
          <p:nvPr/>
        </p:nvSpPr>
        <p:spPr>
          <a:xfrm>
            <a:off x="3582010" y="4789365"/>
            <a:ext cx="16255390" cy="1650024"/>
          </a:xfrm>
          <a:prstGeom prst="rect">
            <a:avLst/>
          </a:prstGeom>
          <a:solidFill>
            <a:schemeClr val="accent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t>Eden</a:t>
            </a:r>
          </a:p>
        </p:txBody>
      </p:sp>
      <p:sp>
        <p:nvSpPr>
          <p:cNvPr id="9" name="Rectangle 8">
            <a:extLst>
              <a:ext uri="{FF2B5EF4-FFF2-40B4-BE49-F238E27FC236}">
                <a16:creationId xmlns:a16="http://schemas.microsoft.com/office/drawing/2014/main" id="{78B23A27-9613-8DAD-0477-5B34448C104C}"/>
              </a:ext>
            </a:extLst>
          </p:cNvPr>
          <p:cNvSpPr/>
          <p:nvPr/>
        </p:nvSpPr>
        <p:spPr>
          <a:xfrm>
            <a:off x="3582010" y="8996972"/>
            <a:ext cx="16255390" cy="1650024"/>
          </a:xfrm>
          <a:prstGeom prst="rect">
            <a:avLst/>
          </a:prstGeom>
          <a:solidFill>
            <a:schemeClr val="accent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t>Old Generation</a:t>
            </a:r>
          </a:p>
        </p:txBody>
      </p:sp>
      <p:sp>
        <p:nvSpPr>
          <p:cNvPr id="11" name="Rectangle 10">
            <a:extLst>
              <a:ext uri="{FF2B5EF4-FFF2-40B4-BE49-F238E27FC236}">
                <a16:creationId xmlns:a16="http://schemas.microsoft.com/office/drawing/2014/main" id="{544EFDA0-41C3-7ADA-431D-9A7431BDAE54}"/>
              </a:ext>
            </a:extLst>
          </p:cNvPr>
          <p:cNvSpPr/>
          <p:nvPr/>
        </p:nvSpPr>
        <p:spPr>
          <a:xfrm>
            <a:off x="11955653" y="6892929"/>
            <a:ext cx="7881747" cy="1650023"/>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t>S1</a:t>
            </a:r>
          </a:p>
        </p:txBody>
      </p:sp>
      <p:sp>
        <p:nvSpPr>
          <p:cNvPr id="14" name="Rectangle 13">
            <a:extLst>
              <a:ext uri="{FF2B5EF4-FFF2-40B4-BE49-F238E27FC236}">
                <a16:creationId xmlns:a16="http://schemas.microsoft.com/office/drawing/2014/main" id="{AF6BE707-45C9-1695-7580-D73DC54801DD}"/>
              </a:ext>
            </a:extLst>
          </p:cNvPr>
          <p:cNvSpPr/>
          <p:nvPr/>
        </p:nvSpPr>
        <p:spPr>
          <a:xfrm>
            <a:off x="3582010" y="6858000"/>
            <a:ext cx="7881748" cy="1650023"/>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t>S0</a:t>
            </a:r>
          </a:p>
        </p:txBody>
      </p:sp>
      <p:sp>
        <p:nvSpPr>
          <p:cNvPr id="15" name="Rectangle 14">
            <a:extLst>
              <a:ext uri="{FF2B5EF4-FFF2-40B4-BE49-F238E27FC236}">
                <a16:creationId xmlns:a16="http://schemas.microsoft.com/office/drawing/2014/main" id="{DF79658B-210A-3D58-C1F8-B9B605A928AD}"/>
              </a:ext>
            </a:extLst>
          </p:cNvPr>
          <p:cNvSpPr/>
          <p:nvPr/>
        </p:nvSpPr>
        <p:spPr>
          <a:xfrm>
            <a:off x="3909754" y="7129579"/>
            <a:ext cx="660400" cy="1143000"/>
          </a:xfrm>
          <a:prstGeom prst="rect">
            <a:avLst/>
          </a:prstGeom>
          <a:solidFill>
            <a:srgbClr val="92D05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dirty="0">
                <a:solidFill>
                  <a:schemeClr val="bg1"/>
                </a:solidFill>
              </a:rPr>
              <a:t>2</a:t>
            </a:r>
            <a:endParaRPr lang="en-US" dirty="0">
              <a:solidFill>
                <a:schemeClr val="bg1"/>
              </a:solidFill>
            </a:endParaRPr>
          </a:p>
        </p:txBody>
      </p:sp>
      <p:sp>
        <p:nvSpPr>
          <p:cNvPr id="16" name="Rectangle 15">
            <a:extLst>
              <a:ext uri="{FF2B5EF4-FFF2-40B4-BE49-F238E27FC236}">
                <a16:creationId xmlns:a16="http://schemas.microsoft.com/office/drawing/2014/main" id="{EFDEABD4-838C-D83F-8D7F-4C60A97D99FA}"/>
              </a:ext>
            </a:extLst>
          </p:cNvPr>
          <p:cNvSpPr/>
          <p:nvPr/>
        </p:nvSpPr>
        <p:spPr>
          <a:xfrm>
            <a:off x="4725064" y="7129579"/>
            <a:ext cx="660400" cy="1143000"/>
          </a:xfrm>
          <a:prstGeom prst="rect">
            <a:avLst/>
          </a:prstGeom>
          <a:solidFill>
            <a:srgbClr val="92D05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rPr>
              <a:t>1</a:t>
            </a:r>
            <a:endParaRPr lang="en-US" dirty="0">
              <a:solidFill>
                <a:srgbClr val="92D050"/>
              </a:solidFill>
            </a:endParaRPr>
          </a:p>
        </p:txBody>
      </p:sp>
      <p:sp>
        <p:nvSpPr>
          <p:cNvPr id="18" name="Rectangle 17">
            <a:extLst>
              <a:ext uri="{FF2B5EF4-FFF2-40B4-BE49-F238E27FC236}">
                <a16:creationId xmlns:a16="http://schemas.microsoft.com/office/drawing/2014/main" id="{7CBFBFB7-F38E-0A7A-DABF-5C27DE0FEF9C}"/>
              </a:ext>
            </a:extLst>
          </p:cNvPr>
          <p:cNvSpPr/>
          <p:nvPr/>
        </p:nvSpPr>
        <p:spPr>
          <a:xfrm>
            <a:off x="6401580" y="7107546"/>
            <a:ext cx="660400" cy="1143000"/>
          </a:xfrm>
          <a:prstGeom prst="rect">
            <a:avLst/>
          </a:prstGeom>
          <a:solidFill>
            <a:srgbClr val="92D05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800" dirty="0">
                <a:solidFill>
                  <a:schemeClr val="bg1"/>
                </a:solidFill>
              </a:rPr>
              <a:t>1</a:t>
            </a:r>
            <a:endParaRPr lang="en-US" dirty="0">
              <a:solidFill>
                <a:srgbClr val="92D050"/>
              </a:solidFill>
            </a:endParaRPr>
          </a:p>
        </p:txBody>
      </p:sp>
      <p:sp>
        <p:nvSpPr>
          <p:cNvPr id="10" name="Rectangle 9">
            <a:extLst>
              <a:ext uri="{FF2B5EF4-FFF2-40B4-BE49-F238E27FC236}">
                <a16:creationId xmlns:a16="http://schemas.microsoft.com/office/drawing/2014/main" id="{14E8EB71-5762-1343-F0A5-A28659C8A883}"/>
              </a:ext>
            </a:extLst>
          </p:cNvPr>
          <p:cNvSpPr/>
          <p:nvPr/>
        </p:nvSpPr>
        <p:spPr>
          <a:xfrm>
            <a:off x="5579015" y="7111206"/>
            <a:ext cx="660400" cy="1143000"/>
          </a:xfrm>
          <a:prstGeom prst="rect">
            <a:avLst/>
          </a:prstGeom>
          <a:solidFill>
            <a:srgbClr val="92D05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800" dirty="0">
                <a:solidFill>
                  <a:schemeClr val="bg1"/>
                </a:solidFill>
              </a:rPr>
              <a:t>1 </a:t>
            </a:r>
            <a:r>
              <a:rPr lang="en-US" dirty="0">
                <a:solidFill>
                  <a:srgbClr val="92D050"/>
                </a:solidFill>
              </a:rPr>
              <a:t>1</a:t>
            </a:r>
          </a:p>
        </p:txBody>
      </p:sp>
      <p:sp>
        <p:nvSpPr>
          <p:cNvPr id="28" name="TextBox 27">
            <a:extLst>
              <a:ext uri="{FF2B5EF4-FFF2-40B4-BE49-F238E27FC236}">
                <a16:creationId xmlns:a16="http://schemas.microsoft.com/office/drawing/2014/main" id="{7DFD8C7B-FC64-C571-89A3-015F5AD32D0A}"/>
              </a:ext>
            </a:extLst>
          </p:cNvPr>
          <p:cNvSpPr txBox="1"/>
          <p:nvPr/>
        </p:nvSpPr>
        <p:spPr>
          <a:xfrm>
            <a:off x="1619250" y="11239500"/>
            <a:ext cx="21240750" cy="1524000"/>
          </a:xfrm>
          <a:prstGeom prst="rect">
            <a:avLst/>
          </a:prstGeom>
          <a:noFill/>
        </p:spPr>
        <p:txBody>
          <a:bodyPr wrap="square" rtlCol="0">
            <a:spAutoFit/>
          </a:bodyPr>
          <a:lstStyle/>
          <a:p>
            <a:r>
              <a:rPr lang="en-US" sz="3000" dirty="0">
                <a:solidFill>
                  <a:schemeClr val="bg1"/>
                </a:solidFill>
              </a:rPr>
              <a:t>Objects that reach the promotion threshold move to the old generation.</a:t>
            </a:r>
          </a:p>
          <a:p>
            <a:r>
              <a:rPr lang="en-US" sz="3000" dirty="0">
                <a:solidFill>
                  <a:schemeClr val="bg1"/>
                </a:solidFill>
              </a:rPr>
              <a:t>Age 3 is illustrative. Actual thresholds adapt, and space pressure can cause earlier promotion.</a:t>
            </a:r>
          </a:p>
        </p:txBody>
      </p:sp>
      <p:sp>
        <p:nvSpPr>
          <p:cNvPr id="26" name="TextBox 25">
            <a:extLst>
              <a:ext uri="{FF2B5EF4-FFF2-40B4-BE49-F238E27FC236}">
                <a16:creationId xmlns:a16="http://schemas.microsoft.com/office/drawing/2014/main" id="{31B5444C-7971-5FC7-4D7D-D5AD96E88E44}"/>
              </a:ext>
            </a:extLst>
          </p:cNvPr>
          <p:cNvSpPr txBox="1"/>
          <p:nvPr/>
        </p:nvSpPr>
        <p:spPr>
          <a:xfrm>
            <a:off x="1782615" y="2865576"/>
            <a:ext cx="9260548" cy="707886"/>
          </a:xfrm>
          <a:prstGeom prst="rect">
            <a:avLst/>
          </a:prstGeom>
          <a:noFill/>
        </p:spPr>
        <p:txBody>
          <a:bodyPr wrap="none" rtlCol="0">
            <a:spAutoFit/>
          </a:bodyPr>
          <a:lstStyle/>
          <a:p>
            <a:r>
              <a:rPr lang="en-US" sz="4000" dirty="0">
                <a:solidFill>
                  <a:schemeClr val="bg1"/>
                </a:solidFill>
              </a:rPr>
              <a:t>Survivors can move into the old generation</a:t>
            </a:r>
          </a:p>
        </p:txBody>
      </p:sp>
      <p:sp>
        <p:nvSpPr>
          <p:cNvPr id="19" name="Rectangle 18">
            <a:extLst>
              <a:ext uri="{FF2B5EF4-FFF2-40B4-BE49-F238E27FC236}">
                <a16:creationId xmlns:a16="http://schemas.microsoft.com/office/drawing/2014/main" id="{BB9D2ACB-8C37-9618-6C67-93ABE916B0A4}"/>
              </a:ext>
            </a:extLst>
          </p:cNvPr>
          <p:cNvSpPr/>
          <p:nvPr/>
        </p:nvSpPr>
        <p:spPr>
          <a:xfrm>
            <a:off x="7810728" y="7062819"/>
            <a:ext cx="660400" cy="1143000"/>
          </a:xfrm>
          <a:prstGeom prst="rect">
            <a:avLst/>
          </a:prstGeom>
          <a:solidFill>
            <a:srgbClr val="92D05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dirty="0">
                <a:solidFill>
                  <a:schemeClr val="bg1"/>
                </a:solidFill>
              </a:rPr>
              <a:t>1</a:t>
            </a:r>
            <a:endParaRPr lang="en-US" dirty="0">
              <a:solidFill>
                <a:schemeClr val="bg1"/>
              </a:solidFill>
            </a:endParaRPr>
          </a:p>
        </p:txBody>
      </p:sp>
      <p:sp>
        <p:nvSpPr>
          <p:cNvPr id="21" name="Rectangle 20">
            <a:extLst>
              <a:ext uri="{FF2B5EF4-FFF2-40B4-BE49-F238E27FC236}">
                <a16:creationId xmlns:a16="http://schemas.microsoft.com/office/drawing/2014/main" id="{ED549F33-CB0F-671F-1B5F-83498926FA8A}"/>
              </a:ext>
            </a:extLst>
          </p:cNvPr>
          <p:cNvSpPr/>
          <p:nvPr/>
        </p:nvSpPr>
        <p:spPr>
          <a:xfrm>
            <a:off x="8626038" y="7062819"/>
            <a:ext cx="660400" cy="1143000"/>
          </a:xfrm>
          <a:prstGeom prst="rect">
            <a:avLst/>
          </a:prstGeom>
          <a:solidFill>
            <a:srgbClr val="92D05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rPr>
              <a:t>2</a:t>
            </a:r>
            <a:endParaRPr lang="en-US" dirty="0">
              <a:solidFill>
                <a:srgbClr val="92D050"/>
              </a:solidFill>
            </a:endParaRPr>
          </a:p>
        </p:txBody>
      </p:sp>
      <p:sp>
        <p:nvSpPr>
          <p:cNvPr id="30" name="Rectangle 29">
            <a:extLst>
              <a:ext uri="{FF2B5EF4-FFF2-40B4-BE49-F238E27FC236}">
                <a16:creationId xmlns:a16="http://schemas.microsoft.com/office/drawing/2014/main" id="{B8BD3F41-C7A5-C1E3-F74D-2CCDCCD7DC14}"/>
              </a:ext>
            </a:extLst>
          </p:cNvPr>
          <p:cNvSpPr/>
          <p:nvPr/>
        </p:nvSpPr>
        <p:spPr>
          <a:xfrm>
            <a:off x="10302554" y="7040786"/>
            <a:ext cx="660400" cy="1143000"/>
          </a:xfrm>
          <a:prstGeom prst="rect">
            <a:avLst/>
          </a:prstGeom>
          <a:solidFill>
            <a:srgbClr val="92D05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800" dirty="0">
                <a:solidFill>
                  <a:schemeClr val="bg1"/>
                </a:solidFill>
              </a:rPr>
              <a:t>2</a:t>
            </a:r>
            <a:endParaRPr lang="en-US" dirty="0">
              <a:solidFill>
                <a:srgbClr val="92D050"/>
              </a:solidFill>
            </a:endParaRPr>
          </a:p>
        </p:txBody>
      </p:sp>
      <p:sp>
        <p:nvSpPr>
          <p:cNvPr id="32" name="Rectangle 31">
            <a:extLst>
              <a:ext uri="{FF2B5EF4-FFF2-40B4-BE49-F238E27FC236}">
                <a16:creationId xmlns:a16="http://schemas.microsoft.com/office/drawing/2014/main" id="{08F0A5D4-671B-8467-0E35-A9AC2BC14968}"/>
              </a:ext>
            </a:extLst>
          </p:cNvPr>
          <p:cNvSpPr/>
          <p:nvPr/>
        </p:nvSpPr>
        <p:spPr>
          <a:xfrm>
            <a:off x="9479989" y="7044446"/>
            <a:ext cx="660400" cy="1143000"/>
          </a:xfrm>
          <a:prstGeom prst="rect">
            <a:avLst/>
          </a:prstGeom>
          <a:solidFill>
            <a:srgbClr val="92D05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800" dirty="0">
                <a:solidFill>
                  <a:schemeClr val="bg1"/>
                </a:solidFill>
              </a:rPr>
              <a:t>1 </a:t>
            </a:r>
            <a:r>
              <a:rPr lang="en-US" dirty="0">
                <a:solidFill>
                  <a:srgbClr val="92D050"/>
                </a:solidFill>
              </a:rPr>
              <a:t>1</a:t>
            </a:r>
          </a:p>
        </p:txBody>
      </p:sp>
      <p:sp>
        <p:nvSpPr>
          <p:cNvPr id="3" name="Rectangle 2">
            <a:extLst>
              <a:ext uri="{FF2B5EF4-FFF2-40B4-BE49-F238E27FC236}">
                <a16:creationId xmlns:a16="http://schemas.microsoft.com/office/drawing/2014/main" id="{C5C1242E-9744-9DAF-02F7-C6E438809D46}"/>
              </a:ext>
            </a:extLst>
          </p:cNvPr>
          <p:cNvSpPr/>
          <p:nvPr/>
        </p:nvSpPr>
        <p:spPr>
          <a:xfrm>
            <a:off x="3911773" y="9206042"/>
            <a:ext cx="660400" cy="1143000"/>
          </a:xfrm>
          <a:prstGeom prst="rect">
            <a:avLst/>
          </a:prstGeom>
          <a:solidFill>
            <a:srgbClr val="92D05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dirty="0">
                <a:solidFill>
                  <a:schemeClr val="bg1"/>
                </a:solidFill>
              </a:rPr>
              <a:t>3</a:t>
            </a:r>
            <a:endParaRPr lang="en-US" dirty="0">
              <a:solidFill>
                <a:schemeClr val="bg1"/>
              </a:solidFill>
            </a:endParaRPr>
          </a:p>
        </p:txBody>
      </p:sp>
      <p:sp>
        <p:nvSpPr>
          <p:cNvPr id="6" name="Rectangle 5">
            <a:extLst>
              <a:ext uri="{FF2B5EF4-FFF2-40B4-BE49-F238E27FC236}">
                <a16:creationId xmlns:a16="http://schemas.microsoft.com/office/drawing/2014/main" id="{9EFF227F-CC8A-3E12-801A-B22D21ADE047}"/>
              </a:ext>
            </a:extLst>
          </p:cNvPr>
          <p:cNvSpPr/>
          <p:nvPr/>
        </p:nvSpPr>
        <p:spPr>
          <a:xfrm>
            <a:off x="4727083" y="9206042"/>
            <a:ext cx="660400" cy="1143000"/>
          </a:xfrm>
          <a:prstGeom prst="rect">
            <a:avLst/>
          </a:prstGeom>
          <a:solidFill>
            <a:srgbClr val="92D05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800" dirty="0">
                <a:solidFill>
                  <a:schemeClr val="bg1"/>
                </a:solidFill>
              </a:rPr>
              <a:t>3</a:t>
            </a:r>
            <a:endParaRPr lang="en-US" dirty="0">
              <a:solidFill>
                <a:srgbClr val="92D050"/>
              </a:solidFill>
            </a:endParaRPr>
          </a:p>
        </p:txBody>
      </p:sp>
      <p:sp>
        <p:nvSpPr>
          <p:cNvPr id="8" name="Rectangle 7">
            <a:extLst>
              <a:ext uri="{FF2B5EF4-FFF2-40B4-BE49-F238E27FC236}">
                <a16:creationId xmlns:a16="http://schemas.microsoft.com/office/drawing/2014/main" id="{307A59F4-6326-006A-9135-8B98875E9D6D}"/>
              </a:ext>
            </a:extLst>
          </p:cNvPr>
          <p:cNvSpPr/>
          <p:nvPr/>
        </p:nvSpPr>
        <p:spPr>
          <a:xfrm>
            <a:off x="5581034" y="9187669"/>
            <a:ext cx="660400" cy="1143000"/>
          </a:xfrm>
          <a:prstGeom prst="rect">
            <a:avLst/>
          </a:prstGeom>
          <a:solidFill>
            <a:srgbClr val="92D05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800" dirty="0">
                <a:solidFill>
                  <a:schemeClr val="bg1"/>
                </a:solidFill>
              </a:rPr>
              <a:t>3 </a:t>
            </a:r>
            <a:r>
              <a:rPr lang="en-US" dirty="0">
                <a:solidFill>
                  <a:srgbClr val="92D050"/>
                </a:solidFill>
              </a:rPr>
              <a:t>1</a:t>
            </a:r>
          </a:p>
        </p:txBody>
      </p:sp>
    </p:spTree>
    <p:extLst>
      <p:ext uri="{BB962C8B-B14F-4D97-AF65-F5344CB8AC3E}">
        <p14:creationId xmlns:p14="http://schemas.microsoft.com/office/powerpoint/2010/main" val="280792611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9" name="Parallel and Concurrent GC"/>
          <p:cNvSpPr txBox="1">
            <a:spLocks noGrp="1"/>
          </p:cNvSpPr>
          <p:nvPr>
            <p:ph type="title"/>
          </p:nvPr>
        </p:nvSpPr>
        <p:spPr>
          <a:xfrm>
            <a:off x="885600" y="435600"/>
            <a:ext cx="22202496" cy="1440000"/>
          </a:xfrm>
          <a:prstGeom prst="rect">
            <a:avLst/>
          </a:prstGeom>
        </p:spPr>
        <p:txBody>
          <a:bodyPr/>
          <a:lstStyle/>
          <a:p>
            <a:r>
              <a:rPr dirty="0"/>
              <a:t>Parallel and Concurrent GC</a:t>
            </a:r>
          </a:p>
        </p:txBody>
      </p:sp>
      <p:sp>
        <p:nvSpPr>
          <p:cNvPr id="170" name="Line"/>
          <p:cNvSpPr/>
          <p:nvPr/>
        </p:nvSpPr>
        <p:spPr>
          <a:xfrm>
            <a:off x="2668322" y="6057900"/>
            <a:ext cx="2210067" cy="0"/>
          </a:xfrm>
          <a:prstGeom prst="line">
            <a:avLst/>
          </a:prstGeom>
          <a:ln w="50800">
            <a:solidFill>
              <a:srgbClr val="F5E4D5"/>
            </a:solidFill>
            <a:miter lim="400000"/>
            <a:tailEnd type="triangle"/>
          </a:ln>
        </p:spPr>
        <p:txBody>
          <a:bodyPr lIns="50800" tIns="50800" rIns="50800" bIns="50800" anchor="ctr"/>
          <a:lstStyle/>
          <a:p>
            <a:endParaRPr/>
          </a:p>
        </p:txBody>
      </p:sp>
      <p:sp>
        <p:nvSpPr>
          <p:cNvPr id="171" name="Line"/>
          <p:cNvSpPr/>
          <p:nvPr/>
        </p:nvSpPr>
        <p:spPr>
          <a:xfrm>
            <a:off x="2668322" y="6451600"/>
            <a:ext cx="2210067" cy="0"/>
          </a:xfrm>
          <a:prstGeom prst="line">
            <a:avLst/>
          </a:prstGeom>
          <a:ln w="50800">
            <a:solidFill>
              <a:srgbClr val="F5E4D5"/>
            </a:solidFill>
            <a:miter lim="400000"/>
            <a:tailEnd type="triangle"/>
          </a:ln>
        </p:spPr>
        <p:txBody>
          <a:bodyPr lIns="50800" tIns="50800" rIns="50800" bIns="50800" anchor="ctr"/>
          <a:lstStyle/>
          <a:p>
            <a:endParaRPr/>
          </a:p>
        </p:txBody>
      </p:sp>
      <p:sp>
        <p:nvSpPr>
          <p:cNvPr id="172" name="Line"/>
          <p:cNvSpPr/>
          <p:nvPr/>
        </p:nvSpPr>
        <p:spPr>
          <a:xfrm>
            <a:off x="2668322" y="6832600"/>
            <a:ext cx="2210067" cy="0"/>
          </a:xfrm>
          <a:prstGeom prst="line">
            <a:avLst/>
          </a:prstGeom>
          <a:ln w="50800">
            <a:solidFill>
              <a:srgbClr val="F5E4D5"/>
            </a:solidFill>
            <a:miter lim="400000"/>
            <a:tailEnd type="triangle"/>
          </a:ln>
        </p:spPr>
        <p:txBody>
          <a:bodyPr lIns="50800" tIns="50800" rIns="50800" bIns="50800" anchor="ctr"/>
          <a:lstStyle/>
          <a:p>
            <a:endParaRPr/>
          </a:p>
        </p:txBody>
      </p:sp>
      <p:sp>
        <p:nvSpPr>
          <p:cNvPr id="173" name="Line"/>
          <p:cNvSpPr/>
          <p:nvPr/>
        </p:nvSpPr>
        <p:spPr>
          <a:xfrm>
            <a:off x="2668322" y="7162800"/>
            <a:ext cx="2210067" cy="0"/>
          </a:xfrm>
          <a:prstGeom prst="line">
            <a:avLst/>
          </a:prstGeom>
          <a:ln w="50800">
            <a:solidFill>
              <a:srgbClr val="F5E4D5"/>
            </a:solidFill>
            <a:miter lim="400000"/>
            <a:tailEnd type="triangle"/>
          </a:ln>
        </p:spPr>
        <p:txBody>
          <a:bodyPr lIns="50800" tIns="50800" rIns="50800" bIns="50800" anchor="ctr"/>
          <a:lstStyle/>
          <a:p>
            <a:endParaRPr/>
          </a:p>
        </p:txBody>
      </p:sp>
      <p:sp>
        <p:nvSpPr>
          <p:cNvPr id="174" name="Line"/>
          <p:cNvSpPr/>
          <p:nvPr/>
        </p:nvSpPr>
        <p:spPr>
          <a:xfrm>
            <a:off x="2668322" y="7518400"/>
            <a:ext cx="2210067" cy="0"/>
          </a:xfrm>
          <a:prstGeom prst="line">
            <a:avLst/>
          </a:prstGeom>
          <a:ln w="50800">
            <a:solidFill>
              <a:srgbClr val="F5E4D5"/>
            </a:solidFill>
            <a:miter lim="400000"/>
            <a:tailEnd type="triangle"/>
          </a:ln>
        </p:spPr>
        <p:txBody>
          <a:bodyPr lIns="50800" tIns="50800" rIns="50800" bIns="50800" anchor="ctr"/>
          <a:lstStyle/>
          <a:p>
            <a:endParaRPr/>
          </a:p>
        </p:txBody>
      </p:sp>
      <p:sp>
        <p:nvSpPr>
          <p:cNvPr id="175" name="Line"/>
          <p:cNvSpPr/>
          <p:nvPr/>
        </p:nvSpPr>
        <p:spPr>
          <a:xfrm>
            <a:off x="2668322" y="7861300"/>
            <a:ext cx="2210067" cy="0"/>
          </a:xfrm>
          <a:prstGeom prst="line">
            <a:avLst/>
          </a:prstGeom>
          <a:ln w="50800">
            <a:solidFill>
              <a:srgbClr val="F5E4D5"/>
            </a:solidFill>
            <a:miter lim="400000"/>
            <a:tailEnd type="triangle"/>
          </a:ln>
        </p:spPr>
        <p:txBody>
          <a:bodyPr lIns="50800" tIns="50800" rIns="50800" bIns="50800" anchor="ctr"/>
          <a:lstStyle/>
          <a:p>
            <a:endParaRPr/>
          </a:p>
        </p:txBody>
      </p:sp>
      <p:sp>
        <p:nvSpPr>
          <p:cNvPr id="176" name="Line"/>
          <p:cNvSpPr/>
          <p:nvPr/>
        </p:nvSpPr>
        <p:spPr>
          <a:xfrm>
            <a:off x="2668322" y="8204200"/>
            <a:ext cx="2210067" cy="0"/>
          </a:xfrm>
          <a:prstGeom prst="line">
            <a:avLst/>
          </a:prstGeom>
          <a:ln w="50800">
            <a:solidFill>
              <a:srgbClr val="F5E4D5"/>
            </a:solidFill>
            <a:miter lim="400000"/>
            <a:tailEnd type="triangle"/>
          </a:ln>
        </p:spPr>
        <p:txBody>
          <a:bodyPr lIns="50800" tIns="50800" rIns="50800" bIns="50800" anchor="ctr"/>
          <a:lstStyle/>
          <a:p>
            <a:endParaRPr/>
          </a:p>
        </p:txBody>
      </p:sp>
      <p:sp>
        <p:nvSpPr>
          <p:cNvPr id="177" name="Line"/>
          <p:cNvSpPr/>
          <p:nvPr/>
        </p:nvSpPr>
        <p:spPr>
          <a:xfrm>
            <a:off x="2668322" y="8559800"/>
            <a:ext cx="2210067" cy="0"/>
          </a:xfrm>
          <a:prstGeom prst="line">
            <a:avLst/>
          </a:prstGeom>
          <a:ln w="50800">
            <a:solidFill>
              <a:srgbClr val="F5E4D5"/>
            </a:solidFill>
            <a:miter lim="400000"/>
            <a:tailEnd type="triangle"/>
          </a:ln>
        </p:spPr>
        <p:txBody>
          <a:bodyPr lIns="50800" tIns="50800" rIns="50800" bIns="50800" anchor="ctr"/>
          <a:lstStyle/>
          <a:p>
            <a:endParaRPr/>
          </a:p>
        </p:txBody>
      </p:sp>
      <p:sp>
        <p:nvSpPr>
          <p:cNvPr id="178" name="Line"/>
          <p:cNvSpPr/>
          <p:nvPr/>
        </p:nvSpPr>
        <p:spPr>
          <a:xfrm>
            <a:off x="2668322" y="8902700"/>
            <a:ext cx="2210067" cy="0"/>
          </a:xfrm>
          <a:prstGeom prst="line">
            <a:avLst/>
          </a:prstGeom>
          <a:ln w="50800">
            <a:solidFill>
              <a:srgbClr val="F5E4D5"/>
            </a:solidFill>
            <a:miter lim="400000"/>
            <a:tailEnd type="triangle"/>
          </a:ln>
        </p:spPr>
        <p:txBody>
          <a:bodyPr lIns="50800" tIns="50800" rIns="50800" bIns="50800" anchor="ctr"/>
          <a:lstStyle/>
          <a:p>
            <a:endParaRPr/>
          </a:p>
        </p:txBody>
      </p:sp>
      <p:sp>
        <p:nvSpPr>
          <p:cNvPr id="179" name="Line"/>
          <p:cNvSpPr/>
          <p:nvPr/>
        </p:nvSpPr>
        <p:spPr>
          <a:xfrm>
            <a:off x="2668322" y="9245600"/>
            <a:ext cx="2210067" cy="0"/>
          </a:xfrm>
          <a:prstGeom prst="line">
            <a:avLst/>
          </a:prstGeom>
          <a:ln w="50800">
            <a:solidFill>
              <a:srgbClr val="F5E4D5"/>
            </a:solidFill>
            <a:miter lim="400000"/>
            <a:tailEnd type="triangle"/>
          </a:ln>
        </p:spPr>
        <p:txBody>
          <a:bodyPr lIns="50800" tIns="50800" rIns="50800" bIns="50800" anchor="ctr"/>
          <a:lstStyle/>
          <a:p>
            <a:endParaRPr/>
          </a:p>
        </p:txBody>
      </p:sp>
      <p:sp>
        <p:nvSpPr>
          <p:cNvPr id="180" name="Line"/>
          <p:cNvSpPr/>
          <p:nvPr/>
        </p:nvSpPr>
        <p:spPr>
          <a:xfrm>
            <a:off x="2668322" y="9588500"/>
            <a:ext cx="2210067" cy="0"/>
          </a:xfrm>
          <a:prstGeom prst="line">
            <a:avLst/>
          </a:prstGeom>
          <a:ln w="50800">
            <a:solidFill>
              <a:srgbClr val="F5E4D5"/>
            </a:solidFill>
            <a:miter lim="400000"/>
            <a:tailEnd type="triangle"/>
          </a:ln>
        </p:spPr>
        <p:txBody>
          <a:bodyPr lIns="50800" tIns="50800" rIns="50800" bIns="50800" anchor="ctr"/>
          <a:lstStyle/>
          <a:p>
            <a:endParaRPr/>
          </a:p>
        </p:txBody>
      </p:sp>
      <p:sp>
        <p:nvSpPr>
          <p:cNvPr id="181" name="Line"/>
          <p:cNvSpPr/>
          <p:nvPr/>
        </p:nvSpPr>
        <p:spPr>
          <a:xfrm>
            <a:off x="2668322" y="9944100"/>
            <a:ext cx="2210067" cy="0"/>
          </a:xfrm>
          <a:prstGeom prst="line">
            <a:avLst/>
          </a:prstGeom>
          <a:ln w="50800">
            <a:solidFill>
              <a:srgbClr val="F5E4D5"/>
            </a:solidFill>
            <a:miter lim="400000"/>
            <a:tailEnd type="triangle"/>
          </a:ln>
        </p:spPr>
        <p:txBody>
          <a:bodyPr lIns="50800" tIns="50800" rIns="50800" bIns="50800" anchor="ctr"/>
          <a:lstStyle/>
          <a:p>
            <a:endParaRPr/>
          </a:p>
        </p:txBody>
      </p:sp>
      <p:sp>
        <p:nvSpPr>
          <p:cNvPr id="182" name="Line"/>
          <p:cNvSpPr/>
          <p:nvPr/>
        </p:nvSpPr>
        <p:spPr>
          <a:xfrm>
            <a:off x="6745022" y="6108700"/>
            <a:ext cx="1435367" cy="0"/>
          </a:xfrm>
          <a:prstGeom prst="line">
            <a:avLst/>
          </a:prstGeom>
          <a:ln w="50800">
            <a:solidFill>
              <a:srgbClr val="FF0000"/>
            </a:solidFill>
            <a:miter lim="400000"/>
            <a:tailEnd type="triangle"/>
          </a:ln>
        </p:spPr>
        <p:txBody>
          <a:bodyPr lIns="50800" tIns="50800" rIns="50800" bIns="50800" anchor="ctr"/>
          <a:lstStyle/>
          <a:p>
            <a:endParaRPr/>
          </a:p>
        </p:txBody>
      </p:sp>
      <p:sp>
        <p:nvSpPr>
          <p:cNvPr id="183" name="Line"/>
          <p:cNvSpPr/>
          <p:nvPr/>
        </p:nvSpPr>
        <p:spPr>
          <a:xfrm>
            <a:off x="6745022" y="6502400"/>
            <a:ext cx="1435367" cy="0"/>
          </a:xfrm>
          <a:prstGeom prst="line">
            <a:avLst/>
          </a:prstGeom>
          <a:ln w="50800">
            <a:solidFill>
              <a:srgbClr val="FF0000"/>
            </a:solidFill>
            <a:miter lim="400000"/>
            <a:tailEnd type="triangle"/>
          </a:ln>
        </p:spPr>
        <p:txBody>
          <a:bodyPr lIns="50800" tIns="50800" rIns="50800" bIns="50800" anchor="ctr"/>
          <a:lstStyle/>
          <a:p>
            <a:endParaRPr/>
          </a:p>
        </p:txBody>
      </p:sp>
      <p:sp>
        <p:nvSpPr>
          <p:cNvPr id="184" name="Line"/>
          <p:cNvSpPr/>
          <p:nvPr/>
        </p:nvSpPr>
        <p:spPr>
          <a:xfrm>
            <a:off x="6745022" y="6883400"/>
            <a:ext cx="1435367" cy="0"/>
          </a:xfrm>
          <a:prstGeom prst="line">
            <a:avLst/>
          </a:prstGeom>
          <a:ln w="50800">
            <a:solidFill>
              <a:srgbClr val="FF0000"/>
            </a:solidFill>
            <a:miter lim="400000"/>
            <a:tailEnd type="triangle"/>
          </a:ln>
        </p:spPr>
        <p:txBody>
          <a:bodyPr lIns="50800" tIns="50800" rIns="50800" bIns="50800" anchor="ctr"/>
          <a:lstStyle/>
          <a:p>
            <a:endParaRPr/>
          </a:p>
        </p:txBody>
      </p:sp>
      <p:sp>
        <p:nvSpPr>
          <p:cNvPr id="185" name="Line"/>
          <p:cNvSpPr/>
          <p:nvPr/>
        </p:nvSpPr>
        <p:spPr>
          <a:xfrm>
            <a:off x="6745022" y="7213600"/>
            <a:ext cx="1435367" cy="0"/>
          </a:xfrm>
          <a:prstGeom prst="line">
            <a:avLst/>
          </a:prstGeom>
          <a:ln w="50800">
            <a:solidFill>
              <a:srgbClr val="FF0000"/>
            </a:solidFill>
            <a:miter lim="400000"/>
            <a:tailEnd type="triangle"/>
          </a:ln>
        </p:spPr>
        <p:txBody>
          <a:bodyPr lIns="50800" tIns="50800" rIns="50800" bIns="50800" anchor="ctr"/>
          <a:lstStyle/>
          <a:p>
            <a:endParaRPr/>
          </a:p>
        </p:txBody>
      </p:sp>
      <p:sp>
        <p:nvSpPr>
          <p:cNvPr id="186" name="Line"/>
          <p:cNvSpPr/>
          <p:nvPr/>
        </p:nvSpPr>
        <p:spPr>
          <a:xfrm>
            <a:off x="6745022" y="7569200"/>
            <a:ext cx="1435367" cy="0"/>
          </a:xfrm>
          <a:prstGeom prst="line">
            <a:avLst/>
          </a:prstGeom>
          <a:ln w="50800">
            <a:solidFill>
              <a:srgbClr val="FF0000"/>
            </a:solidFill>
            <a:miter lim="400000"/>
            <a:tailEnd type="triangle"/>
          </a:ln>
        </p:spPr>
        <p:txBody>
          <a:bodyPr lIns="50800" tIns="50800" rIns="50800" bIns="50800" anchor="ctr"/>
          <a:lstStyle/>
          <a:p>
            <a:endParaRPr/>
          </a:p>
        </p:txBody>
      </p:sp>
      <p:sp>
        <p:nvSpPr>
          <p:cNvPr id="187" name="Line"/>
          <p:cNvSpPr/>
          <p:nvPr/>
        </p:nvSpPr>
        <p:spPr>
          <a:xfrm>
            <a:off x="6745022" y="7912100"/>
            <a:ext cx="1435367" cy="0"/>
          </a:xfrm>
          <a:prstGeom prst="line">
            <a:avLst/>
          </a:prstGeom>
          <a:ln w="50800">
            <a:solidFill>
              <a:srgbClr val="FF0000"/>
            </a:solidFill>
            <a:miter lim="400000"/>
            <a:tailEnd type="triangle"/>
          </a:ln>
        </p:spPr>
        <p:txBody>
          <a:bodyPr lIns="50800" tIns="50800" rIns="50800" bIns="50800" anchor="ctr"/>
          <a:lstStyle/>
          <a:p>
            <a:endParaRPr/>
          </a:p>
        </p:txBody>
      </p:sp>
      <p:sp>
        <p:nvSpPr>
          <p:cNvPr id="188" name="Line"/>
          <p:cNvSpPr/>
          <p:nvPr/>
        </p:nvSpPr>
        <p:spPr>
          <a:xfrm>
            <a:off x="6745022" y="8255000"/>
            <a:ext cx="1435367" cy="0"/>
          </a:xfrm>
          <a:prstGeom prst="line">
            <a:avLst/>
          </a:prstGeom>
          <a:ln w="50800">
            <a:solidFill>
              <a:srgbClr val="FF0000"/>
            </a:solidFill>
            <a:miter lim="400000"/>
            <a:tailEnd type="triangle"/>
          </a:ln>
        </p:spPr>
        <p:txBody>
          <a:bodyPr lIns="50800" tIns="50800" rIns="50800" bIns="50800" anchor="ctr"/>
          <a:lstStyle/>
          <a:p>
            <a:endParaRPr/>
          </a:p>
        </p:txBody>
      </p:sp>
      <p:sp>
        <p:nvSpPr>
          <p:cNvPr id="189" name="Line"/>
          <p:cNvSpPr/>
          <p:nvPr/>
        </p:nvSpPr>
        <p:spPr>
          <a:xfrm>
            <a:off x="6745022" y="8610600"/>
            <a:ext cx="1435367" cy="0"/>
          </a:xfrm>
          <a:prstGeom prst="line">
            <a:avLst/>
          </a:prstGeom>
          <a:ln w="50800">
            <a:solidFill>
              <a:srgbClr val="FF0000"/>
            </a:solidFill>
            <a:miter lim="400000"/>
            <a:tailEnd type="triangle"/>
          </a:ln>
        </p:spPr>
        <p:txBody>
          <a:bodyPr lIns="50800" tIns="50800" rIns="50800" bIns="50800" anchor="ctr"/>
          <a:lstStyle/>
          <a:p>
            <a:endParaRPr/>
          </a:p>
        </p:txBody>
      </p:sp>
      <p:sp>
        <p:nvSpPr>
          <p:cNvPr id="190" name="Line"/>
          <p:cNvSpPr/>
          <p:nvPr/>
        </p:nvSpPr>
        <p:spPr>
          <a:xfrm>
            <a:off x="6745022" y="8953500"/>
            <a:ext cx="1435367" cy="0"/>
          </a:xfrm>
          <a:prstGeom prst="line">
            <a:avLst/>
          </a:prstGeom>
          <a:ln w="50800">
            <a:solidFill>
              <a:srgbClr val="FF0000"/>
            </a:solidFill>
            <a:miter lim="400000"/>
            <a:tailEnd type="triangle"/>
          </a:ln>
        </p:spPr>
        <p:txBody>
          <a:bodyPr lIns="50800" tIns="50800" rIns="50800" bIns="50800" anchor="ctr"/>
          <a:lstStyle/>
          <a:p>
            <a:endParaRPr/>
          </a:p>
        </p:txBody>
      </p:sp>
      <p:sp>
        <p:nvSpPr>
          <p:cNvPr id="191" name="Line"/>
          <p:cNvSpPr/>
          <p:nvPr/>
        </p:nvSpPr>
        <p:spPr>
          <a:xfrm>
            <a:off x="6745022" y="9296400"/>
            <a:ext cx="1435367" cy="0"/>
          </a:xfrm>
          <a:prstGeom prst="line">
            <a:avLst/>
          </a:prstGeom>
          <a:ln w="50800">
            <a:solidFill>
              <a:srgbClr val="FF0000"/>
            </a:solidFill>
            <a:miter lim="400000"/>
            <a:tailEnd type="triangle"/>
          </a:ln>
        </p:spPr>
        <p:txBody>
          <a:bodyPr lIns="50800" tIns="50800" rIns="50800" bIns="50800" anchor="ctr"/>
          <a:lstStyle/>
          <a:p>
            <a:endParaRPr/>
          </a:p>
        </p:txBody>
      </p:sp>
      <p:sp>
        <p:nvSpPr>
          <p:cNvPr id="192" name="Line"/>
          <p:cNvSpPr/>
          <p:nvPr/>
        </p:nvSpPr>
        <p:spPr>
          <a:xfrm>
            <a:off x="6745022" y="9639300"/>
            <a:ext cx="1435367" cy="0"/>
          </a:xfrm>
          <a:prstGeom prst="line">
            <a:avLst/>
          </a:prstGeom>
          <a:ln w="50800">
            <a:solidFill>
              <a:srgbClr val="FF0000"/>
            </a:solidFill>
            <a:miter lim="400000"/>
            <a:tailEnd type="triangle"/>
          </a:ln>
        </p:spPr>
        <p:txBody>
          <a:bodyPr lIns="50800" tIns="50800" rIns="50800" bIns="50800" anchor="ctr"/>
          <a:lstStyle/>
          <a:p>
            <a:endParaRPr/>
          </a:p>
        </p:txBody>
      </p:sp>
      <p:sp>
        <p:nvSpPr>
          <p:cNvPr id="193" name="Line"/>
          <p:cNvSpPr/>
          <p:nvPr/>
        </p:nvSpPr>
        <p:spPr>
          <a:xfrm>
            <a:off x="6745022" y="9994900"/>
            <a:ext cx="1435367" cy="0"/>
          </a:xfrm>
          <a:prstGeom prst="line">
            <a:avLst/>
          </a:prstGeom>
          <a:ln w="50800">
            <a:solidFill>
              <a:srgbClr val="FF0000"/>
            </a:solidFill>
            <a:miter lim="400000"/>
            <a:tailEnd type="triangle"/>
          </a:ln>
        </p:spPr>
        <p:txBody>
          <a:bodyPr lIns="50800" tIns="50800" rIns="50800" bIns="50800" anchor="ctr"/>
          <a:lstStyle/>
          <a:p>
            <a:endParaRPr/>
          </a:p>
        </p:txBody>
      </p:sp>
      <p:sp>
        <p:nvSpPr>
          <p:cNvPr id="194" name="Line"/>
          <p:cNvSpPr/>
          <p:nvPr/>
        </p:nvSpPr>
        <p:spPr>
          <a:xfrm>
            <a:off x="10161321" y="6057900"/>
            <a:ext cx="2298966" cy="0"/>
          </a:xfrm>
          <a:prstGeom prst="line">
            <a:avLst/>
          </a:prstGeom>
          <a:ln w="50800">
            <a:solidFill>
              <a:srgbClr val="F5E4D5"/>
            </a:solidFill>
            <a:miter lim="400000"/>
            <a:tailEnd type="triangle"/>
          </a:ln>
        </p:spPr>
        <p:txBody>
          <a:bodyPr lIns="50800" tIns="50800" rIns="50800" bIns="50800" anchor="ctr"/>
          <a:lstStyle/>
          <a:p>
            <a:endParaRPr/>
          </a:p>
        </p:txBody>
      </p:sp>
      <p:sp>
        <p:nvSpPr>
          <p:cNvPr id="195" name="Line"/>
          <p:cNvSpPr/>
          <p:nvPr/>
        </p:nvSpPr>
        <p:spPr>
          <a:xfrm>
            <a:off x="10161321" y="6451600"/>
            <a:ext cx="2298966" cy="0"/>
          </a:xfrm>
          <a:prstGeom prst="line">
            <a:avLst/>
          </a:prstGeom>
          <a:ln w="50800">
            <a:solidFill>
              <a:srgbClr val="F5E4D5"/>
            </a:solidFill>
            <a:miter lim="400000"/>
            <a:tailEnd type="triangle"/>
          </a:ln>
        </p:spPr>
        <p:txBody>
          <a:bodyPr lIns="50800" tIns="50800" rIns="50800" bIns="50800" anchor="ctr"/>
          <a:lstStyle/>
          <a:p>
            <a:endParaRPr/>
          </a:p>
        </p:txBody>
      </p:sp>
      <p:sp>
        <p:nvSpPr>
          <p:cNvPr id="196" name="Line"/>
          <p:cNvSpPr/>
          <p:nvPr/>
        </p:nvSpPr>
        <p:spPr>
          <a:xfrm>
            <a:off x="10161321" y="6832600"/>
            <a:ext cx="2298966" cy="0"/>
          </a:xfrm>
          <a:prstGeom prst="line">
            <a:avLst/>
          </a:prstGeom>
          <a:ln w="50800">
            <a:solidFill>
              <a:srgbClr val="F5E4D5"/>
            </a:solidFill>
            <a:miter lim="400000"/>
            <a:tailEnd type="triangle"/>
          </a:ln>
        </p:spPr>
        <p:txBody>
          <a:bodyPr lIns="50800" tIns="50800" rIns="50800" bIns="50800" anchor="ctr"/>
          <a:lstStyle/>
          <a:p>
            <a:endParaRPr/>
          </a:p>
        </p:txBody>
      </p:sp>
      <p:sp>
        <p:nvSpPr>
          <p:cNvPr id="197" name="Line"/>
          <p:cNvSpPr/>
          <p:nvPr/>
        </p:nvSpPr>
        <p:spPr>
          <a:xfrm>
            <a:off x="10161321" y="7162800"/>
            <a:ext cx="2298966" cy="0"/>
          </a:xfrm>
          <a:prstGeom prst="line">
            <a:avLst/>
          </a:prstGeom>
          <a:ln w="50800">
            <a:solidFill>
              <a:srgbClr val="F5E4D5"/>
            </a:solidFill>
            <a:miter lim="400000"/>
            <a:tailEnd type="triangle"/>
          </a:ln>
        </p:spPr>
        <p:txBody>
          <a:bodyPr lIns="50800" tIns="50800" rIns="50800" bIns="50800" anchor="ctr"/>
          <a:lstStyle/>
          <a:p>
            <a:endParaRPr/>
          </a:p>
        </p:txBody>
      </p:sp>
      <p:sp>
        <p:nvSpPr>
          <p:cNvPr id="198" name="Line"/>
          <p:cNvSpPr/>
          <p:nvPr/>
        </p:nvSpPr>
        <p:spPr>
          <a:xfrm>
            <a:off x="10161321" y="7518400"/>
            <a:ext cx="2298966" cy="0"/>
          </a:xfrm>
          <a:prstGeom prst="line">
            <a:avLst/>
          </a:prstGeom>
          <a:ln w="50800">
            <a:solidFill>
              <a:srgbClr val="F5E4D5"/>
            </a:solidFill>
            <a:miter lim="400000"/>
            <a:tailEnd type="triangle"/>
          </a:ln>
        </p:spPr>
        <p:txBody>
          <a:bodyPr lIns="50800" tIns="50800" rIns="50800" bIns="50800" anchor="ctr"/>
          <a:lstStyle/>
          <a:p>
            <a:endParaRPr/>
          </a:p>
        </p:txBody>
      </p:sp>
      <p:sp>
        <p:nvSpPr>
          <p:cNvPr id="199" name="Line"/>
          <p:cNvSpPr/>
          <p:nvPr/>
        </p:nvSpPr>
        <p:spPr>
          <a:xfrm>
            <a:off x="10161321" y="7861300"/>
            <a:ext cx="2298966" cy="0"/>
          </a:xfrm>
          <a:prstGeom prst="line">
            <a:avLst/>
          </a:prstGeom>
          <a:ln w="50800">
            <a:solidFill>
              <a:srgbClr val="F5E4D5"/>
            </a:solidFill>
            <a:miter lim="400000"/>
            <a:tailEnd type="triangle"/>
          </a:ln>
        </p:spPr>
        <p:txBody>
          <a:bodyPr lIns="50800" tIns="50800" rIns="50800" bIns="50800" anchor="ctr"/>
          <a:lstStyle/>
          <a:p>
            <a:endParaRPr/>
          </a:p>
        </p:txBody>
      </p:sp>
      <p:sp>
        <p:nvSpPr>
          <p:cNvPr id="200" name="Line"/>
          <p:cNvSpPr/>
          <p:nvPr/>
        </p:nvSpPr>
        <p:spPr>
          <a:xfrm>
            <a:off x="10161321" y="8204200"/>
            <a:ext cx="2298966" cy="0"/>
          </a:xfrm>
          <a:prstGeom prst="line">
            <a:avLst/>
          </a:prstGeom>
          <a:ln w="50800">
            <a:solidFill>
              <a:srgbClr val="F5E4D5"/>
            </a:solidFill>
            <a:miter lim="400000"/>
            <a:tailEnd type="triangle"/>
          </a:ln>
        </p:spPr>
        <p:txBody>
          <a:bodyPr lIns="50800" tIns="50800" rIns="50800" bIns="50800" anchor="ctr"/>
          <a:lstStyle/>
          <a:p>
            <a:endParaRPr/>
          </a:p>
        </p:txBody>
      </p:sp>
      <p:sp>
        <p:nvSpPr>
          <p:cNvPr id="201" name="Line"/>
          <p:cNvSpPr/>
          <p:nvPr/>
        </p:nvSpPr>
        <p:spPr>
          <a:xfrm>
            <a:off x="10161321" y="8559800"/>
            <a:ext cx="2298966" cy="0"/>
          </a:xfrm>
          <a:prstGeom prst="line">
            <a:avLst/>
          </a:prstGeom>
          <a:ln w="50800">
            <a:solidFill>
              <a:srgbClr val="F5E4D5"/>
            </a:solidFill>
            <a:miter lim="400000"/>
            <a:tailEnd type="triangle"/>
          </a:ln>
        </p:spPr>
        <p:txBody>
          <a:bodyPr lIns="50800" tIns="50800" rIns="50800" bIns="50800" anchor="ctr"/>
          <a:lstStyle/>
          <a:p>
            <a:endParaRPr/>
          </a:p>
        </p:txBody>
      </p:sp>
      <p:sp>
        <p:nvSpPr>
          <p:cNvPr id="202" name="Line"/>
          <p:cNvSpPr/>
          <p:nvPr/>
        </p:nvSpPr>
        <p:spPr>
          <a:xfrm>
            <a:off x="10161321" y="8902700"/>
            <a:ext cx="2298966" cy="0"/>
          </a:xfrm>
          <a:prstGeom prst="line">
            <a:avLst/>
          </a:prstGeom>
          <a:ln w="50800">
            <a:solidFill>
              <a:srgbClr val="F5E4D5"/>
            </a:solidFill>
            <a:miter lim="400000"/>
            <a:tailEnd type="triangle"/>
          </a:ln>
        </p:spPr>
        <p:txBody>
          <a:bodyPr lIns="50800" tIns="50800" rIns="50800" bIns="50800" anchor="ctr"/>
          <a:lstStyle/>
          <a:p>
            <a:endParaRPr/>
          </a:p>
        </p:txBody>
      </p:sp>
      <p:sp>
        <p:nvSpPr>
          <p:cNvPr id="203" name="Line"/>
          <p:cNvSpPr/>
          <p:nvPr/>
        </p:nvSpPr>
        <p:spPr>
          <a:xfrm>
            <a:off x="10161321" y="9245600"/>
            <a:ext cx="2298966" cy="0"/>
          </a:xfrm>
          <a:prstGeom prst="line">
            <a:avLst/>
          </a:prstGeom>
          <a:ln w="50800">
            <a:solidFill>
              <a:srgbClr val="F5E4D5"/>
            </a:solidFill>
            <a:miter lim="400000"/>
            <a:tailEnd type="triangle"/>
          </a:ln>
        </p:spPr>
        <p:txBody>
          <a:bodyPr lIns="50800" tIns="50800" rIns="50800" bIns="50800" anchor="ctr"/>
          <a:lstStyle/>
          <a:p>
            <a:endParaRPr/>
          </a:p>
        </p:txBody>
      </p:sp>
      <p:sp>
        <p:nvSpPr>
          <p:cNvPr id="204" name="Line"/>
          <p:cNvSpPr/>
          <p:nvPr/>
        </p:nvSpPr>
        <p:spPr>
          <a:xfrm>
            <a:off x="10161321" y="9588500"/>
            <a:ext cx="2298966" cy="0"/>
          </a:xfrm>
          <a:prstGeom prst="line">
            <a:avLst/>
          </a:prstGeom>
          <a:ln w="50800">
            <a:solidFill>
              <a:srgbClr val="F5E4D5"/>
            </a:solidFill>
            <a:miter lim="400000"/>
            <a:tailEnd type="triangle"/>
          </a:ln>
        </p:spPr>
        <p:txBody>
          <a:bodyPr lIns="50800" tIns="50800" rIns="50800" bIns="50800" anchor="ctr"/>
          <a:lstStyle/>
          <a:p>
            <a:endParaRPr/>
          </a:p>
        </p:txBody>
      </p:sp>
      <p:sp>
        <p:nvSpPr>
          <p:cNvPr id="205" name="Line"/>
          <p:cNvSpPr/>
          <p:nvPr/>
        </p:nvSpPr>
        <p:spPr>
          <a:xfrm>
            <a:off x="10161321" y="9944100"/>
            <a:ext cx="2298966" cy="0"/>
          </a:xfrm>
          <a:prstGeom prst="line">
            <a:avLst/>
          </a:prstGeom>
          <a:ln w="50800">
            <a:solidFill>
              <a:srgbClr val="F5E4D5"/>
            </a:solidFill>
            <a:miter lim="400000"/>
            <a:tailEnd type="triangle"/>
          </a:ln>
        </p:spPr>
        <p:txBody>
          <a:bodyPr lIns="50800" tIns="50800" rIns="50800" bIns="50800" anchor="ctr"/>
          <a:lstStyle/>
          <a:p>
            <a:endParaRPr/>
          </a:p>
        </p:txBody>
      </p:sp>
      <p:sp>
        <p:nvSpPr>
          <p:cNvPr id="206" name="Application…"/>
          <p:cNvSpPr txBox="1"/>
          <p:nvPr/>
        </p:nvSpPr>
        <p:spPr>
          <a:xfrm>
            <a:off x="2652061" y="10371376"/>
            <a:ext cx="1760225" cy="841256"/>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50800" tIns="50800" rIns="50800" bIns="50800" anchor="ctr">
            <a:spAutoFit/>
          </a:bodyPr>
          <a:lstStyle/>
          <a:p>
            <a:pPr algn="ctr">
              <a:defRPr b="1"/>
            </a:pPr>
            <a:r>
              <a:rPr sz="2400" dirty="0">
                <a:solidFill>
                  <a:schemeClr val="bg1"/>
                </a:solidFill>
              </a:rPr>
              <a:t>Application </a:t>
            </a:r>
          </a:p>
          <a:p>
            <a:pPr algn="ctr">
              <a:defRPr b="1"/>
            </a:pPr>
            <a:r>
              <a:rPr sz="2400" dirty="0">
                <a:solidFill>
                  <a:schemeClr val="bg1"/>
                </a:solidFill>
              </a:rPr>
              <a:t>Threads</a:t>
            </a:r>
          </a:p>
        </p:txBody>
      </p:sp>
      <p:sp>
        <p:nvSpPr>
          <p:cNvPr id="207" name="Application…"/>
          <p:cNvSpPr txBox="1"/>
          <p:nvPr/>
        </p:nvSpPr>
        <p:spPr>
          <a:xfrm>
            <a:off x="10132361" y="10351664"/>
            <a:ext cx="1760225" cy="841256"/>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50800" tIns="50800" rIns="50800" bIns="50800" anchor="ctr">
            <a:spAutoFit/>
          </a:bodyPr>
          <a:lstStyle/>
          <a:p>
            <a:pPr algn="ctr">
              <a:defRPr b="1"/>
            </a:pPr>
            <a:r>
              <a:rPr sz="2400">
                <a:solidFill>
                  <a:schemeClr val="bg1"/>
                </a:solidFill>
              </a:rPr>
              <a:t>Application </a:t>
            </a:r>
          </a:p>
          <a:p>
            <a:pPr algn="ctr">
              <a:defRPr b="1"/>
            </a:pPr>
            <a:r>
              <a:rPr sz="2400">
                <a:solidFill>
                  <a:schemeClr val="bg1"/>
                </a:solidFill>
              </a:rPr>
              <a:t>Threads</a:t>
            </a:r>
          </a:p>
        </p:txBody>
      </p:sp>
      <p:sp>
        <p:nvSpPr>
          <p:cNvPr id="208" name="GC…"/>
          <p:cNvSpPr txBox="1"/>
          <p:nvPr/>
        </p:nvSpPr>
        <p:spPr>
          <a:xfrm>
            <a:off x="6707247" y="10479326"/>
            <a:ext cx="1253805" cy="841256"/>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50800" tIns="50800" rIns="50800" bIns="50800" anchor="ctr">
            <a:spAutoFit/>
          </a:bodyPr>
          <a:lstStyle/>
          <a:p>
            <a:pPr algn="ctr">
              <a:defRPr b="1"/>
            </a:pPr>
            <a:r>
              <a:rPr sz="2400" dirty="0">
                <a:solidFill>
                  <a:schemeClr val="bg1"/>
                </a:solidFill>
              </a:rPr>
              <a:t>GC </a:t>
            </a:r>
          </a:p>
          <a:p>
            <a:pPr algn="ctr">
              <a:defRPr b="1"/>
            </a:pPr>
            <a:r>
              <a:rPr sz="2400" dirty="0">
                <a:solidFill>
                  <a:schemeClr val="bg1"/>
                </a:solidFill>
              </a:rPr>
              <a:t>Threads</a:t>
            </a:r>
          </a:p>
        </p:txBody>
      </p:sp>
      <p:sp>
        <p:nvSpPr>
          <p:cNvPr id="209" name="Parallel GC"/>
          <p:cNvSpPr txBox="1"/>
          <p:nvPr/>
        </p:nvSpPr>
        <p:spPr>
          <a:xfrm>
            <a:off x="5958524" y="4008124"/>
            <a:ext cx="3287760" cy="841256"/>
          </a:xfrm>
          <a:prstGeom prst="rect">
            <a:avLst/>
          </a:prstGeom>
          <a:solidFill>
            <a:schemeClr val="bg1"/>
          </a:solidFill>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50800" tIns="50800" rIns="50800" bIns="50800" anchor="ctr">
            <a:spAutoFit/>
          </a:bodyPr>
          <a:lstStyle>
            <a:lvl1pPr defTabSz="825500">
              <a:defRPr sz="3800">
                <a:solidFill>
                  <a:srgbClr val="FFFFFF"/>
                </a:solidFill>
                <a:latin typeface="Helvetica Neue Medium"/>
                <a:ea typeface="Helvetica Neue Medium"/>
                <a:cs typeface="Helvetica Neue Medium"/>
                <a:sym typeface="Helvetica Neue Medium"/>
              </a:defRPr>
            </a:lvl1pPr>
          </a:lstStyle>
          <a:p>
            <a:r>
              <a:rPr sz="4800" dirty="0">
                <a:solidFill>
                  <a:srgbClr val="017590"/>
                </a:solidFill>
              </a:rPr>
              <a:t>Parallel GC</a:t>
            </a:r>
          </a:p>
        </p:txBody>
      </p:sp>
      <p:sp>
        <p:nvSpPr>
          <p:cNvPr id="210" name="Concurrent GC"/>
          <p:cNvSpPr txBox="1"/>
          <p:nvPr/>
        </p:nvSpPr>
        <p:spPr>
          <a:xfrm>
            <a:off x="16568185" y="4049902"/>
            <a:ext cx="4365106" cy="841256"/>
          </a:xfrm>
          <a:prstGeom prst="rect">
            <a:avLst/>
          </a:prstGeom>
          <a:solidFill>
            <a:schemeClr val="bg1"/>
          </a:solidFill>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50800" tIns="50800" rIns="50800" bIns="50800" anchor="ctr">
            <a:spAutoFit/>
          </a:bodyPr>
          <a:lstStyle>
            <a:lvl1pPr defTabSz="825500">
              <a:defRPr sz="3800">
                <a:solidFill>
                  <a:srgbClr val="FFFFFF"/>
                </a:solidFill>
                <a:latin typeface="Helvetica Neue Medium"/>
                <a:ea typeface="Helvetica Neue Medium"/>
                <a:cs typeface="Helvetica Neue Medium"/>
                <a:sym typeface="Helvetica Neue Medium"/>
              </a:defRPr>
            </a:lvl1pPr>
          </a:lstStyle>
          <a:p>
            <a:r>
              <a:rPr sz="4800" dirty="0">
                <a:solidFill>
                  <a:srgbClr val="017590"/>
                </a:solidFill>
              </a:rPr>
              <a:t>Concurrent GC</a:t>
            </a:r>
          </a:p>
        </p:txBody>
      </p:sp>
      <p:sp>
        <p:nvSpPr>
          <p:cNvPr id="211" name="Line"/>
          <p:cNvSpPr/>
          <p:nvPr/>
        </p:nvSpPr>
        <p:spPr>
          <a:xfrm>
            <a:off x="17286022" y="5994400"/>
            <a:ext cx="2929433" cy="0"/>
          </a:xfrm>
          <a:prstGeom prst="line">
            <a:avLst/>
          </a:prstGeom>
          <a:ln w="50800">
            <a:solidFill>
              <a:srgbClr val="F5E4D5"/>
            </a:solidFill>
            <a:miter lim="400000"/>
            <a:tailEnd type="triangle"/>
          </a:ln>
        </p:spPr>
        <p:txBody>
          <a:bodyPr lIns="50800" tIns="50800" rIns="50800" bIns="50800" anchor="ctr"/>
          <a:lstStyle/>
          <a:p>
            <a:endParaRPr/>
          </a:p>
        </p:txBody>
      </p:sp>
      <p:sp>
        <p:nvSpPr>
          <p:cNvPr id="212" name="Line"/>
          <p:cNvSpPr/>
          <p:nvPr/>
        </p:nvSpPr>
        <p:spPr>
          <a:xfrm>
            <a:off x="17286022" y="6388100"/>
            <a:ext cx="2933967" cy="0"/>
          </a:xfrm>
          <a:prstGeom prst="line">
            <a:avLst/>
          </a:prstGeom>
          <a:ln w="50800">
            <a:solidFill>
              <a:srgbClr val="F5E4D5"/>
            </a:solidFill>
            <a:miter lim="400000"/>
            <a:tailEnd type="triangle"/>
          </a:ln>
        </p:spPr>
        <p:txBody>
          <a:bodyPr lIns="50800" tIns="50800" rIns="50800" bIns="50800" anchor="ctr"/>
          <a:lstStyle/>
          <a:p>
            <a:endParaRPr/>
          </a:p>
        </p:txBody>
      </p:sp>
      <p:sp>
        <p:nvSpPr>
          <p:cNvPr id="213" name="Line"/>
          <p:cNvSpPr/>
          <p:nvPr/>
        </p:nvSpPr>
        <p:spPr>
          <a:xfrm>
            <a:off x="17286022" y="6769100"/>
            <a:ext cx="2933967" cy="0"/>
          </a:xfrm>
          <a:prstGeom prst="line">
            <a:avLst/>
          </a:prstGeom>
          <a:ln w="50800">
            <a:solidFill>
              <a:srgbClr val="FF0000"/>
            </a:solidFill>
            <a:miter lim="400000"/>
            <a:tailEnd type="triangle"/>
          </a:ln>
        </p:spPr>
        <p:txBody>
          <a:bodyPr lIns="50800" tIns="50800" rIns="50800" bIns="50800" anchor="ctr"/>
          <a:lstStyle/>
          <a:p>
            <a:endParaRPr/>
          </a:p>
        </p:txBody>
      </p:sp>
      <p:sp>
        <p:nvSpPr>
          <p:cNvPr id="214" name="Line"/>
          <p:cNvSpPr/>
          <p:nvPr/>
        </p:nvSpPr>
        <p:spPr>
          <a:xfrm>
            <a:off x="17286022" y="7099300"/>
            <a:ext cx="2929433" cy="0"/>
          </a:xfrm>
          <a:prstGeom prst="line">
            <a:avLst/>
          </a:prstGeom>
          <a:ln w="50800">
            <a:solidFill>
              <a:srgbClr val="F5E4D5"/>
            </a:solidFill>
            <a:miter lim="400000"/>
            <a:tailEnd type="triangle"/>
          </a:ln>
        </p:spPr>
        <p:txBody>
          <a:bodyPr lIns="50800" tIns="50800" rIns="50800" bIns="50800" anchor="ctr"/>
          <a:lstStyle/>
          <a:p>
            <a:endParaRPr/>
          </a:p>
        </p:txBody>
      </p:sp>
      <p:sp>
        <p:nvSpPr>
          <p:cNvPr id="215" name="Line"/>
          <p:cNvSpPr/>
          <p:nvPr/>
        </p:nvSpPr>
        <p:spPr>
          <a:xfrm>
            <a:off x="17286022" y="7454900"/>
            <a:ext cx="2929433" cy="0"/>
          </a:xfrm>
          <a:prstGeom prst="line">
            <a:avLst/>
          </a:prstGeom>
          <a:ln w="50800">
            <a:solidFill>
              <a:srgbClr val="FF0000"/>
            </a:solidFill>
            <a:miter lim="400000"/>
            <a:tailEnd type="triangle"/>
          </a:ln>
        </p:spPr>
        <p:txBody>
          <a:bodyPr lIns="50800" tIns="50800" rIns="50800" bIns="50800" anchor="ctr"/>
          <a:lstStyle/>
          <a:p>
            <a:endParaRPr/>
          </a:p>
        </p:txBody>
      </p:sp>
      <p:sp>
        <p:nvSpPr>
          <p:cNvPr id="216" name="Line"/>
          <p:cNvSpPr/>
          <p:nvPr/>
        </p:nvSpPr>
        <p:spPr>
          <a:xfrm>
            <a:off x="17286022" y="7797800"/>
            <a:ext cx="2929433" cy="0"/>
          </a:xfrm>
          <a:prstGeom prst="line">
            <a:avLst/>
          </a:prstGeom>
          <a:ln w="50800">
            <a:solidFill>
              <a:srgbClr val="F5E4D5"/>
            </a:solidFill>
            <a:miter lim="400000"/>
            <a:tailEnd type="triangle"/>
          </a:ln>
        </p:spPr>
        <p:txBody>
          <a:bodyPr lIns="50800" tIns="50800" rIns="50800" bIns="50800" anchor="ctr"/>
          <a:lstStyle/>
          <a:p>
            <a:endParaRPr/>
          </a:p>
        </p:txBody>
      </p:sp>
      <p:sp>
        <p:nvSpPr>
          <p:cNvPr id="217" name="Line"/>
          <p:cNvSpPr/>
          <p:nvPr/>
        </p:nvSpPr>
        <p:spPr>
          <a:xfrm>
            <a:off x="17286022" y="8140700"/>
            <a:ext cx="2929433" cy="0"/>
          </a:xfrm>
          <a:prstGeom prst="line">
            <a:avLst/>
          </a:prstGeom>
          <a:ln w="50800">
            <a:solidFill>
              <a:srgbClr val="F5E4D5"/>
            </a:solidFill>
            <a:miter lim="400000"/>
            <a:tailEnd type="triangle"/>
          </a:ln>
        </p:spPr>
        <p:txBody>
          <a:bodyPr lIns="50800" tIns="50800" rIns="50800" bIns="50800" anchor="ctr"/>
          <a:lstStyle/>
          <a:p>
            <a:endParaRPr/>
          </a:p>
        </p:txBody>
      </p:sp>
      <p:sp>
        <p:nvSpPr>
          <p:cNvPr id="218" name="Line"/>
          <p:cNvSpPr/>
          <p:nvPr/>
        </p:nvSpPr>
        <p:spPr>
          <a:xfrm>
            <a:off x="17286022" y="8496300"/>
            <a:ext cx="2929433" cy="0"/>
          </a:xfrm>
          <a:prstGeom prst="line">
            <a:avLst/>
          </a:prstGeom>
          <a:ln w="50800">
            <a:solidFill>
              <a:srgbClr val="FF0000"/>
            </a:solidFill>
            <a:miter lim="400000"/>
            <a:tailEnd type="triangle"/>
          </a:ln>
        </p:spPr>
        <p:txBody>
          <a:bodyPr lIns="50800" tIns="50800" rIns="50800" bIns="50800" anchor="ctr"/>
          <a:lstStyle/>
          <a:p>
            <a:endParaRPr/>
          </a:p>
        </p:txBody>
      </p:sp>
      <p:sp>
        <p:nvSpPr>
          <p:cNvPr id="219" name="Line"/>
          <p:cNvSpPr/>
          <p:nvPr/>
        </p:nvSpPr>
        <p:spPr>
          <a:xfrm>
            <a:off x="17286022" y="8839200"/>
            <a:ext cx="2929433" cy="0"/>
          </a:xfrm>
          <a:prstGeom prst="line">
            <a:avLst/>
          </a:prstGeom>
          <a:ln w="50800">
            <a:solidFill>
              <a:srgbClr val="F5E4D5"/>
            </a:solidFill>
            <a:miter lim="400000"/>
            <a:tailEnd type="triangle"/>
          </a:ln>
        </p:spPr>
        <p:txBody>
          <a:bodyPr lIns="50800" tIns="50800" rIns="50800" bIns="50800" anchor="ctr"/>
          <a:lstStyle/>
          <a:p>
            <a:endParaRPr/>
          </a:p>
        </p:txBody>
      </p:sp>
      <p:sp>
        <p:nvSpPr>
          <p:cNvPr id="220" name="Line"/>
          <p:cNvSpPr/>
          <p:nvPr/>
        </p:nvSpPr>
        <p:spPr>
          <a:xfrm>
            <a:off x="17286022" y="9182100"/>
            <a:ext cx="2929433" cy="0"/>
          </a:xfrm>
          <a:prstGeom prst="line">
            <a:avLst/>
          </a:prstGeom>
          <a:ln w="50800">
            <a:solidFill>
              <a:srgbClr val="F5E4D5"/>
            </a:solidFill>
            <a:miter lim="400000"/>
            <a:tailEnd type="triangle"/>
          </a:ln>
        </p:spPr>
        <p:txBody>
          <a:bodyPr lIns="50800" tIns="50800" rIns="50800" bIns="50800" anchor="ctr"/>
          <a:lstStyle/>
          <a:p>
            <a:endParaRPr/>
          </a:p>
        </p:txBody>
      </p:sp>
      <p:sp>
        <p:nvSpPr>
          <p:cNvPr id="221" name="Line"/>
          <p:cNvSpPr/>
          <p:nvPr/>
        </p:nvSpPr>
        <p:spPr>
          <a:xfrm>
            <a:off x="17286022" y="9525000"/>
            <a:ext cx="2929433" cy="0"/>
          </a:xfrm>
          <a:prstGeom prst="line">
            <a:avLst/>
          </a:prstGeom>
          <a:ln w="50800">
            <a:solidFill>
              <a:srgbClr val="FF0000"/>
            </a:solidFill>
            <a:miter lim="400000"/>
            <a:tailEnd type="triangle"/>
          </a:ln>
        </p:spPr>
        <p:txBody>
          <a:bodyPr lIns="50800" tIns="50800" rIns="50800" bIns="50800" anchor="ctr"/>
          <a:lstStyle/>
          <a:p>
            <a:endParaRPr/>
          </a:p>
        </p:txBody>
      </p:sp>
      <p:sp>
        <p:nvSpPr>
          <p:cNvPr id="222" name="Line"/>
          <p:cNvSpPr/>
          <p:nvPr/>
        </p:nvSpPr>
        <p:spPr>
          <a:xfrm>
            <a:off x="17286022" y="9880600"/>
            <a:ext cx="2929433" cy="0"/>
          </a:xfrm>
          <a:prstGeom prst="line">
            <a:avLst/>
          </a:prstGeom>
          <a:ln w="50800">
            <a:solidFill>
              <a:srgbClr val="F5E4D5"/>
            </a:solidFill>
            <a:miter lim="400000"/>
            <a:tailEnd type="triangle"/>
          </a:ln>
        </p:spPr>
        <p:txBody>
          <a:bodyPr lIns="50800" tIns="50800" rIns="50800" bIns="50800" anchor="ctr"/>
          <a:lstStyle/>
          <a:p>
            <a:endParaRPr/>
          </a:p>
        </p:txBody>
      </p:sp>
      <p:sp>
        <p:nvSpPr>
          <p:cNvPr id="223" name="Application…"/>
          <p:cNvSpPr txBox="1"/>
          <p:nvPr/>
        </p:nvSpPr>
        <p:spPr>
          <a:xfrm>
            <a:off x="21806541" y="7491473"/>
            <a:ext cx="1779627" cy="841256"/>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50800" tIns="50800" rIns="50800" bIns="50800" anchor="ctr">
            <a:spAutoFit/>
          </a:bodyPr>
          <a:lstStyle/>
          <a:p>
            <a:pPr algn="ctr">
              <a:defRPr b="1"/>
            </a:pPr>
            <a:r>
              <a:rPr sz="2400">
                <a:solidFill>
                  <a:schemeClr val="bg1"/>
                </a:solidFill>
              </a:rPr>
              <a:t>Application </a:t>
            </a:r>
          </a:p>
          <a:p>
            <a:pPr algn="ctr">
              <a:defRPr b="1"/>
            </a:pPr>
            <a:r>
              <a:rPr sz="2400">
                <a:solidFill>
                  <a:schemeClr val="bg1"/>
                </a:solidFill>
              </a:rPr>
              <a:t>Threads</a:t>
            </a:r>
          </a:p>
        </p:txBody>
      </p:sp>
      <p:sp>
        <p:nvSpPr>
          <p:cNvPr id="224" name="GC…"/>
          <p:cNvSpPr txBox="1"/>
          <p:nvPr/>
        </p:nvSpPr>
        <p:spPr>
          <a:xfrm>
            <a:off x="14602251" y="7278086"/>
            <a:ext cx="1779626" cy="841256"/>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50800" tIns="50800" rIns="50800" bIns="50800" anchor="ctr">
            <a:spAutoFit/>
          </a:bodyPr>
          <a:lstStyle/>
          <a:p>
            <a:pPr algn="ctr">
              <a:defRPr b="1"/>
            </a:pPr>
            <a:r>
              <a:rPr sz="2400" dirty="0">
                <a:solidFill>
                  <a:schemeClr val="bg1"/>
                </a:solidFill>
              </a:rPr>
              <a:t>GC </a:t>
            </a:r>
          </a:p>
          <a:p>
            <a:pPr algn="ctr">
              <a:defRPr b="1"/>
            </a:pPr>
            <a:r>
              <a:rPr sz="2400" dirty="0">
                <a:solidFill>
                  <a:schemeClr val="bg1"/>
                </a:solidFill>
              </a:rPr>
              <a:t>Threads</a:t>
            </a:r>
          </a:p>
        </p:txBody>
      </p:sp>
      <p:sp>
        <p:nvSpPr>
          <p:cNvPr id="225" name="Line"/>
          <p:cNvSpPr/>
          <p:nvPr/>
        </p:nvSpPr>
        <p:spPr>
          <a:xfrm flipV="1">
            <a:off x="16270288" y="6866864"/>
            <a:ext cx="1055253" cy="734087"/>
          </a:xfrm>
          <a:prstGeom prst="line">
            <a:avLst/>
          </a:prstGeom>
          <a:ln w="25400">
            <a:solidFill>
              <a:schemeClr val="bg1"/>
            </a:solidFill>
            <a:miter lim="400000"/>
            <a:tailEnd type="triangle"/>
          </a:ln>
        </p:spPr>
        <p:txBody>
          <a:bodyPr lIns="50800" tIns="50800" rIns="50800" bIns="50800" anchor="ctr"/>
          <a:lstStyle/>
          <a:p>
            <a:endParaRPr>
              <a:solidFill>
                <a:schemeClr val="bg1"/>
              </a:solidFill>
            </a:endParaRPr>
          </a:p>
        </p:txBody>
      </p:sp>
      <p:sp>
        <p:nvSpPr>
          <p:cNvPr id="226" name="Line"/>
          <p:cNvSpPr/>
          <p:nvPr/>
        </p:nvSpPr>
        <p:spPr>
          <a:xfrm flipV="1">
            <a:off x="16394923" y="7508838"/>
            <a:ext cx="801439" cy="167042"/>
          </a:xfrm>
          <a:prstGeom prst="line">
            <a:avLst/>
          </a:prstGeom>
          <a:ln w="25400">
            <a:solidFill>
              <a:schemeClr val="bg1"/>
            </a:solidFill>
            <a:miter lim="400000"/>
            <a:tailEnd type="triangle"/>
          </a:ln>
        </p:spPr>
        <p:txBody>
          <a:bodyPr lIns="50800" tIns="50800" rIns="50800" bIns="50800" anchor="ctr"/>
          <a:lstStyle/>
          <a:p>
            <a:endParaRPr>
              <a:solidFill>
                <a:schemeClr val="bg1"/>
              </a:solidFill>
            </a:endParaRPr>
          </a:p>
        </p:txBody>
      </p:sp>
      <p:sp>
        <p:nvSpPr>
          <p:cNvPr id="227" name="Line"/>
          <p:cNvSpPr/>
          <p:nvPr/>
        </p:nvSpPr>
        <p:spPr>
          <a:xfrm>
            <a:off x="16397287" y="7727951"/>
            <a:ext cx="803015" cy="803015"/>
          </a:xfrm>
          <a:prstGeom prst="line">
            <a:avLst/>
          </a:prstGeom>
          <a:ln w="25400">
            <a:solidFill>
              <a:schemeClr val="bg1"/>
            </a:solidFill>
            <a:miter lim="400000"/>
            <a:tailEnd type="triangle"/>
          </a:ln>
        </p:spPr>
        <p:txBody>
          <a:bodyPr lIns="50800" tIns="50800" rIns="50800" bIns="50800" anchor="ctr"/>
          <a:lstStyle/>
          <a:p>
            <a:endParaRPr>
              <a:solidFill>
                <a:schemeClr val="bg1"/>
              </a:solidFill>
            </a:endParaRPr>
          </a:p>
        </p:txBody>
      </p:sp>
      <p:sp>
        <p:nvSpPr>
          <p:cNvPr id="228" name="Line"/>
          <p:cNvSpPr/>
          <p:nvPr/>
        </p:nvSpPr>
        <p:spPr>
          <a:xfrm>
            <a:off x="16282986" y="7727951"/>
            <a:ext cx="1028034" cy="1821257"/>
          </a:xfrm>
          <a:prstGeom prst="line">
            <a:avLst/>
          </a:prstGeom>
          <a:ln w="25400">
            <a:solidFill>
              <a:schemeClr val="bg1"/>
            </a:solidFill>
            <a:miter lim="400000"/>
            <a:tailEnd type="triangle"/>
          </a:ln>
        </p:spPr>
        <p:txBody>
          <a:bodyPr lIns="50800" tIns="50800" rIns="50800" bIns="50800" anchor="ctr"/>
          <a:lstStyle/>
          <a:p>
            <a:endParaRPr>
              <a:solidFill>
                <a:schemeClr val="bg1"/>
              </a:solidFill>
            </a:endParaRPr>
          </a:p>
        </p:txBody>
      </p:sp>
      <p:sp>
        <p:nvSpPr>
          <p:cNvPr id="229" name="Line"/>
          <p:cNvSpPr/>
          <p:nvPr/>
        </p:nvSpPr>
        <p:spPr>
          <a:xfrm flipH="1" flipV="1">
            <a:off x="20315173" y="6029336"/>
            <a:ext cx="1533917" cy="1700475"/>
          </a:xfrm>
          <a:prstGeom prst="line">
            <a:avLst/>
          </a:prstGeom>
          <a:ln w="25400">
            <a:solidFill>
              <a:schemeClr val="bg1"/>
            </a:solidFill>
            <a:miter lim="400000"/>
            <a:tailEnd type="triangle"/>
          </a:ln>
        </p:spPr>
        <p:txBody>
          <a:bodyPr lIns="50800" tIns="50800" rIns="50800" bIns="50800" anchor="ctr"/>
          <a:lstStyle/>
          <a:p>
            <a:endParaRPr>
              <a:solidFill>
                <a:schemeClr val="bg1"/>
              </a:solidFill>
            </a:endParaRPr>
          </a:p>
        </p:txBody>
      </p:sp>
      <p:sp>
        <p:nvSpPr>
          <p:cNvPr id="230" name="Line"/>
          <p:cNvSpPr/>
          <p:nvPr/>
        </p:nvSpPr>
        <p:spPr>
          <a:xfrm flipH="1">
            <a:off x="20315172" y="7937500"/>
            <a:ext cx="1442906" cy="1"/>
          </a:xfrm>
          <a:prstGeom prst="line">
            <a:avLst/>
          </a:prstGeom>
          <a:ln w="25400">
            <a:solidFill>
              <a:schemeClr val="bg1"/>
            </a:solidFill>
            <a:miter lim="400000"/>
            <a:tailEnd type="triangle"/>
          </a:ln>
        </p:spPr>
        <p:txBody>
          <a:bodyPr lIns="50800" tIns="50800" rIns="50800" bIns="50800" anchor="ctr"/>
          <a:lstStyle/>
          <a:p>
            <a:endParaRPr>
              <a:solidFill>
                <a:schemeClr val="bg1"/>
              </a:solidFill>
            </a:endParaRPr>
          </a:p>
        </p:txBody>
      </p:sp>
      <p:sp>
        <p:nvSpPr>
          <p:cNvPr id="231" name="Line"/>
          <p:cNvSpPr/>
          <p:nvPr/>
        </p:nvSpPr>
        <p:spPr>
          <a:xfrm flipH="1">
            <a:off x="20279019" y="8064501"/>
            <a:ext cx="1606059" cy="1837119"/>
          </a:xfrm>
          <a:prstGeom prst="line">
            <a:avLst/>
          </a:prstGeom>
          <a:ln w="25400">
            <a:solidFill>
              <a:schemeClr val="bg1"/>
            </a:solidFill>
            <a:miter lim="400000"/>
            <a:tailEnd type="triangle"/>
          </a:ln>
        </p:spPr>
        <p:txBody>
          <a:bodyPr lIns="50800" tIns="50800" rIns="50800" bIns="50800" anchor="ctr"/>
          <a:lstStyle/>
          <a:p>
            <a:endParaRPr>
              <a:solidFill>
                <a:schemeClr val="bg1"/>
              </a:solidFill>
            </a:endParaRPr>
          </a:p>
        </p:txBody>
      </p:sp>
      <p:sp>
        <p:nvSpPr>
          <p:cNvPr id="232" name="Line"/>
          <p:cNvSpPr/>
          <p:nvPr/>
        </p:nvSpPr>
        <p:spPr>
          <a:xfrm flipV="1">
            <a:off x="9361355" y="5914691"/>
            <a:ext cx="1" cy="4434720"/>
          </a:xfrm>
          <a:prstGeom prst="line">
            <a:avLst/>
          </a:prstGeom>
          <a:ln w="76200">
            <a:solidFill>
              <a:schemeClr val="bg1"/>
            </a:solidFill>
            <a:miter lim="400000"/>
          </a:ln>
        </p:spPr>
        <p:txBody>
          <a:bodyPr lIns="50800" tIns="50800" rIns="50800" bIns="50800" anchor="ctr"/>
          <a:lstStyle/>
          <a:p>
            <a:endParaRPr>
              <a:solidFill>
                <a:schemeClr val="bg1"/>
              </a:solidFill>
            </a:endParaRPr>
          </a:p>
        </p:txBody>
      </p:sp>
      <p:sp>
        <p:nvSpPr>
          <p:cNvPr id="233" name="Line"/>
          <p:cNvSpPr/>
          <p:nvPr/>
        </p:nvSpPr>
        <p:spPr>
          <a:xfrm flipV="1">
            <a:off x="5627555" y="5952791"/>
            <a:ext cx="1" cy="4434720"/>
          </a:xfrm>
          <a:prstGeom prst="line">
            <a:avLst/>
          </a:prstGeom>
          <a:ln w="76200">
            <a:solidFill>
              <a:schemeClr val="bg1"/>
            </a:solidFill>
            <a:miter lim="400000"/>
          </a:ln>
        </p:spPr>
        <p:txBody>
          <a:bodyPr lIns="50800" tIns="50800" rIns="50800" bIns="50800" anchor="ctr"/>
          <a:lstStyle/>
          <a:p>
            <a:endParaRPr>
              <a:solidFill>
                <a:schemeClr val="bg1"/>
              </a:solidFill>
            </a:endParaRPr>
          </a:p>
        </p:txBody>
      </p:sp>
      <p:sp>
        <p:nvSpPr>
          <p:cNvPr id="234" name="Line"/>
          <p:cNvSpPr/>
          <p:nvPr/>
        </p:nvSpPr>
        <p:spPr>
          <a:xfrm flipV="1">
            <a:off x="13577415" y="4829751"/>
            <a:ext cx="1" cy="6621898"/>
          </a:xfrm>
          <a:prstGeom prst="line">
            <a:avLst/>
          </a:prstGeom>
          <a:ln w="101600">
            <a:solidFill>
              <a:schemeClr val="bg1"/>
            </a:solidFill>
            <a:miter lim="400000"/>
          </a:ln>
        </p:spPr>
        <p:txBody>
          <a:bodyPr lIns="50800" tIns="50800" rIns="50800" bIns="50800" anchor="ctr"/>
          <a:lstStyle/>
          <a:p>
            <a:endParaRPr>
              <a:solidFill>
                <a:schemeClr val="bg1"/>
              </a:solidFill>
            </a:endParaRPr>
          </a:p>
        </p:txBody>
      </p:sp>
      <p:sp>
        <p:nvSpPr>
          <p:cNvPr id="235" name="Stop The World"/>
          <p:cNvSpPr txBox="1"/>
          <p:nvPr/>
        </p:nvSpPr>
        <p:spPr>
          <a:xfrm>
            <a:off x="6176130" y="5447807"/>
            <a:ext cx="2852548" cy="560449"/>
          </a:xfrm>
          <a:prstGeom prst="rect">
            <a:avLst/>
          </a:prstGeom>
          <a:solidFill>
            <a:srgbClr val="ED220D">
              <a:alpha val="58000"/>
            </a:srgbClr>
          </a:solidFill>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50800" tIns="50800" rIns="50800" bIns="50800" anchor="ctr">
            <a:spAutoFit/>
          </a:bodyPr>
          <a:lstStyle>
            <a:lvl1pPr defTabSz="825500">
              <a:defRPr sz="3000">
                <a:solidFill>
                  <a:srgbClr val="FFFFFF"/>
                </a:solidFill>
                <a:latin typeface="Helvetica Neue Medium"/>
                <a:ea typeface="Helvetica Neue Medium"/>
                <a:cs typeface="Helvetica Neue Medium"/>
                <a:sym typeface="Helvetica Neue Medium"/>
              </a:defRPr>
            </a:lvl1pPr>
          </a:lstStyle>
          <a:p>
            <a:r>
              <a:t>Stop The World</a:t>
            </a:r>
          </a:p>
        </p:txBody>
      </p:sp>
      <p:sp>
        <p:nvSpPr>
          <p:cNvPr id="7" name="Slide Number Placeholder 4">
            <a:extLst>
              <a:ext uri="{FF2B5EF4-FFF2-40B4-BE49-F238E27FC236}">
                <a16:creationId xmlns:a16="http://schemas.microsoft.com/office/drawing/2014/main" id="{1B2C0379-E9F7-7310-D8DE-78351F20C41F}"/>
              </a:ext>
            </a:extLst>
          </p:cNvPr>
          <p:cNvSpPr txBox="1">
            <a:spLocks/>
          </p:cNvSpPr>
          <p:nvPr/>
        </p:nvSpPr>
        <p:spPr>
          <a:xfrm>
            <a:off x="449152" y="13158747"/>
            <a:ext cx="871646" cy="730250"/>
          </a:xfrm>
          <a:prstGeom prst="rect">
            <a:avLst/>
          </a:prstGeom>
        </p:spPr>
        <p:txBody>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defRPr/>
            </a:pPr>
            <a:fld id="{CFF4B978-1D82-7745-80C5-DBABA6B131D3}" type="slidenum">
              <a:rPr lang="en-US" sz="1600" smtClean="0">
                <a:solidFill>
                  <a:srgbClr val="E3E1DD"/>
                </a:solidFill>
                <a:latin typeface="Oracle Sans" panose="020B0503020204020204" pitchFamily="34" charset="0"/>
                <a:cs typeface="Oracle Sans" panose="020B0503020204020204" pitchFamily="34" charset="0"/>
              </a:rPr>
              <a:pPr>
                <a:defRPr/>
              </a:pPr>
              <a:t>17</a:t>
            </a:fld>
            <a:endParaRPr lang="en-US" sz="1600" dirty="0">
              <a:solidFill>
                <a:srgbClr val="E3E1DD"/>
              </a:solidFill>
              <a:latin typeface="Oracle Sans" panose="020B0503020204020204" pitchFamily="34" charset="0"/>
              <a:cs typeface="Oracle Sans" panose="020B0503020204020204" pitchFamily="34" charset="0"/>
            </a:endParaRPr>
          </a:p>
        </p:txBody>
      </p:sp>
      <p:sp>
        <p:nvSpPr>
          <p:cNvPr id="2" name="TextBox 1">
            <a:extLst>
              <a:ext uri="{FF2B5EF4-FFF2-40B4-BE49-F238E27FC236}">
                <a16:creationId xmlns:a16="http://schemas.microsoft.com/office/drawing/2014/main" id="{AB3BCA15-48A7-385B-1F17-D730EFF78C25}"/>
              </a:ext>
            </a:extLst>
          </p:cNvPr>
          <p:cNvSpPr txBox="1"/>
          <p:nvPr/>
        </p:nvSpPr>
        <p:spPr>
          <a:xfrm>
            <a:off x="2310063" y="12127832"/>
            <a:ext cx="18279941" cy="523220"/>
          </a:xfrm>
          <a:prstGeom prst="rect">
            <a:avLst/>
          </a:prstGeom>
          <a:noFill/>
        </p:spPr>
        <p:txBody>
          <a:bodyPr wrap="none" rtlCol="0">
            <a:spAutoFit/>
          </a:bodyPr>
          <a:lstStyle/>
          <a:p>
            <a:r>
              <a:rPr lang="en-US" sz="2900" dirty="0">
                <a:solidFill>
                  <a:schemeClr val="bg1"/>
                </a:solidFill>
              </a:rPr>
              <a:t>Parallel = several GC workers. Concurrent = GC work overlaps application execution.</a:t>
            </a:r>
          </a:p>
          <a:p>
            <a:r>
              <a:rPr lang="en-US" sz="2900" dirty="0">
                <a:solidFill>
                  <a:schemeClr val="bg1"/>
                </a:solidFill>
              </a:rPr>
              <a:t>Stop-the-world pauses application execution. Concurrent collectors can still have brief pauses.</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fill="hold" nodeType="tmRoot">
          <p:childTnLst>
            <p:seq concurrent="1" prevAc="none" nextAc="seek">
              <p:cTn id="2" dur="indefinite" fill="hold"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iterate>
                                    <p:tmAbs val="0"/>
                                  </p:iterate>
                                  <p:childTnLst>
                                    <p:set>
                                      <p:cBhvr>
                                        <p:cTn id="6" fill="hold"/>
                                        <p:tgtEl>
                                          <p:spTgt spid="235"/>
                                        </p:tgtEl>
                                        <p:attrNameLst>
                                          <p:attrName>style.visibility</p:attrName>
                                        </p:attrNameLst>
                                      </p:cBhvr>
                                      <p:to>
                                        <p:strVal val="visible"/>
                                      </p:to>
                                    </p:set>
                                  </p:childTnLst>
                                </p:cTn>
                              </p:par>
                            </p:childTnLst>
                          </p:cTn>
                        </p:par>
                        <p:par>
                          <p:cTn id="7" fill="hold">
                            <p:stCondLst>
                              <p:cond delay="0"/>
                            </p:stCondLst>
                            <p:childTnLst>
                              <p:par>
                                <p:cTn id="8" presetID="6" presetClass="emph" presetSubtype="0" accel="50000" decel="50000" fill="hold" grpId="1" nodeType="afterEffect">
                                  <p:stCondLst>
                                    <p:cond delay="0"/>
                                  </p:stCondLst>
                                  <p:childTnLst>
                                    <p:animScale>
                                      <p:cBhvr>
                                        <p:cTn id="9" dur="1000" fill="hold"/>
                                        <p:tgtEl>
                                          <p:spTgt spid="235"/>
                                        </p:tgtEl>
                                      </p:cBhvr>
                                      <p:by x="150000" y="150000"/>
                                    </p:animScale>
                                  </p:childTnLst>
                                </p:cTn>
                              </p:par>
                              <p:par>
                                <p:cTn id="10" presetID="1" presetClass="entr" presetSubtype="0" fill="hold" grpId="0" nodeType="withEffect">
                                  <p:stCondLst>
                                    <p:cond delay="0"/>
                                  </p:stCondLst>
                                  <p:childTnLst>
                                    <p:set>
                                      <p:cBhvr>
                                        <p:cTn id="11" dur="1" fill="hold">
                                          <p:stCondLst>
                                            <p:cond delay="0"/>
                                          </p:stCondLst>
                                        </p:cTn>
                                        <p:tgtEl>
                                          <p:spTgt spid="2"/>
                                        </p:tgtEl>
                                        <p:attrNameLst>
                                          <p:attrName>style.visibility</p:attrName>
                                        </p:attrNameLst>
                                      </p:cBhvr>
                                      <p:to>
                                        <p:strVal val="visible"/>
                                      </p:to>
                                    </p:set>
                                  </p:childTnLst>
                                </p:cTn>
                              </p:par>
                            </p:childTnLst>
                          </p:cTn>
                        </p:par>
                      </p:childTnLst>
                    </p:cTn>
                  </p:par>
                  <p:par>
                    <p:cTn id="12" fill="hold">
                      <p:stCondLst>
                        <p:cond delay="indefinite"/>
                      </p:stCondLst>
                      <p:childTnLst>
                        <p:par>
                          <p:cTn id="13" fill="hold">
                            <p:stCondLst>
                              <p:cond delay="0"/>
                            </p:stCondLst>
                            <p:childTnLst>
                              <p:par>
                                <p:cTn id="14" presetID="1" presetClass="entr" presetSubtype="0" fill="hold" grpId="0" nodeType="clickEffect">
                                  <p:stCondLst>
                                    <p:cond delay="0"/>
                                  </p:stCondLst>
                                  <p:iterate>
                                    <p:tmAbs val="0"/>
                                  </p:iterate>
                                  <p:childTnLst>
                                    <p:set>
                                      <p:cBhvr>
                                        <p:cTn id="15" fill="hold"/>
                                        <p:tgtEl>
                                          <p:spTgt spid="210"/>
                                        </p:tgtEl>
                                        <p:attrNameLst>
                                          <p:attrName>style.visibility</p:attrName>
                                        </p:attrNameLst>
                                      </p:cBhvr>
                                      <p:to>
                                        <p:strVal val="visible"/>
                                      </p:to>
                                    </p:set>
                                  </p:childTnLst>
                                </p:cTn>
                              </p:par>
                            </p:childTnLst>
                          </p:cTn>
                        </p:par>
                        <p:par>
                          <p:cTn id="16" fill="hold">
                            <p:stCondLst>
                              <p:cond delay="0"/>
                            </p:stCondLst>
                            <p:childTnLst>
                              <p:par>
                                <p:cTn id="17" presetID="1" presetClass="entr" presetSubtype="0" fill="hold" grpId="0" nodeType="afterEffect">
                                  <p:stCondLst>
                                    <p:cond delay="0"/>
                                  </p:stCondLst>
                                  <p:iterate>
                                    <p:tmAbs val="0"/>
                                  </p:iterate>
                                  <p:childTnLst>
                                    <p:set>
                                      <p:cBhvr>
                                        <p:cTn id="18" fill="hold"/>
                                        <p:tgtEl>
                                          <p:spTgt spid="223"/>
                                        </p:tgtEl>
                                        <p:attrNameLst>
                                          <p:attrName>style.visibility</p:attrName>
                                        </p:attrNameLst>
                                      </p:cBhvr>
                                      <p:to>
                                        <p:strVal val="visible"/>
                                      </p:to>
                                    </p:set>
                                  </p:childTnLst>
                                </p:cTn>
                              </p:par>
                            </p:childTnLst>
                          </p:cTn>
                        </p:par>
                        <p:par>
                          <p:cTn id="19" fill="hold">
                            <p:stCondLst>
                              <p:cond delay="0"/>
                            </p:stCondLst>
                            <p:childTnLst>
                              <p:par>
                                <p:cTn id="20" presetID="1" presetClass="entr" presetSubtype="0" fill="hold" grpId="0" nodeType="afterEffect">
                                  <p:stCondLst>
                                    <p:cond delay="0"/>
                                  </p:stCondLst>
                                  <p:iterate>
                                    <p:tmAbs val="0"/>
                                  </p:iterate>
                                  <p:childTnLst>
                                    <p:set>
                                      <p:cBhvr>
                                        <p:cTn id="21" fill="hold"/>
                                        <p:tgtEl>
                                          <p:spTgt spid="211"/>
                                        </p:tgtEl>
                                        <p:attrNameLst>
                                          <p:attrName>style.visibility</p:attrName>
                                        </p:attrNameLst>
                                      </p:cBhvr>
                                      <p:to>
                                        <p:strVal val="visible"/>
                                      </p:to>
                                    </p:set>
                                  </p:childTnLst>
                                </p:cTn>
                              </p:par>
                            </p:childTnLst>
                          </p:cTn>
                        </p:par>
                        <p:par>
                          <p:cTn id="22" fill="hold">
                            <p:stCondLst>
                              <p:cond delay="0"/>
                            </p:stCondLst>
                            <p:childTnLst>
                              <p:par>
                                <p:cTn id="23" presetID="1" presetClass="entr" presetSubtype="0" fill="hold" grpId="0" nodeType="afterEffect">
                                  <p:stCondLst>
                                    <p:cond delay="0"/>
                                  </p:stCondLst>
                                  <p:iterate>
                                    <p:tmAbs val="0"/>
                                  </p:iterate>
                                  <p:childTnLst>
                                    <p:set>
                                      <p:cBhvr>
                                        <p:cTn id="24" fill="hold"/>
                                        <p:tgtEl>
                                          <p:spTgt spid="212"/>
                                        </p:tgtEl>
                                        <p:attrNameLst>
                                          <p:attrName>style.visibility</p:attrName>
                                        </p:attrNameLst>
                                      </p:cBhvr>
                                      <p:to>
                                        <p:strVal val="visible"/>
                                      </p:to>
                                    </p:set>
                                  </p:childTnLst>
                                </p:cTn>
                              </p:par>
                            </p:childTnLst>
                          </p:cTn>
                        </p:par>
                        <p:par>
                          <p:cTn id="25" fill="hold">
                            <p:stCondLst>
                              <p:cond delay="0"/>
                            </p:stCondLst>
                            <p:childTnLst>
                              <p:par>
                                <p:cTn id="26" presetID="1" presetClass="entr" presetSubtype="0" fill="hold" grpId="0" nodeType="afterEffect">
                                  <p:stCondLst>
                                    <p:cond delay="0"/>
                                  </p:stCondLst>
                                  <p:iterate>
                                    <p:tmAbs val="0"/>
                                  </p:iterate>
                                  <p:childTnLst>
                                    <p:set>
                                      <p:cBhvr>
                                        <p:cTn id="27" fill="hold"/>
                                        <p:tgtEl>
                                          <p:spTgt spid="229"/>
                                        </p:tgtEl>
                                        <p:attrNameLst>
                                          <p:attrName>style.visibility</p:attrName>
                                        </p:attrNameLst>
                                      </p:cBhvr>
                                      <p:to>
                                        <p:strVal val="visible"/>
                                      </p:to>
                                    </p:set>
                                  </p:childTnLst>
                                </p:cTn>
                              </p:par>
                            </p:childTnLst>
                          </p:cTn>
                        </p:par>
                        <p:par>
                          <p:cTn id="28" fill="hold">
                            <p:stCondLst>
                              <p:cond delay="0"/>
                            </p:stCondLst>
                            <p:childTnLst>
                              <p:par>
                                <p:cTn id="29" presetID="1" presetClass="entr" presetSubtype="0" fill="hold" grpId="0" nodeType="afterEffect">
                                  <p:stCondLst>
                                    <p:cond delay="0"/>
                                  </p:stCondLst>
                                  <p:iterate>
                                    <p:tmAbs val="0"/>
                                  </p:iterate>
                                  <p:childTnLst>
                                    <p:set>
                                      <p:cBhvr>
                                        <p:cTn id="30" fill="hold"/>
                                        <p:tgtEl>
                                          <p:spTgt spid="214"/>
                                        </p:tgtEl>
                                        <p:attrNameLst>
                                          <p:attrName>style.visibility</p:attrName>
                                        </p:attrNameLst>
                                      </p:cBhvr>
                                      <p:to>
                                        <p:strVal val="visible"/>
                                      </p:to>
                                    </p:set>
                                  </p:childTnLst>
                                </p:cTn>
                              </p:par>
                            </p:childTnLst>
                          </p:cTn>
                        </p:par>
                        <p:par>
                          <p:cTn id="31" fill="hold">
                            <p:stCondLst>
                              <p:cond delay="0"/>
                            </p:stCondLst>
                            <p:childTnLst>
                              <p:par>
                                <p:cTn id="32" presetID="1" presetClass="entr" presetSubtype="0" fill="hold" grpId="0" nodeType="afterEffect">
                                  <p:stCondLst>
                                    <p:cond delay="0"/>
                                  </p:stCondLst>
                                  <p:iterate>
                                    <p:tmAbs val="0"/>
                                  </p:iterate>
                                  <p:childTnLst>
                                    <p:set>
                                      <p:cBhvr>
                                        <p:cTn id="33" fill="hold"/>
                                        <p:tgtEl>
                                          <p:spTgt spid="216"/>
                                        </p:tgtEl>
                                        <p:attrNameLst>
                                          <p:attrName>style.visibility</p:attrName>
                                        </p:attrNameLst>
                                      </p:cBhvr>
                                      <p:to>
                                        <p:strVal val="visible"/>
                                      </p:to>
                                    </p:set>
                                  </p:childTnLst>
                                </p:cTn>
                              </p:par>
                            </p:childTnLst>
                          </p:cTn>
                        </p:par>
                        <p:par>
                          <p:cTn id="34" fill="hold">
                            <p:stCondLst>
                              <p:cond delay="0"/>
                            </p:stCondLst>
                            <p:childTnLst>
                              <p:par>
                                <p:cTn id="35" presetID="1" presetClass="entr" presetSubtype="0" fill="hold" grpId="0" nodeType="afterEffect">
                                  <p:stCondLst>
                                    <p:cond delay="0"/>
                                  </p:stCondLst>
                                  <p:iterate>
                                    <p:tmAbs val="0"/>
                                  </p:iterate>
                                  <p:childTnLst>
                                    <p:set>
                                      <p:cBhvr>
                                        <p:cTn id="36" fill="hold"/>
                                        <p:tgtEl>
                                          <p:spTgt spid="217"/>
                                        </p:tgtEl>
                                        <p:attrNameLst>
                                          <p:attrName>style.visibility</p:attrName>
                                        </p:attrNameLst>
                                      </p:cBhvr>
                                      <p:to>
                                        <p:strVal val="visible"/>
                                      </p:to>
                                    </p:set>
                                  </p:childTnLst>
                                </p:cTn>
                              </p:par>
                            </p:childTnLst>
                          </p:cTn>
                        </p:par>
                        <p:par>
                          <p:cTn id="37" fill="hold">
                            <p:stCondLst>
                              <p:cond delay="0"/>
                            </p:stCondLst>
                            <p:childTnLst>
                              <p:par>
                                <p:cTn id="38" presetID="1" presetClass="entr" presetSubtype="0" fill="hold" grpId="0" nodeType="afterEffect">
                                  <p:stCondLst>
                                    <p:cond delay="0"/>
                                  </p:stCondLst>
                                  <p:iterate>
                                    <p:tmAbs val="0"/>
                                  </p:iterate>
                                  <p:childTnLst>
                                    <p:set>
                                      <p:cBhvr>
                                        <p:cTn id="39" fill="hold"/>
                                        <p:tgtEl>
                                          <p:spTgt spid="219"/>
                                        </p:tgtEl>
                                        <p:attrNameLst>
                                          <p:attrName>style.visibility</p:attrName>
                                        </p:attrNameLst>
                                      </p:cBhvr>
                                      <p:to>
                                        <p:strVal val="visible"/>
                                      </p:to>
                                    </p:set>
                                  </p:childTnLst>
                                </p:cTn>
                              </p:par>
                            </p:childTnLst>
                          </p:cTn>
                        </p:par>
                        <p:par>
                          <p:cTn id="40" fill="hold">
                            <p:stCondLst>
                              <p:cond delay="0"/>
                            </p:stCondLst>
                            <p:childTnLst>
                              <p:par>
                                <p:cTn id="41" presetID="1" presetClass="entr" presetSubtype="0" fill="hold" grpId="0" nodeType="afterEffect">
                                  <p:stCondLst>
                                    <p:cond delay="0"/>
                                  </p:stCondLst>
                                  <p:iterate>
                                    <p:tmAbs val="0"/>
                                  </p:iterate>
                                  <p:childTnLst>
                                    <p:set>
                                      <p:cBhvr>
                                        <p:cTn id="42" fill="hold"/>
                                        <p:tgtEl>
                                          <p:spTgt spid="231"/>
                                        </p:tgtEl>
                                        <p:attrNameLst>
                                          <p:attrName>style.visibility</p:attrName>
                                        </p:attrNameLst>
                                      </p:cBhvr>
                                      <p:to>
                                        <p:strVal val="visible"/>
                                      </p:to>
                                    </p:set>
                                  </p:childTnLst>
                                </p:cTn>
                              </p:par>
                            </p:childTnLst>
                          </p:cTn>
                        </p:par>
                        <p:par>
                          <p:cTn id="43" fill="hold">
                            <p:stCondLst>
                              <p:cond delay="0"/>
                            </p:stCondLst>
                            <p:childTnLst>
                              <p:par>
                                <p:cTn id="44" presetID="1" presetClass="entr" presetSubtype="0" fill="hold" grpId="0" nodeType="afterEffect">
                                  <p:stCondLst>
                                    <p:cond delay="0"/>
                                  </p:stCondLst>
                                  <p:iterate>
                                    <p:tmAbs val="0"/>
                                  </p:iterate>
                                  <p:childTnLst>
                                    <p:set>
                                      <p:cBhvr>
                                        <p:cTn id="45" fill="hold"/>
                                        <p:tgtEl>
                                          <p:spTgt spid="220"/>
                                        </p:tgtEl>
                                        <p:attrNameLst>
                                          <p:attrName>style.visibility</p:attrName>
                                        </p:attrNameLst>
                                      </p:cBhvr>
                                      <p:to>
                                        <p:strVal val="visible"/>
                                      </p:to>
                                    </p:set>
                                  </p:childTnLst>
                                </p:cTn>
                              </p:par>
                            </p:childTnLst>
                          </p:cTn>
                        </p:par>
                        <p:par>
                          <p:cTn id="46" fill="hold">
                            <p:stCondLst>
                              <p:cond delay="0"/>
                            </p:stCondLst>
                            <p:childTnLst>
                              <p:par>
                                <p:cTn id="47" presetID="1" presetClass="entr" presetSubtype="0" fill="hold" grpId="0" nodeType="afterEffect">
                                  <p:stCondLst>
                                    <p:cond delay="0"/>
                                  </p:stCondLst>
                                  <p:iterate>
                                    <p:tmAbs val="0"/>
                                  </p:iterate>
                                  <p:childTnLst>
                                    <p:set>
                                      <p:cBhvr>
                                        <p:cTn id="48" fill="hold"/>
                                        <p:tgtEl>
                                          <p:spTgt spid="222"/>
                                        </p:tgtEl>
                                        <p:attrNameLst>
                                          <p:attrName>style.visibility</p:attrName>
                                        </p:attrNameLst>
                                      </p:cBhvr>
                                      <p:to>
                                        <p:strVal val="visible"/>
                                      </p:to>
                                    </p:set>
                                  </p:childTnLst>
                                </p:cTn>
                              </p:par>
                            </p:childTnLst>
                          </p:cTn>
                        </p:par>
                        <p:par>
                          <p:cTn id="49" fill="hold">
                            <p:stCondLst>
                              <p:cond delay="0"/>
                            </p:stCondLst>
                            <p:childTnLst>
                              <p:par>
                                <p:cTn id="50" presetID="1" presetClass="entr" presetSubtype="0" fill="hold" grpId="0" nodeType="afterEffect">
                                  <p:stCondLst>
                                    <p:cond delay="0"/>
                                  </p:stCondLst>
                                  <p:iterate>
                                    <p:tmAbs val="0"/>
                                  </p:iterate>
                                  <p:childTnLst>
                                    <p:set>
                                      <p:cBhvr>
                                        <p:cTn id="51" fill="hold"/>
                                        <p:tgtEl>
                                          <p:spTgt spid="230"/>
                                        </p:tgtEl>
                                        <p:attrNameLst>
                                          <p:attrName>style.visibility</p:attrName>
                                        </p:attrNameLst>
                                      </p:cBhvr>
                                      <p:to>
                                        <p:strVal val="visible"/>
                                      </p:to>
                                    </p:set>
                                  </p:childTnLst>
                                </p:cTn>
                              </p:par>
                            </p:childTnLst>
                          </p:cTn>
                        </p:par>
                      </p:childTnLst>
                    </p:cTn>
                  </p:par>
                  <p:par>
                    <p:cTn id="52" fill="hold">
                      <p:stCondLst>
                        <p:cond delay="indefinite"/>
                      </p:stCondLst>
                      <p:childTnLst>
                        <p:par>
                          <p:cTn id="53" fill="hold">
                            <p:stCondLst>
                              <p:cond delay="0"/>
                            </p:stCondLst>
                            <p:childTnLst>
                              <p:par>
                                <p:cTn id="54" presetID="1" presetClass="entr" presetSubtype="0" fill="hold" grpId="0" nodeType="clickEffect">
                                  <p:stCondLst>
                                    <p:cond delay="0"/>
                                  </p:stCondLst>
                                  <p:iterate>
                                    <p:tmAbs val="0"/>
                                  </p:iterate>
                                  <p:childTnLst>
                                    <p:set>
                                      <p:cBhvr>
                                        <p:cTn id="55" fill="hold"/>
                                        <p:tgtEl>
                                          <p:spTgt spid="224"/>
                                        </p:tgtEl>
                                        <p:attrNameLst>
                                          <p:attrName>style.visibility</p:attrName>
                                        </p:attrNameLst>
                                      </p:cBhvr>
                                      <p:to>
                                        <p:strVal val="visible"/>
                                      </p:to>
                                    </p:set>
                                  </p:childTnLst>
                                </p:cTn>
                              </p:par>
                              <p:par>
                                <p:cTn id="56" presetID="1" presetClass="entr" presetSubtype="0" fill="hold" grpId="0" nodeType="withEffect">
                                  <p:stCondLst>
                                    <p:cond delay="0"/>
                                  </p:stCondLst>
                                  <p:iterate>
                                    <p:tmAbs val="0"/>
                                  </p:iterate>
                                  <p:childTnLst>
                                    <p:set>
                                      <p:cBhvr>
                                        <p:cTn id="57" fill="hold"/>
                                        <p:tgtEl>
                                          <p:spTgt spid="228"/>
                                        </p:tgtEl>
                                        <p:attrNameLst>
                                          <p:attrName>style.visibility</p:attrName>
                                        </p:attrNameLst>
                                      </p:cBhvr>
                                      <p:to>
                                        <p:strVal val="visible"/>
                                      </p:to>
                                    </p:set>
                                  </p:childTnLst>
                                </p:cTn>
                              </p:par>
                              <p:par>
                                <p:cTn id="58" presetID="1" presetClass="entr" presetSubtype="0" fill="hold" grpId="0" nodeType="withEffect">
                                  <p:stCondLst>
                                    <p:cond delay="0"/>
                                  </p:stCondLst>
                                  <p:iterate>
                                    <p:tmAbs val="0"/>
                                  </p:iterate>
                                  <p:childTnLst>
                                    <p:set>
                                      <p:cBhvr>
                                        <p:cTn id="59" fill="hold"/>
                                        <p:tgtEl>
                                          <p:spTgt spid="226"/>
                                        </p:tgtEl>
                                        <p:attrNameLst>
                                          <p:attrName>style.visibility</p:attrName>
                                        </p:attrNameLst>
                                      </p:cBhvr>
                                      <p:to>
                                        <p:strVal val="visible"/>
                                      </p:to>
                                    </p:set>
                                  </p:childTnLst>
                                </p:cTn>
                              </p:par>
                              <p:par>
                                <p:cTn id="60" presetID="1" presetClass="entr" presetSubtype="0" fill="hold" grpId="0" nodeType="withEffect">
                                  <p:stCondLst>
                                    <p:cond delay="0"/>
                                  </p:stCondLst>
                                  <p:iterate>
                                    <p:tmAbs val="0"/>
                                  </p:iterate>
                                  <p:childTnLst>
                                    <p:set>
                                      <p:cBhvr>
                                        <p:cTn id="61" fill="hold"/>
                                        <p:tgtEl>
                                          <p:spTgt spid="227"/>
                                        </p:tgtEl>
                                        <p:attrNameLst>
                                          <p:attrName>style.visibility</p:attrName>
                                        </p:attrNameLst>
                                      </p:cBhvr>
                                      <p:to>
                                        <p:strVal val="visible"/>
                                      </p:to>
                                    </p:set>
                                  </p:childTnLst>
                                </p:cTn>
                              </p:par>
                              <p:par>
                                <p:cTn id="62" presetID="9" presetClass="entr" fill="hold" grpId="0" nodeType="withEffect">
                                  <p:stCondLst>
                                    <p:cond delay="0"/>
                                  </p:stCondLst>
                                  <p:iterate>
                                    <p:tmAbs val="0"/>
                                  </p:iterate>
                                  <p:childTnLst>
                                    <p:set>
                                      <p:cBhvr>
                                        <p:cTn id="63" fill="hold"/>
                                        <p:tgtEl>
                                          <p:spTgt spid="213"/>
                                        </p:tgtEl>
                                        <p:attrNameLst>
                                          <p:attrName>style.visibility</p:attrName>
                                        </p:attrNameLst>
                                      </p:cBhvr>
                                      <p:to>
                                        <p:strVal val="visible"/>
                                      </p:to>
                                    </p:set>
                                    <p:animEffect transition="in" filter="dissolve">
                                      <p:cBhvr>
                                        <p:cTn id="64" dur="500"/>
                                        <p:tgtEl>
                                          <p:spTgt spid="213"/>
                                        </p:tgtEl>
                                      </p:cBhvr>
                                    </p:animEffect>
                                  </p:childTnLst>
                                </p:cTn>
                              </p:par>
                              <p:par>
                                <p:cTn id="65" presetID="9" presetClass="entr" fill="hold" grpId="0" nodeType="withEffect">
                                  <p:stCondLst>
                                    <p:cond delay="0"/>
                                  </p:stCondLst>
                                  <p:iterate>
                                    <p:tmAbs val="0"/>
                                  </p:iterate>
                                  <p:childTnLst>
                                    <p:set>
                                      <p:cBhvr>
                                        <p:cTn id="66" fill="hold"/>
                                        <p:tgtEl>
                                          <p:spTgt spid="215"/>
                                        </p:tgtEl>
                                        <p:attrNameLst>
                                          <p:attrName>style.visibility</p:attrName>
                                        </p:attrNameLst>
                                      </p:cBhvr>
                                      <p:to>
                                        <p:strVal val="visible"/>
                                      </p:to>
                                    </p:set>
                                    <p:animEffect transition="in" filter="dissolve">
                                      <p:cBhvr>
                                        <p:cTn id="67" dur="500"/>
                                        <p:tgtEl>
                                          <p:spTgt spid="215"/>
                                        </p:tgtEl>
                                      </p:cBhvr>
                                    </p:animEffect>
                                  </p:childTnLst>
                                </p:cTn>
                              </p:par>
                              <p:par>
                                <p:cTn id="68" presetID="9" presetClass="entr" fill="hold" grpId="0" nodeType="withEffect">
                                  <p:stCondLst>
                                    <p:cond delay="0"/>
                                  </p:stCondLst>
                                  <p:iterate>
                                    <p:tmAbs val="0"/>
                                  </p:iterate>
                                  <p:childTnLst>
                                    <p:set>
                                      <p:cBhvr>
                                        <p:cTn id="69" fill="hold"/>
                                        <p:tgtEl>
                                          <p:spTgt spid="221"/>
                                        </p:tgtEl>
                                        <p:attrNameLst>
                                          <p:attrName>style.visibility</p:attrName>
                                        </p:attrNameLst>
                                      </p:cBhvr>
                                      <p:to>
                                        <p:strVal val="visible"/>
                                      </p:to>
                                    </p:set>
                                    <p:animEffect transition="in" filter="dissolve">
                                      <p:cBhvr>
                                        <p:cTn id="70" dur="500"/>
                                        <p:tgtEl>
                                          <p:spTgt spid="221"/>
                                        </p:tgtEl>
                                      </p:cBhvr>
                                    </p:animEffect>
                                  </p:childTnLst>
                                </p:cTn>
                              </p:par>
                              <p:par>
                                <p:cTn id="71" presetID="9" presetClass="entr" fill="hold" grpId="0" nodeType="withEffect">
                                  <p:stCondLst>
                                    <p:cond delay="0"/>
                                  </p:stCondLst>
                                  <p:iterate>
                                    <p:tmAbs val="0"/>
                                  </p:iterate>
                                  <p:childTnLst>
                                    <p:set>
                                      <p:cBhvr>
                                        <p:cTn id="72" fill="hold"/>
                                        <p:tgtEl>
                                          <p:spTgt spid="218"/>
                                        </p:tgtEl>
                                        <p:attrNameLst>
                                          <p:attrName>style.visibility</p:attrName>
                                        </p:attrNameLst>
                                      </p:cBhvr>
                                      <p:to>
                                        <p:strVal val="visible"/>
                                      </p:to>
                                    </p:set>
                                    <p:animEffect transition="in" filter="dissolve">
                                      <p:cBhvr>
                                        <p:cTn id="73" dur="500"/>
                                        <p:tgtEl>
                                          <p:spTgt spid="218"/>
                                        </p:tgtEl>
                                      </p:cBhvr>
                                    </p:animEffect>
                                  </p:childTnLst>
                                </p:cTn>
                              </p:par>
                              <p:par>
                                <p:cTn id="74" presetID="1" presetClass="entr" presetSubtype="0" fill="hold" grpId="0" nodeType="withEffect">
                                  <p:stCondLst>
                                    <p:cond delay="0"/>
                                  </p:stCondLst>
                                  <p:iterate>
                                    <p:tmAbs val="0"/>
                                  </p:iterate>
                                  <p:childTnLst>
                                    <p:set>
                                      <p:cBhvr>
                                        <p:cTn id="75" fill="hold"/>
                                        <p:tgtEl>
                                          <p:spTgt spid="22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0" grpId="0" animBg="1" advAuto="0"/>
      <p:bldP spid="211" grpId="0" animBg="1" advAuto="0"/>
      <p:bldP spid="212" grpId="0" animBg="1" advAuto="0"/>
      <p:bldP spid="213" grpId="0" animBg="1" advAuto="0"/>
      <p:bldP spid="214" grpId="0" animBg="1" advAuto="0"/>
      <p:bldP spid="215" grpId="0" animBg="1" advAuto="0"/>
      <p:bldP spid="216" grpId="0" animBg="1" advAuto="0"/>
      <p:bldP spid="217" grpId="0" animBg="1" advAuto="0"/>
      <p:bldP spid="218" grpId="0" animBg="1" advAuto="0"/>
      <p:bldP spid="219" grpId="0" animBg="1" advAuto="0"/>
      <p:bldP spid="220" grpId="0" animBg="1" advAuto="0"/>
      <p:bldP spid="221" grpId="0" animBg="1" advAuto="0"/>
      <p:bldP spid="222" grpId="0" animBg="1" advAuto="0"/>
      <p:bldP spid="223" grpId="0" animBg="1" advAuto="0"/>
      <p:bldP spid="224" grpId="0" animBg="1" advAuto="0"/>
      <p:bldP spid="225" grpId="0" animBg="1" advAuto="0"/>
      <p:bldP spid="226" grpId="0" animBg="1" advAuto="0"/>
      <p:bldP spid="227" grpId="0" animBg="1" advAuto="0"/>
      <p:bldP spid="228" grpId="0" animBg="1" advAuto="0"/>
      <p:bldP spid="229" grpId="0" animBg="1" advAuto="0"/>
      <p:bldP spid="230" grpId="0" animBg="1" advAuto="0"/>
      <p:bldP spid="231" grpId="0" animBg="1" advAuto="0"/>
      <p:bldP spid="235" grpId="0" animBg="1" advAuto="0"/>
      <p:bldP spid="235" grpId="1" animBg="1" advAuto="0"/>
      <p:bldP spid="2" grpId="0"/>
    </p:bldLst>
  </p:timing>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00798E"/>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F0977F32-CD4A-4005-995D-909C6027DE06}"/>
              </a:ext>
            </a:extLst>
          </p:cNvPr>
          <p:cNvSpPr>
            <a:spLocks noGrp="1"/>
          </p:cNvSpPr>
          <p:nvPr/>
        </p:nvSpPr>
        <p:spPr>
          <a:xfrm>
            <a:off x="952500" y="809625"/>
            <a:ext cx="22098000" cy="1714500"/>
          </a:xfrm>
          <a:prstGeom prst="rect">
            <a:avLst/>
          </a:prstGeom>
          <a:noFill/>
          <a:ln w="0">
            <a:noFill/>
          </a:ln>
        </p:spPr>
        <p:txBody>
          <a:bodyPr>
            <a:noAutofit/>
          </a:bodyPr>
          <a:lstStyle/>
          <a:p>
            <a:pPr>
              <a:defRPr sz="6000" b="0">
                <a:solidFill>
                  <a:srgbClr val="FFFFFF"/>
                </a:solidFill>
                <a:latin typeface="Arial"/>
                <a:ea typeface="Arial"/>
                <a:cs typeface="Arial"/>
              </a:defRPr>
            </a:pPr>
            <a:r>
              <a:rPr sz="6000" b="0">
                <a:solidFill>
                  <a:srgbClr val="FFFFFF"/>
                </a:solidFill>
                <a:latin typeface="Arial"/>
                <a:ea typeface="Arial"/>
                <a:cs typeface="Arial"/>
              </a:rPr>
              <a:t>The main jobs of a tracing collector</a:t>
            </a:r>
          </a:p>
        </p:txBody>
      </p:sp>
      <p:sp>
        <p:nvSpPr>
          <p:cNvPr id="2" name="Rectangle 1">
            <a:extLst>
              <a:ext uri="{FF2B5EF4-FFF2-40B4-BE49-F238E27FC236}">
                <a16:creationId xmlns:a16="http://schemas.microsoft.com/office/drawing/2014/main" id="{12E05960-5DF1-4E1F-9FB3-065828A53451}"/>
              </a:ext>
            </a:extLst>
          </p:cNvPr>
          <p:cNvSpPr>
            <a:spLocks noGrp="1"/>
          </p:cNvSpPr>
          <p:nvPr/>
        </p:nvSpPr>
        <p:spPr>
          <a:xfrm>
            <a:off x="1381125" y="3190875"/>
            <a:ext cx="4191000" cy="1047750"/>
          </a:xfrm>
          <a:prstGeom prst="rect">
            <a:avLst/>
          </a:prstGeom>
          <a:noFill/>
          <a:ln w="0">
            <a:noFill/>
          </a:ln>
        </p:spPr>
        <p:txBody>
          <a:bodyPr>
            <a:noAutofit/>
          </a:bodyPr>
          <a:lstStyle/>
          <a:p>
            <a:pPr>
              <a:defRPr sz="3600" b="1">
                <a:solidFill>
                  <a:srgbClr val="D1EDF1"/>
                </a:solidFill>
                <a:latin typeface="Arial"/>
                <a:ea typeface="Arial"/>
                <a:cs typeface="Arial"/>
              </a:defRPr>
            </a:pPr>
            <a:r>
              <a:rPr sz="3600" b="1">
                <a:solidFill>
                  <a:srgbClr val="D1EDF1"/>
                </a:solidFill>
                <a:latin typeface="Arial"/>
                <a:ea typeface="Arial"/>
                <a:cs typeface="Arial"/>
              </a:rPr>
              <a:t>Find starting points</a:t>
            </a:r>
          </a:p>
        </p:txBody>
      </p:sp>
      <p:sp>
        <p:nvSpPr>
          <p:cNvPr id="3" name="Rectangle 2">
            <a:extLst>
              <a:ext uri="{FF2B5EF4-FFF2-40B4-BE49-F238E27FC236}">
                <a16:creationId xmlns:a16="http://schemas.microsoft.com/office/drawing/2014/main" id="{5BD45B84-3950-4DF6-B405-9DF3DE52EA8E}"/>
              </a:ext>
            </a:extLst>
          </p:cNvPr>
          <p:cNvSpPr>
            <a:spLocks noGrp="1"/>
          </p:cNvSpPr>
          <p:nvPr/>
        </p:nvSpPr>
        <p:spPr>
          <a:xfrm>
            <a:off x="6000750" y="3190875"/>
            <a:ext cx="16668750" cy="1905000"/>
          </a:xfrm>
          <a:prstGeom prst="rect">
            <a:avLst/>
          </a:prstGeom>
          <a:noFill/>
          <a:ln w="0">
            <a:noFill/>
          </a:ln>
        </p:spPr>
        <p:txBody>
          <a:bodyPr>
            <a:noAutofit/>
          </a:bodyPr>
          <a:lstStyle/>
          <a:p>
            <a:pPr>
              <a:defRPr sz="3900" b="0">
                <a:solidFill>
                  <a:srgbClr val="FFFFFF"/>
                </a:solidFill>
                <a:latin typeface="Arial"/>
                <a:ea typeface="Arial"/>
                <a:cs typeface="Arial"/>
              </a:defRPr>
            </a:pPr>
            <a:r>
              <a:rPr sz="3900" b="0">
                <a:solidFill>
                  <a:srgbClr val="FFFFFF"/>
                </a:solidFill>
                <a:latin typeface="Arial"/>
                <a:ea typeface="Arial"/>
                <a:cs typeface="Arial"/>
              </a:rPr>
              <a:t>Root scanning locates references that the runtime treats as live.</a:t>
            </a:r>
          </a:p>
        </p:txBody>
      </p:sp>
      <p:sp>
        <p:nvSpPr>
          <p:cNvPr id="4" name="Rectangle 3">
            <a:extLst>
              <a:ext uri="{FF2B5EF4-FFF2-40B4-BE49-F238E27FC236}">
                <a16:creationId xmlns:a16="http://schemas.microsoft.com/office/drawing/2014/main" id="{A9294A10-3CE4-4777-8D64-8F18623322AF}"/>
              </a:ext>
            </a:extLst>
          </p:cNvPr>
          <p:cNvSpPr>
            <a:spLocks noGrp="1"/>
          </p:cNvSpPr>
          <p:nvPr/>
        </p:nvSpPr>
        <p:spPr>
          <a:xfrm>
            <a:off x="1381125" y="5286375"/>
            <a:ext cx="4191000" cy="1047750"/>
          </a:xfrm>
          <a:prstGeom prst="rect">
            <a:avLst/>
          </a:prstGeom>
          <a:noFill/>
          <a:ln w="0">
            <a:noFill/>
          </a:ln>
        </p:spPr>
        <p:txBody>
          <a:bodyPr>
            <a:noAutofit/>
          </a:bodyPr>
          <a:lstStyle/>
          <a:p>
            <a:pPr>
              <a:defRPr sz="3600" b="1">
                <a:solidFill>
                  <a:srgbClr val="D1EDF1"/>
                </a:solidFill>
                <a:latin typeface="Arial"/>
                <a:ea typeface="Arial"/>
                <a:cs typeface="Arial"/>
              </a:defRPr>
            </a:pPr>
            <a:r>
              <a:rPr sz="3600" b="1">
                <a:solidFill>
                  <a:srgbClr val="D1EDF1"/>
                </a:solidFill>
                <a:latin typeface="Arial"/>
                <a:ea typeface="Arial"/>
                <a:cs typeface="Arial"/>
              </a:rPr>
              <a:t>Trace live objects</a:t>
            </a:r>
          </a:p>
        </p:txBody>
      </p:sp>
      <p:sp>
        <p:nvSpPr>
          <p:cNvPr id="5" name="Rectangle 4">
            <a:extLst>
              <a:ext uri="{FF2B5EF4-FFF2-40B4-BE49-F238E27FC236}">
                <a16:creationId xmlns:a16="http://schemas.microsoft.com/office/drawing/2014/main" id="{4A9140C9-5FB6-4C6B-9861-BBD6A6DB22F7}"/>
              </a:ext>
            </a:extLst>
          </p:cNvPr>
          <p:cNvSpPr>
            <a:spLocks noGrp="1"/>
          </p:cNvSpPr>
          <p:nvPr/>
        </p:nvSpPr>
        <p:spPr>
          <a:xfrm>
            <a:off x="6000750" y="5286375"/>
            <a:ext cx="16668750" cy="1905000"/>
          </a:xfrm>
          <a:prstGeom prst="rect">
            <a:avLst/>
          </a:prstGeom>
          <a:noFill/>
          <a:ln w="0">
            <a:noFill/>
          </a:ln>
        </p:spPr>
        <p:txBody>
          <a:bodyPr>
            <a:noAutofit/>
          </a:bodyPr>
          <a:lstStyle/>
          <a:p>
            <a:pPr>
              <a:defRPr sz="3900" b="0">
                <a:solidFill>
                  <a:srgbClr val="FFFFFF"/>
                </a:solidFill>
                <a:latin typeface="Arial"/>
                <a:ea typeface="Arial"/>
                <a:cs typeface="Arial"/>
              </a:defRPr>
            </a:pPr>
            <a:r>
              <a:rPr sz="3900" b="0">
                <a:solidFill>
                  <a:srgbClr val="FFFFFF"/>
                </a:solidFill>
                <a:latin typeface="Arial"/>
                <a:ea typeface="Arial"/>
                <a:cs typeface="Arial"/>
              </a:rPr>
              <a:t>Marking follows reference paths and records reachable objects.</a:t>
            </a:r>
          </a:p>
        </p:txBody>
      </p:sp>
      <p:sp>
        <p:nvSpPr>
          <p:cNvPr id="6" name="Rectangle 5">
            <a:extLst>
              <a:ext uri="{FF2B5EF4-FFF2-40B4-BE49-F238E27FC236}">
                <a16:creationId xmlns:a16="http://schemas.microsoft.com/office/drawing/2014/main" id="{B13BBF48-13D7-41EA-8D51-BFA3181BCC64}"/>
              </a:ext>
            </a:extLst>
          </p:cNvPr>
          <p:cNvSpPr>
            <a:spLocks noGrp="1"/>
          </p:cNvSpPr>
          <p:nvPr/>
        </p:nvSpPr>
        <p:spPr>
          <a:xfrm>
            <a:off x="1381125" y="7381875"/>
            <a:ext cx="4191000" cy="1047750"/>
          </a:xfrm>
          <a:prstGeom prst="rect">
            <a:avLst/>
          </a:prstGeom>
          <a:noFill/>
          <a:ln w="0">
            <a:noFill/>
          </a:ln>
        </p:spPr>
        <p:txBody>
          <a:bodyPr>
            <a:noAutofit/>
          </a:bodyPr>
          <a:lstStyle/>
          <a:p>
            <a:pPr>
              <a:defRPr sz="3600" b="1">
                <a:solidFill>
                  <a:srgbClr val="D1EDF1"/>
                </a:solidFill>
                <a:latin typeface="Arial"/>
                <a:ea typeface="Arial"/>
                <a:cs typeface="Arial"/>
              </a:defRPr>
            </a:pPr>
            <a:r>
              <a:rPr sz="3600" b="1">
                <a:solidFill>
                  <a:srgbClr val="D1EDF1"/>
                </a:solidFill>
                <a:latin typeface="Arial"/>
                <a:ea typeface="Arial"/>
                <a:cs typeface="Arial"/>
              </a:rPr>
              <a:t>Handle changes</a:t>
            </a:r>
          </a:p>
        </p:txBody>
      </p:sp>
      <p:sp>
        <p:nvSpPr>
          <p:cNvPr id="7" name="Rectangle 6">
            <a:extLst>
              <a:ext uri="{FF2B5EF4-FFF2-40B4-BE49-F238E27FC236}">
                <a16:creationId xmlns:a16="http://schemas.microsoft.com/office/drawing/2014/main" id="{89CDB755-2A41-486D-9AD7-15B641A43526}"/>
              </a:ext>
            </a:extLst>
          </p:cNvPr>
          <p:cNvSpPr>
            <a:spLocks noGrp="1"/>
          </p:cNvSpPr>
          <p:nvPr/>
        </p:nvSpPr>
        <p:spPr>
          <a:xfrm>
            <a:off x="6000750" y="7381875"/>
            <a:ext cx="16668750" cy="1905000"/>
          </a:xfrm>
          <a:prstGeom prst="rect">
            <a:avLst/>
          </a:prstGeom>
          <a:noFill/>
          <a:ln w="0">
            <a:noFill/>
          </a:ln>
        </p:spPr>
        <p:txBody>
          <a:bodyPr>
            <a:noAutofit/>
          </a:bodyPr>
          <a:lstStyle/>
          <a:p>
            <a:pPr>
              <a:defRPr sz="3900" b="0">
                <a:solidFill>
                  <a:srgbClr val="FFFFFF"/>
                </a:solidFill>
                <a:latin typeface="Arial"/>
                <a:ea typeface="Arial"/>
                <a:cs typeface="Arial"/>
              </a:defRPr>
            </a:pPr>
            <a:r>
              <a:rPr sz="3900" b="0">
                <a:solidFill>
                  <a:srgbClr val="FFFFFF"/>
                </a:solidFill>
                <a:latin typeface="Arial"/>
                <a:ea typeface="Arial"/>
                <a:cs typeface="Arial"/>
              </a:rPr>
              <a:t>Concurrent collectors track reference changes while the application runs.</a:t>
            </a:r>
          </a:p>
        </p:txBody>
      </p:sp>
      <p:sp>
        <p:nvSpPr>
          <p:cNvPr id="8" name="Rectangle 7">
            <a:extLst>
              <a:ext uri="{FF2B5EF4-FFF2-40B4-BE49-F238E27FC236}">
                <a16:creationId xmlns:a16="http://schemas.microsoft.com/office/drawing/2014/main" id="{6CE44C01-720F-457A-81D7-F65CE56F236E}"/>
              </a:ext>
            </a:extLst>
          </p:cNvPr>
          <p:cNvSpPr>
            <a:spLocks noGrp="1"/>
          </p:cNvSpPr>
          <p:nvPr/>
        </p:nvSpPr>
        <p:spPr>
          <a:xfrm>
            <a:off x="1381125" y="9477375"/>
            <a:ext cx="4191000" cy="1047750"/>
          </a:xfrm>
          <a:prstGeom prst="rect">
            <a:avLst/>
          </a:prstGeom>
          <a:noFill/>
          <a:ln w="0">
            <a:noFill/>
          </a:ln>
        </p:spPr>
        <p:txBody>
          <a:bodyPr>
            <a:noAutofit/>
          </a:bodyPr>
          <a:lstStyle/>
          <a:p>
            <a:pPr>
              <a:defRPr sz="3600" b="1">
                <a:solidFill>
                  <a:srgbClr val="D1EDF1"/>
                </a:solidFill>
                <a:latin typeface="Arial"/>
                <a:ea typeface="Arial"/>
                <a:cs typeface="Arial"/>
              </a:defRPr>
            </a:pPr>
            <a:r>
              <a:rPr sz="3600" b="1">
                <a:solidFill>
                  <a:srgbClr val="D1EDF1"/>
                </a:solidFill>
                <a:latin typeface="Arial"/>
                <a:ea typeface="Arial"/>
                <a:cs typeface="Arial"/>
              </a:rPr>
              <a:t>Recover space</a:t>
            </a:r>
          </a:p>
        </p:txBody>
      </p:sp>
      <p:sp>
        <p:nvSpPr>
          <p:cNvPr id="9" name="Rectangle 8">
            <a:extLst>
              <a:ext uri="{FF2B5EF4-FFF2-40B4-BE49-F238E27FC236}">
                <a16:creationId xmlns:a16="http://schemas.microsoft.com/office/drawing/2014/main" id="{8FB8D771-0664-4B95-815E-C315500EC4AD}"/>
              </a:ext>
            </a:extLst>
          </p:cNvPr>
          <p:cNvSpPr>
            <a:spLocks noGrp="1"/>
          </p:cNvSpPr>
          <p:nvPr/>
        </p:nvSpPr>
        <p:spPr>
          <a:xfrm>
            <a:off x="6000750" y="9477375"/>
            <a:ext cx="16668750" cy="1905000"/>
          </a:xfrm>
          <a:prstGeom prst="rect">
            <a:avLst/>
          </a:prstGeom>
          <a:noFill/>
          <a:ln w="0">
            <a:noFill/>
          </a:ln>
        </p:spPr>
        <p:txBody>
          <a:bodyPr>
            <a:noAutofit/>
          </a:bodyPr>
          <a:lstStyle/>
          <a:p>
            <a:pPr>
              <a:defRPr sz="3900" b="0">
                <a:solidFill>
                  <a:srgbClr val="FFFFFF"/>
                </a:solidFill>
                <a:latin typeface="Arial"/>
                <a:ea typeface="Arial"/>
                <a:cs typeface="Arial"/>
              </a:defRPr>
            </a:pPr>
            <a:r>
              <a:rPr sz="3900" b="0">
                <a:solidFill>
                  <a:srgbClr val="FFFFFF"/>
                </a:solidFill>
                <a:latin typeface="Arial"/>
                <a:ea typeface="Arial"/>
                <a:cs typeface="Arial"/>
              </a:rPr>
              <a:t>Sweep dead storage or copy live objects out of selected areas.</a:t>
            </a:r>
          </a:p>
        </p:txBody>
      </p:sp>
      <p:sp>
        <p:nvSpPr>
          <p:cNvPr id="10" name="Rectangle 9">
            <a:extLst>
              <a:ext uri="{FF2B5EF4-FFF2-40B4-BE49-F238E27FC236}">
                <a16:creationId xmlns:a16="http://schemas.microsoft.com/office/drawing/2014/main" id="{1861BC0B-4221-4A55-B096-EFBECFD962D0}"/>
              </a:ext>
            </a:extLst>
          </p:cNvPr>
          <p:cNvSpPr>
            <a:spLocks noGrp="1"/>
          </p:cNvSpPr>
          <p:nvPr/>
        </p:nvSpPr>
        <p:spPr>
          <a:xfrm>
            <a:off x="1333500" y="12096750"/>
            <a:ext cx="21812250" cy="1095375"/>
          </a:xfrm>
          <a:prstGeom prst="rect">
            <a:avLst/>
          </a:prstGeom>
          <a:noFill/>
          <a:ln w="0">
            <a:noFill/>
          </a:ln>
        </p:spPr>
        <p:txBody>
          <a:bodyPr>
            <a:noAutofit/>
          </a:bodyPr>
          <a:lstStyle/>
          <a:p>
            <a:pPr>
              <a:defRPr sz="2850" b="0">
                <a:solidFill>
                  <a:srgbClr val="D1EDF1"/>
                </a:solidFill>
                <a:latin typeface="Arial"/>
                <a:ea typeface="Arial"/>
                <a:cs typeface="Arial"/>
              </a:defRPr>
            </a:pPr>
            <a:r>
              <a:rPr sz="2850" b="0">
                <a:solidFill>
                  <a:srgbClr val="D1EDF1"/>
                </a:solidFill>
                <a:latin typeface="Arial"/>
                <a:ea typeface="Arial"/>
                <a:cs typeface="Arial"/>
              </a:rPr>
              <a:t>Stop-the-world (STW) means application execution pauses for a GC operation.</a:t>
            </a:r>
          </a:p>
        </p:txBody>
      </p:sp>
      <p:sp>
        <p:nvSpPr>
          <p:cNvPr id="9000" name="Slide Number Placeholder 4">
            <a:extLst>
              <a:ext uri="{FF2B5EF4-FFF2-40B4-BE49-F238E27FC236}">
                <a16:creationId xmlns:a16="http://schemas.microsoft.com/office/drawing/2014/main" id="{1037AC3D-012A-C975-7CD2-D2048CA2BFAA}"/>
              </a:ext>
            </a:extLst>
          </p:cNvPr>
          <p:cNvSpPr txBox="1">
            <a:spLocks/>
          </p:cNvSpPr>
          <p:nvPr/>
        </p:nvSpPr>
        <p:spPr>
          <a:xfrm>
            <a:off x="449152" y="13158747"/>
            <a:ext cx="871646" cy="730250"/>
          </a:xfrm>
          <a:prstGeom prst="rect">
            <a:avLst/>
          </a:prstGeom>
        </p:spPr>
        <p:txBody>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defRPr/>
            </a:pPr>
            <a:fld id="{CFF4B978-1D82-7745-80C5-DBABA6B131D3}" type="slidenum">
              <a:rPr lang="en-US" sz="1600" smtClean="0">
                <a:solidFill>
                  <a:srgbClr val="E3E1DD"/>
                </a:solidFill>
                <a:latin typeface="Oracle Sans" panose="020B0503020204020204" pitchFamily="34" charset="0"/>
                <a:cs typeface="Oracle Sans" panose="020B0503020204020204" pitchFamily="34" charset="0"/>
              </a:rPr>
              <a:pPr>
                <a:defRPr/>
              </a:pPr>
              <a:t>18</a:t>
            </a:fld>
            <a:endParaRPr lang="en-US" sz="1600" dirty="0">
              <a:solidFill>
                <a:srgbClr val="E3E1DD"/>
              </a:solidFill>
              <a:latin typeface="Oracle Sans" panose="020B0503020204020204" pitchFamily="34" charset="0"/>
              <a:cs typeface="Oracle Sans" panose="020B0503020204020204" pitchFamily="34" charset="0"/>
            </a:endParaRPr>
          </a:p>
        </p:txBody>
      </p:sp>
    </p:spTree>
    <p:extLst>
      <p:ext uri="{BB962C8B-B14F-4D97-AF65-F5344CB8AC3E}">
        <p14:creationId xmlns:p14="http://schemas.microsoft.com/office/powerpoint/2010/main" val="172657521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1" name="GC Root Scanning"/>
          <p:cNvSpPr txBox="1">
            <a:spLocks noGrp="1"/>
          </p:cNvSpPr>
          <p:nvPr>
            <p:ph type="title"/>
          </p:nvPr>
        </p:nvSpPr>
        <p:spPr>
          <a:xfrm>
            <a:off x="885600" y="435600"/>
            <a:ext cx="22202496" cy="1440000"/>
          </a:xfrm>
          <a:prstGeom prst="rect">
            <a:avLst/>
          </a:prstGeom>
        </p:spPr>
        <p:txBody>
          <a:bodyPr/>
          <a:lstStyle/>
          <a:p>
            <a:r>
              <a:rPr dirty="0"/>
              <a:t>GC Root Scanning</a:t>
            </a:r>
          </a:p>
        </p:txBody>
      </p:sp>
      <p:sp>
        <p:nvSpPr>
          <p:cNvPr id="262" name="GC Roots are special objects for the Garbage Collector…"/>
          <p:cNvSpPr txBox="1">
            <a:spLocks noGrp="1"/>
          </p:cNvSpPr>
          <p:nvPr>
            <p:ph type="body" idx="1"/>
          </p:nvPr>
        </p:nvSpPr>
        <p:spPr>
          <a:xfrm>
            <a:off x="1208087" y="2729994"/>
            <a:ext cx="21971000" cy="8256012"/>
          </a:xfrm>
          <a:prstGeom prst="rect">
            <a:avLst/>
          </a:prstGeom>
        </p:spPr>
        <p:txBody>
          <a:bodyPr lIns="0" tIns="0" rIns="0" bIns="0"/>
          <a:lstStyle/>
          <a:p>
            <a:pPr>
              <a:defRPr sz="3600"/>
            </a:pPr>
            <a:r>
              <a:rPr sz="3400" dirty="0">
                <a:solidFill>
                  <a:schemeClr val="bg1"/>
                </a:solidFill>
              </a:rPr>
              <a:t>GC roots are the starting references used to find live objects.</a:t>
            </a:r>
          </a:p>
          <a:p>
            <a:pPr>
              <a:defRPr sz="3600"/>
            </a:pPr>
            <a:r>
              <a:rPr sz="3400" dirty="0">
                <a:solidFill>
                  <a:schemeClr val="bg1"/>
                </a:solidFill>
              </a:rPr>
              <a:t>Examples include live references in thread frames or registers.</a:t>
            </a:r>
          </a:p>
          <a:p>
            <a:pPr>
              <a:defRPr sz="3600"/>
            </a:pPr>
            <a:r>
              <a:rPr sz="3400" dirty="0">
                <a:solidFill>
                  <a:schemeClr val="bg1"/>
                </a:solidFill>
              </a:rPr>
              <a:t>JNI handles let native code keep references to Java objects.</a:t>
            </a:r>
          </a:p>
          <a:p>
            <a:pPr>
              <a:defRPr sz="3600"/>
            </a:pPr>
            <a:r>
              <a:rPr sz="3400" dirty="0">
                <a:solidFill>
                  <a:schemeClr val="bg1"/>
                </a:solidFill>
              </a:rPr>
              <a:t>Static fields of live classes can keep objects reachable.</a:t>
            </a:r>
          </a:p>
          <a:p>
            <a:pPr>
              <a:defRPr sz="3600"/>
            </a:pPr>
            <a:r>
              <a:rPr sz="3400" dirty="0">
                <a:solidFill>
                  <a:schemeClr val="bg1"/>
                </a:solidFill>
              </a:rPr>
              <a:t>The collector follows references from these starting points into the heap.</a:t>
            </a:r>
          </a:p>
          <a:p>
            <a:pPr>
              <a:defRPr sz="3600"/>
            </a:pPr>
            <a:r>
              <a:rPr sz="3400" dirty="0">
                <a:solidFill>
                  <a:schemeClr val="bg1"/>
                </a:solidFill>
              </a:rPr>
              <a:t>An object with no live path from a root can become eligible for collection.</a:t>
            </a:r>
          </a:p>
          <a:p>
            <a:pPr>
              <a:defRPr sz="3600"/>
            </a:pPr>
            <a:r>
              <a:rPr sz="3400" dirty="0">
                <a:solidFill>
                  <a:schemeClr val="bg1"/>
                </a:solidFill>
              </a:rPr>
              <a:t>Root processing and its pause behavior depend on the collector.</a:t>
            </a:r>
          </a:p>
        </p:txBody>
      </p:sp>
      <p:sp>
        <p:nvSpPr>
          <p:cNvPr id="5" name="Slide Number Placeholder 4">
            <a:extLst>
              <a:ext uri="{FF2B5EF4-FFF2-40B4-BE49-F238E27FC236}">
                <a16:creationId xmlns:a16="http://schemas.microsoft.com/office/drawing/2014/main" id="{9FA8221F-F7A6-2B43-D559-22351466C1AB}"/>
              </a:ext>
            </a:extLst>
          </p:cNvPr>
          <p:cNvSpPr txBox="1">
            <a:spLocks/>
          </p:cNvSpPr>
          <p:nvPr/>
        </p:nvSpPr>
        <p:spPr>
          <a:xfrm>
            <a:off x="449152" y="13158747"/>
            <a:ext cx="871646" cy="730250"/>
          </a:xfrm>
          <a:prstGeom prst="rect">
            <a:avLst/>
          </a:prstGeom>
        </p:spPr>
        <p:txBody>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defRPr/>
            </a:pPr>
            <a:fld id="{CFF4B978-1D82-7745-80C5-DBABA6B131D3}" type="slidenum">
              <a:rPr lang="en-US" sz="1600" smtClean="0">
                <a:solidFill>
                  <a:srgbClr val="E3E1DD"/>
                </a:solidFill>
                <a:latin typeface="Oracle Sans" panose="020B0503020204020204" pitchFamily="34" charset="0"/>
                <a:cs typeface="Oracle Sans" panose="020B0503020204020204" pitchFamily="34" charset="0"/>
              </a:rPr>
              <a:pPr>
                <a:defRPr/>
              </a:pPr>
              <a:t>19</a:t>
            </a:fld>
            <a:endParaRPr lang="en-US" sz="1600" dirty="0">
              <a:solidFill>
                <a:srgbClr val="E3E1DD"/>
              </a:solidFill>
              <a:latin typeface="Oracle Sans" panose="020B0503020204020204" pitchFamily="34" charset="0"/>
              <a:cs typeface="Oracle Sans" panose="020B0503020204020204" pitchFamily="34" charset="0"/>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62">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62">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262">
                                            <p:txEl>
                                              <p:pRg st="2" end="2"/>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262">
                                            <p:txEl>
                                              <p:pRg st="3" end="3"/>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262">
                                            <p:txEl>
                                              <p:pRg st="4" end="4"/>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262">
                                            <p:txEl>
                                              <p:pRg st="5" end="5"/>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262">
                                            <p:txEl>
                                              <p:pRg st="6" end="6"/>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262">
                                            <p:txEl>
                                              <p:pRg st="7" end="7"/>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262">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2" grpId="0" build="p"/>
    </p:bldLst>
  </p:timing>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00798E"/>
        </a:solidFill>
        <a:effectLst/>
      </p:bgPr>
    </p:bg>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62E9AD50-40BC-4387-BAF5-312EDA8442AF}"/>
              </a:ext>
            </a:extLst>
          </p:cNvPr>
          <p:cNvSpPr>
            <a:spLocks noGrp="1"/>
          </p:cNvSpPr>
          <p:nvPr/>
        </p:nvSpPr>
        <p:spPr>
          <a:xfrm>
            <a:off x="952500" y="809625"/>
            <a:ext cx="22098000" cy="1714500"/>
          </a:xfrm>
          <a:prstGeom prst="rect">
            <a:avLst/>
          </a:prstGeom>
          <a:noFill/>
          <a:ln w="0">
            <a:noFill/>
          </a:ln>
        </p:spPr>
        <p:txBody>
          <a:bodyPr>
            <a:noAutofit/>
          </a:bodyPr>
          <a:lstStyle/>
          <a:p>
            <a:pPr>
              <a:defRPr sz="6000" b="0">
                <a:solidFill>
                  <a:srgbClr val="FFFFFF"/>
                </a:solidFill>
                <a:latin typeface="Arial"/>
                <a:ea typeface="Arial"/>
                <a:cs typeface="Arial"/>
              </a:defRPr>
            </a:pPr>
            <a:r>
              <a:rPr sz="6000" b="0">
                <a:solidFill>
                  <a:srgbClr val="FFFFFF"/>
                </a:solidFill>
                <a:latin typeface="Arial"/>
                <a:ea typeface="Arial"/>
                <a:cs typeface="Arial"/>
              </a:rPr>
              <a:t>Root scanning: where tracing starts</a:t>
            </a:r>
          </a:p>
        </p:txBody>
      </p:sp>
      <p:pic>
        <p:nvPicPr>
          <p:cNvPr id="6" name="Picture 5"/>
          <p:cNvPicPr>
            <a:picLocks noChangeAspect="1"/>
          </p:cNvPicPr>
          <p:nvPr/>
        </p:nvPicPr>
        <p:blipFill>
          <a:blip r:embed="rId3"/>
          <a:srcRect l="5000" t="20000" r="2000" b="20000"/>
          <a:stretch/>
        </p:blipFill>
        <p:spPr>
          <a:xfrm>
            <a:off x="857250" y="3333750"/>
            <a:ext cx="14478000" cy="5543550"/>
          </a:xfrm>
          <a:prstGeom prst="rect">
            <a:avLst/>
          </a:prstGeom>
        </p:spPr>
      </p:pic>
      <p:sp>
        <p:nvSpPr>
          <p:cNvPr id="3" name="Rectangle 2">
            <a:extLst>
              <a:ext uri="{FF2B5EF4-FFF2-40B4-BE49-F238E27FC236}">
                <a16:creationId xmlns:a16="http://schemas.microsoft.com/office/drawing/2014/main" id="{1A352E1A-559B-4CA6-962A-5CE99B2E1380}"/>
              </a:ext>
            </a:extLst>
          </p:cNvPr>
          <p:cNvSpPr>
            <a:spLocks noGrp="1"/>
          </p:cNvSpPr>
          <p:nvPr/>
        </p:nvSpPr>
        <p:spPr>
          <a:xfrm>
            <a:off x="15906750" y="3714750"/>
            <a:ext cx="7477125" cy="5238750"/>
          </a:xfrm>
          <a:prstGeom prst="rect">
            <a:avLst/>
          </a:prstGeom>
          <a:noFill/>
          <a:ln w="0">
            <a:noFill/>
          </a:ln>
        </p:spPr>
        <p:txBody>
          <a:bodyPr>
            <a:noAutofit/>
          </a:bodyPr>
          <a:lstStyle/>
          <a:p>
            <a:pPr>
              <a:defRPr sz="3675" b="0">
                <a:solidFill>
                  <a:srgbClr val="FFFFFF"/>
                </a:solidFill>
                <a:latin typeface="Arial"/>
                <a:ea typeface="Arial"/>
                <a:cs typeface="Arial"/>
              </a:defRPr>
            </a:pPr>
            <a:r>
              <a:rPr sz="3675" b="0">
                <a:solidFill>
                  <a:srgbClr val="FFFFFF"/>
                </a:solidFill>
                <a:latin typeface="Arial"/>
                <a:ea typeface="Arial"/>
                <a:cs typeface="Arial"/>
              </a:rPr>
              <a:t>1  Start at live roots</a:t>
            </a:r>
          </a:p>
          <a:p>
            <a:endParaRPr sz="3675" b="0">
              <a:solidFill>
                <a:srgbClr val="FFFFFF"/>
              </a:solidFill>
              <a:latin typeface="Arial"/>
              <a:ea typeface="Arial"/>
              <a:cs typeface="Arial"/>
            </a:endParaRPr>
          </a:p>
          <a:p>
            <a:pPr>
              <a:defRPr sz="3675" b="0">
                <a:solidFill>
                  <a:srgbClr val="FFFFFF"/>
                </a:solidFill>
                <a:latin typeface="Arial"/>
                <a:ea typeface="Arial"/>
                <a:cs typeface="Arial"/>
              </a:defRPr>
            </a:pPr>
            <a:r>
              <a:rPr sz="3675" b="0">
                <a:solidFill>
                  <a:srgbClr val="FFFFFF"/>
                </a:solidFill>
                <a:latin typeface="Arial"/>
                <a:ea typeface="Arial"/>
                <a:cs typeface="Arial"/>
              </a:rPr>
              <a:t>2  Discover O1 and O9</a:t>
            </a:r>
          </a:p>
          <a:p>
            <a:endParaRPr sz="3675" b="0">
              <a:solidFill>
                <a:srgbClr val="FFFFFF"/>
              </a:solidFill>
              <a:latin typeface="Arial"/>
              <a:ea typeface="Arial"/>
              <a:cs typeface="Arial"/>
            </a:endParaRPr>
          </a:p>
          <a:p>
            <a:pPr>
              <a:defRPr sz="3675" b="0">
                <a:solidFill>
                  <a:srgbClr val="FFFFFF"/>
                </a:solidFill>
                <a:latin typeface="Arial"/>
                <a:ea typeface="Arial"/>
                <a:cs typeface="Arial"/>
              </a:defRPr>
            </a:pPr>
            <a:r>
              <a:rPr sz="3675" b="0">
                <a:solidFill>
                  <a:srgbClr val="FFFFFF"/>
                </a:solidFill>
                <a:latin typeface="Arial"/>
                <a:ea typeface="Arial"/>
                <a:cs typeface="Arial"/>
              </a:rPr>
              <a:t>3  Queue them for scanning</a:t>
            </a:r>
          </a:p>
        </p:txBody>
      </p:sp>
      <p:sp>
        <p:nvSpPr>
          <p:cNvPr id="4" name="Rectangle 3">
            <a:extLst>
              <a:ext uri="{FF2B5EF4-FFF2-40B4-BE49-F238E27FC236}">
                <a16:creationId xmlns:a16="http://schemas.microsoft.com/office/drawing/2014/main" id="{D443C6FE-5657-459B-8AB1-F21A23537F02}"/>
              </a:ext>
            </a:extLst>
          </p:cNvPr>
          <p:cNvSpPr>
            <a:spLocks noGrp="1"/>
          </p:cNvSpPr>
          <p:nvPr/>
        </p:nvSpPr>
        <p:spPr>
          <a:xfrm>
            <a:off x="1333500" y="12096750"/>
            <a:ext cx="21812250" cy="1095375"/>
          </a:xfrm>
          <a:prstGeom prst="rect">
            <a:avLst/>
          </a:prstGeom>
          <a:noFill/>
          <a:ln w="0">
            <a:noFill/>
          </a:ln>
        </p:spPr>
        <p:txBody>
          <a:bodyPr>
            <a:noAutofit/>
          </a:bodyPr>
          <a:lstStyle/>
          <a:p>
            <a:pPr>
              <a:defRPr sz="2850" b="0">
                <a:solidFill>
                  <a:srgbClr val="D1EDF1"/>
                </a:solidFill>
                <a:latin typeface="Arial"/>
                <a:ea typeface="Arial"/>
                <a:cs typeface="Arial"/>
              </a:defRPr>
            </a:pPr>
            <a:r>
              <a:rPr sz="2850" b="0">
                <a:solidFill>
                  <a:srgbClr val="D1EDF1"/>
                </a:solidFill>
                <a:latin typeface="Arial"/>
                <a:ea typeface="Arial"/>
                <a:cs typeface="Arial"/>
              </a:rPr>
              <a:t>Gray = discovered, with outgoing references still to scan.</a:t>
            </a:r>
          </a:p>
        </p:txBody>
      </p:sp>
      <p:sp>
        <p:nvSpPr>
          <p:cNvPr id="9000" name="Slide Number Placeholder 4">
            <a:extLst>
              <a:ext uri="{FF2B5EF4-FFF2-40B4-BE49-F238E27FC236}">
                <a16:creationId xmlns:a16="http://schemas.microsoft.com/office/drawing/2014/main" id="{1037AC3D-012A-C975-7CD2-D2048CA2BFAA}"/>
              </a:ext>
            </a:extLst>
          </p:cNvPr>
          <p:cNvSpPr txBox="1">
            <a:spLocks/>
          </p:cNvSpPr>
          <p:nvPr/>
        </p:nvSpPr>
        <p:spPr>
          <a:xfrm>
            <a:off x="449152" y="13158747"/>
            <a:ext cx="871646" cy="730250"/>
          </a:xfrm>
          <a:prstGeom prst="rect">
            <a:avLst/>
          </a:prstGeom>
        </p:spPr>
        <p:txBody>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defRPr/>
            </a:pPr>
            <a:fld id="{CFF4B978-1D82-7745-80C5-DBABA6B131D3}" type="slidenum">
              <a:rPr lang="en-US" sz="1600" smtClean="0">
                <a:solidFill>
                  <a:srgbClr val="E3E1DD"/>
                </a:solidFill>
                <a:latin typeface="Oracle Sans" panose="020B0503020204020204" pitchFamily="34" charset="0"/>
                <a:cs typeface="Oracle Sans" panose="020B0503020204020204" pitchFamily="34" charset="0"/>
              </a:rPr>
              <a:pPr>
                <a:defRPr/>
              </a:pPr>
              <a:t>20</a:t>
            </a:fld>
            <a:endParaRPr lang="en-US" sz="1600" dirty="0">
              <a:solidFill>
                <a:srgbClr val="E3E1DD"/>
              </a:solidFill>
              <a:latin typeface="Oracle Sans" panose="020B0503020204020204" pitchFamily="34" charset="0"/>
              <a:cs typeface="Oracle Sans" panose="020B0503020204020204" pitchFamily="34" charset="0"/>
            </a:endParaRPr>
          </a:p>
        </p:txBody>
      </p:sp>
    </p:spTree>
    <p:extLst>
      <p:ext uri="{BB962C8B-B14F-4D97-AF65-F5344CB8AC3E}">
        <p14:creationId xmlns:p14="http://schemas.microsoft.com/office/powerpoint/2010/main" val="70671163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00798E"/>
        </a:solidFill>
        <a:effectLst/>
      </p:bgPr>
    </p:bg>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0D847A1E-808C-466A-BC73-1F47D9174E31}"/>
              </a:ext>
            </a:extLst>
          </p:cNvPr>
          <p:cNvSpPr>
            <a:spLocks noGrp="1"/>
          </p:cNvSpPr>
          <p:nvPr/>
        </p:nvSpPr>
        <p:spPr>
          <a:xfrm>
            <a:off x="952500" y="809625"/>
            <a:ext cx="22098000" cy="1714500"/>
          </a:xfrm>
          <a:prstGeom prst="rect">
            <a:avLst/>
          </a:prstGeom>
          <a:noFill/>
          <a:ln w="0">
            <a:noFill/>
          </a:ln>
        </p:spPr>
        <p:txBody>
          <a:bodyPr>
            <a:noAutofit/>
          </a:bodyPr>
          <a:lstStyle/>
          <a:p>
            <a:pPr>
              <a:defRPr sz="6000" b="0">
                <a:solidFill>
                  <a:srgbClr val="FFFFFF"/>
                </a:solidFill>
                <a:latin typeface="Arial"/>
                <a:ea typeface="Arial"/>
                <a:cs typeface="Arial"/>
              </a:defRPr>
            </a:pPr>
            <a:r>
              <a:rPr sz="6000" b="0">
                <a:solidFill>
                  <a:srgbClr val="FFFFFF"/>
                </a:solidFill>
                <a:latin typeface="Arial"/>
                <a:ea typeface="Arial"/>
                <a:cs typeface="Arial"/>
              </a:rPr>
              <a:t>Tri-colour marking: three work states</a:t>
            </a:r>
          </a:p>
        </p:txBody>
      </p:sp>
      <p:pic>
        <p:nvPicPr>
          <p:cNvPr id="13" name="Picture 12"/>
          <p:cNvPicPr>
            <a:picLocks noChangeAspect="1"/>
          </p:cNvPicPr>
          <p:nvPr/>
        </p:nvPicPr>
        <p:blipFill>
          <a:blip r:embed="rId3"/>
          <a:srcRect l="27000" t="21000" r="43000" b="48000"/>
          <a:stretch/>
        </p:blipFill>
        <p:spPr>
          <a:xfrm>
            <a:off x="1285875" y="3714750"/>
            <a:ext cx="5238750" cy="3048000"/>
          </a:xfrm>
          <a:prstGeom prst="rect">
            <a:avLst/>
          </a:prstGeom>
        </p:spPr>
      </p:pic>
      <p:pic>
        <p:nvPicPr>
          <p:cNvPr id="14" name="Picture 13"/>
          <p:cNvPicPr>
            <a:picLocks noChangeAspect="1"/>
          </p:cNvPicPr>
          <p:nvPr/>
        </p:nvPicPr>
        <p:blipFill>
          <a:blip r:embed="rId4"/>
          <a:srcRect l="27000" t="21000" r="43000" b="48000"/>
          <a:stretch/>
        </p:blipFill>
        <p:spPr>
          <a:xfrm>
            <a:off x="7096125" y="3714750"/>
            <a:ext cx="5238750" cy="3048000"/>
          </a:xfrm>
          <a:prstGeom prst="rect">
            <a:avLst/>
          </a:prstGeom>
        </p:spPr>
      </p:pic>
      <p:pic>
        <p:nvPicPr>
          <p:cNvPr id="15" name="Picture 14"/>
          <p:cNvPicPr>
            <a:picLocks noChangeAspect="1"/>
          </p:cNvPicPr>
          <p:nvPr/>
        </p:nvPicPr>
        <p:blipFill>
          <a:blip r:embed="rId5"/>
          <a:srcRect l="27000" t="21000" r="43000" b="48000"/>
          <a:stretch/>
        </p:blipFill>
        <p:spPr>
          <a:xfrm>
            <a:off x="12906375" y="3714750"/>
            <a:ext cx="5238750" cy="3048000"/>
          </a:xfrm>
          <a:prstGeom prst="rect">
            <a:avLst/>
          </a:prstGeom>
        </p:spPr>
      </p:pic>
      <p:pic>
        <p:nvPicPr>
          <p:cNvPr id="16" name="Picture 15"/>
          <p:cNvPicPr>
            <a:picLocks noChangeAspect="1"/>
          </p:cNvPicPr>
          <p:nvPr/>
        </p:nvPicPr>
        <p:blipFill>
          <a:blip r:embed="rId6"/>
          <a:srcRect l="27000" t="21000" r="43000" b="48000"/>
          <a:stretch/>
        </p:blipFill>
        <p:spPr>
          <a:xfrm>
            <a:off x="18716625" y="3714750"/>
            <a:ext cx="5238750" cy="3048000"/>
          </a:xfrm>
          <a:prstGeom prst="rect">
            <a:avLst/>
          </a:prstGeom>
        </p:spPr>
      </p:pic>
      <p:sp>
        <p:nvSpPr>
          <p:cNvPr id="6" name="Rectangle 5">
            <a:extLst>
              <a:ext uri="{FF2B5EF4-FFF2-40B4-BE49-F238E27FC236}">
                <a16:creationId xmlns:a16="http://schemas.microsoft.com/office/drawing/2014/main" id="{2001F204-E7A5-43A3-A0F4-CEC7F88CFE79}"/>
              </a:ext>
            </a:extLst>
          </p:cNvPr>
          <p:cNvSpPr>
            <a:spLocks noGrp="1"/>
          </p:cNvSpPr>
          <p:nvPr/>
        </p:nvSpPr>
        <p:spPr>
          <a:xfrm>
            <a:off x="1238250" y="7477125"/>
            <a:ext cx="5238750" cy="1333500"/>
          </a:xfrm>
          <a:prstGeom prst="rect">
            <a:avLst/>
          </a:prstGeom>
          <a:noFill/>
          <a:ln w="0">
            <a:noFill/>
          </a:ln>
        </p:spPr>
        <p:txBody>
          <a:bodyPr>
            <a:noAutofit/>
          </a:bodyPr>
          <a:lstStyle/>
          <a:p>
            <a:pPr>
              <a:defRPr sz="3300" b="1">
                <a:solidFill>
                  <a:srgbClr val="FFFFFF"/>
                </a:solidFill>
                <a:latin typeface="Arial"/>
                <a:ea typeface="Arial"/>
                <a:cs typeface="Arial"/>
              </a:defRPr>
            </a:pPr>
            <a:r>
              <a:rPr sz="3300" b="1">
                <a:solidFill>
                  <a:srgbClr val="FFFFFF"/>
                </a:solidFill>
                <a:latin typeface="Arial"/>
                <a:ea typeface="Arial"/>
                <a:cs typeface="Arial"/>
              </a:rPr>
              <a:t>Discover O1</a:t>
            </a:r>
          </a:p>
        </p:txBody>
      </p:sp>
      <p:sp>
        <p:nvSpPr>
          <p:cNvPr id="7" name="Rectangle 6">
            <a:extLst>
              <a:ext uri="{FF2B5EF4-FFF2-40B4-BE49-F238E27FC236}">
                <a16:creationId xmlns:a16="http://schemas.microsoft.com/office/drawing/2014/main" id="{B6B820AC-96C0-4C6E-A39A-B474B9068569}"/>
              </a:ext>
            </a:extLst>
          </p:cNvPr>
          <p:cNvSpPr>
            <a:spLocks noGrp="1"/>
          </p:cNvSpPr>
          <p:nvPr/>
        </p:nvSpPr>
        <p:spPr>
          <a:xfrm>
            <a:off x="7048500" y="7477125"/>
            <a:ext cx="5238750" cy="1333500"/>
          </a:xfrm>
          <a:prstGeom prst="rect">
            <a:avLst/>
          </a:prstGeom>
          <a:noFill/>
          <a:ln w="0">
            <a:noFill/>
          </a:ln>
        </p:spPr>
        <p:txBody>
          <a:bodyPr>
            <a:noAutofit/>
          </a:bodyPr>
          <a:lstStyle/>
          <a:p>
            <a:pPr>
              <a:defRPr sz="3300" b="1">
                <a:solidFill>
                  <a:srgbClr val="FFFFFF"/>
                </a:solidFill>
                <a:latin typeface="Arial"/>
                <a:ea typeface="Arial"/>
                <a:cs typeface="Arial"/>
              </a:defRPr>
            </a:pPr>
            <a:r>
              <a:rPr sz="3300" b="1">
                <a:solidFill>
                  <a:srgbClr val="FFFFFF"/>
                </a:solidFill>
                <a:latin typeface="Arial"/>
                <a:ea typeface="Arial"/>
                <a:cs typeface="Arial"/>
              </a:rPr>
              <a:t>Scan O1, find O2</a:t>
            </a:r>
          </a:p>
        </p:txBody>
      </p:sp>
      <p:sp>
        <p:nvSpPr>
          <p:cNvPr id="8" name="Rectangle 7">
            <a:extLst>
              <a:ext uri="{FF2B5EF4-FFF2-40B4-BE49-F238E27FC236}">
                <a16:creationId xmlns:a16="http://schemas.microsoft.com/office/drawing/2014/main" id="{83F27014-E7A9-4348-A27B-B0A5B0391511}"/>
              </a:ext>
            </a:extLst>
          </p:cNvPr>
          <p:cNvSpPr>
            <a:spLocks noGrp="1"/>
          </p:cNvSpPr>
          <p:nvPr/>
        </p:nvSpPr>
        <p:spPr>
          <a:xfrm>
            <a:off x="12858750" y="7477125"/>
            <a:ext cx="5238750" cy="1333500"/>
          </a:xfrm>
          <a:prstGeom prst="rect">
            <a:avLst/>
          </a:prstGeom>
          <a:noFill/>
          <a:ln w="0">
            <a:noFill/>
          </a:ln>
        </p:spPr>
        <p:txBody>
          <a:bodyPr>
            <a:noAutofit/>
          </a:bodyPr>
          <a:lstStyle/>
          <a:p>
            <a:pPr>
              <a:defRPr sz="3300" b="1">
                <a:solidFill>
                  <a:srgbClr val="FFFFFF"/>
                </a:solidFill>
                <a:latin typeface="Arial"/>
                <a:ea typeface="Arial"/>
                <a:cs typeface="Arial"/>
              </a:defRPr>
            </a:pPr>
            <a:r>
              <a:rPr sz="3300" b="1">
                <a:solidFill>
                  <a:srgbClr val="FFFFFF"/>
                </a:solidFill>
                <a:latin typeface="Arial"/>
                <a:ea typeface="Arial"/>
                <a:cs typeface="Arial"/>
              </a:rPr>
              <a:t>Scan O2, find O3</a:t>
            </a:r>
          </a:p>
        </p:txBody>
      </p:sp>
      <p:sp>
        <p:nvSpPr>
          <p:cNvPr id="9" name="Rectangle 8">
            <a:extLst>
              <a:ext uri="{FF2B5EF4-FFF2-40B4-BE49-F238E27FC236}">
                <a16:creationId xmlns:a16="http://schemas.microsoft.com/office/drawing/2014/main" id="{2A045509-78E4-4803-BA65-560C70DEDE2A}"/>
              </a:ext>
            </a:extLst>
          </p:cNvPr>
          <p:cNvSpPr>
            <a:spLocks noGrp="1"/>
          </p:cNvSpPr>
          <p:nvPr/>
        </p:nvSpPr>
        <p:spPr>
          <a:xfrm>
            <a:off x="18669000" y="7477125"/>
            <a:ext cx="5238750" cy="1333500"/>
          </a:xfrm>
          <a:prstGeom prst="rect">
            <a:avLst/>
          </a:prstGeom>
          <a:noFill/>
          <a:ln w="0">
            <a:noFill/>
          </a:ln>
        </p:spPr>
        <p:txBody>
          <a:bodyPr>
            <a:noAutofit/>
          </a:bodyPr>
          <a:lstStyle/>
          <a:p>
            <a:pPr>
              <a:defRPr sz="3300" b="1">
                <a:solidFill>
                  <a:srgbClr val="FFFFFF"/>
                </a:solidFill>
                <a:latin typeface="Arial"/>
                <a:ea typeface="Arial"/>
                <a:cs typeface="Arial"/>
              </a:defRPr>
            </a:pPr>
            <a:r>
              <a:rPr sz="3300" b="1">
                <a:solidFill>
                  <a:srgbClr val="FFFFFF"/>
                </a:solidFill>
                <a:latin typeface="Arial"/>
                <a:ea typeface="Arial"/>
                <a:cs typeface="Arial"/>
              </a:rPr>
              <a:t>Scan O3, finish</a:t>
            </a:r>
          </a:p>
        </p:txBody>
      </p:sp>
      <p:sp>
        <p:nvSpPr>
          <p:cNvPr id="10" name="Rectangle 9">
            <a:extLst>
              <a:ext uri="{FF2B5EF4-FFF2-40B4-BE49-F238E27FC236}">
                <a16:creationId xmlns:a16="http://schemas.microsoft.com/office/drawing/2014/main" id="{8B4A044D-A293-490C-B324-7DF346498A31}"/>
              </a:ext>
            </a:extLst>
          </p:cNvPr>
          <p:cNvSpPr>
            <a:spLocks noGrp="1"/>
          </p:cNvSpPr>
          <p:nvPr/>
        </p:nvSpPr>
        <p:spPr>
          <a:xfrm>
            <a:off x="1428750" y="9525000"/>
            <a:ext cx="21336000" cy="1714500"/>
          </a:xfrm>
          <a:prstGeom prst="rect">
            <a:avLst/>
          </a:prstGeom>
          <a:noFill/>
          <a:ln w="0">
            <a:noFill/>
          </a:ln>
        </p:spPr>
        <p:txBody>
          <a:bodyPr>
            <a:noAutofit/>
          </a:bodyPr>
          <a:lstStyle/>
          <a:p>
            <a:pPr>
              <a:defRPr sz="3600" b="0">
                <a:solidFill>
                  <a:srgbClr val="FFFFFF"/>
                </a:solidFill>
                <a:latin typeface="Arial"/>
                <a:ea typeface="Arial"/>
                <a:cs typeface="Arial"/>
              </a:defRPr>
            </a:pPr>
            <a:r>
              <a:rPr sz="3600" b="0">
                <a:solidFill>
                  <a:srgbClr val="FFFFFF"/>
                </a:solidFill>
                <a:latin typeface="Arial"/>
                <a:ea typeface="Arial"/>
                <a:cs typeface="Arial"/>
              </a:rPr>
              <a:t>White: not discovered yet       Gray: discovered, not fully scanned</a:t>
            </a:r>
          </a:p>
          <a:p>
            <a:pPr>
              <a:defRPr sz="3600" b="0">
                <a:solidFill>
                  <a:srgbClr val="FFFFFF"/>
                </a:solidFill>
                <a:latin typeface="Arial"/>
                <a:ea typeface="Arial"/>
                <a:cs typeface="Arial"/>
              </a:defRPr>
            </a:pPr>
            <a:r>
              <a:rPr sz="3600" b="0">
                <a:solidFill>
                  <a:srgbClr val="FFFFFF"/>
                </a:solidFill>
                <a:latin typeface="Arial"/>
                <a:ea typeface="Arial"/>
                <a:cs typeface="Arial"/>
              </a:rPr>
              <a:t>Black: fully scanned</a:t>
            </a:r>
          </a:p>
        </p:txBody>
      </p:sp>
      <p:sp>
        <p:nvSpPr>
          <p:cNvPr id="11" name="Rectangle 10">
            <a:extLst>
              <a:ext uri="{FF2B5EF4-FFF2-40B4-BE49-F238E27FC236}">
                <a16:creationId xmlns:a16="http://schemas.microsoft.com/office/drawing/2014/main" id="{2BE5B379-7182-4694-9C23-52DC6648B46A}"/>
              </a:ext>
            </a:extLst>
          </p:cNvPr>
          <p:cNvSpPr>
            <a:spLocks noGrp="1"/>
          </p:cNvSpPr>
          <p:nvPr/>
        </p:nvSpPr>
        <p:spPr>
          <a:xfrm>
            <a:off x="1333500" y="12096750"/>
            <a:ext cx="21812250" cy="1095375"/>
          </a:xfrm>
          <a:prstGeom prst="rect">
            <a:avLst/>
          </a:prstGeom>
          <a:noFill/>
          <a:ln w="0">
            <a:noFill/>
          </a:ln>
        </p:spPr>
        <p:txBody>
          <a:bodyPr>
            <a:noAutofit/>
          </a:bodyPr>
          <a:lstStyle/>
          <a:p>
            <a:pPr>
              <a:defRPr sz="2850" b="0">
                <a:solidFill>
                  <a:srgbClr val="D1EDF1"/>
                </a:solidFill>
                <a:latin typeface="Arial"/>
                <a:ea typeface="Arial"/>
                <a:cs typeface="Arial"/>
              </a:defRPr>
            </a:pPr>
            <a:r>
              <a:rPr sz="2850" b="0">
                <a:solidFill>
                  <a:srgbClr val="D1EDF1"/>
                </a:solidFill>
                <a:latin typeface="Arial"/>
                <a:ea typeface="Arial"/>
                <a:cs typeface="Arial"/>
              </a:rPr>
              <a:t>Close-up of O1–O3. The separately rooted O9 lies outside this close-up.</a:t>
            </a:r>
          </a:p>
        </p:txBody>
      </p:sp>
      <p:sp>
        <p:nvSpPr>
          <p:cNvPr id="9000" name="Slide Number Placeholder 4">
            <a:extLst>
              <a:ext uri="{FF2B5EF4-FFF2-40B4-BE49-F238E27FC236}">
                <a16:creationId xmlns:a16="http://schemas.microsoft.com/office/drawing/2014/main" id="{1037AC3D-012A-C975-7CD2-D2048CA2BFAA}"/>
              </a:ext>
            </a:extLst>
          </p:cNvPr>
          <p:cNvSpPr txBox="1">
            <a:spLocks/>
          </p:cNvSpPr>
          <p:nvPr/>
        </p:nvSpPr>
        <p:spPr>
          <a:xfrm>
            <a:off x="449152" y="13158747"/>
            <a:ext cx="871646" cy="730250"/>
          </a:xfrm>
          <a:prstGeom prst="rect">
            <a:avLst/>
          </a:prstGeom>
        </p:spPr>
        <p:txBody>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defRPr/>
            </a:pPr>
            <a:fld id="{CFF4B978-1D82-7745-80C5-DBABA6B131D3}" type="slidenum">
              <a:rPr lang="en-US" sz="1600" smtClean="0">
                <a:solidFill>
                  <a:srgbClr val="E3E1DD"/>
                </a:solidFill>
                <a:latin typeface="Oracle Sans" panose="020B0503020204020204" pitchFamily="34" charset="0"/>
                <a:cs typeface="Oracle Sans" panose="020B0503020204020204" pitchFamily="34" charset="0"/>
              </a:rPr>
              <a:pPr>
                <a:defRPr/>
              </a:pPr>
              <a:t>21</a:t>
            </a:fld>
            <a:endParaRPr lang="en-US" sz="1600" dirty="0">
              <a:solidFill>
                <a:srgbClr val="E3E1DD"/>
              </a:solidFill>
              <a:latin typeface="Oracle Sans" panose="020B0503020204020204" pitchFamily="34" charset="0"/>
              <a:cs typeface="Oracle Sans" panose="020B0503020204020204" pitchFamily="34" charset="0"/>
            </a:endParaRPr>
          </a:p>
        </p:txBody>
      </p:sp>
    </p:spTree>
    <p:extLst>
      <p:ext uri="{BB962C8B-B14F-4D97-AF65-F5344CB8AC3E}">
        <p14:creationId xmlns:p14="http://schemas.microsoft.com/office/powerpoint/2010/main" val="147515038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66" name="Group"/>
          <p:cNvGrpSpPr/>
          <p:nvPr/>
        </p:nvGrpSpPr>
        <p:grpSpPr>
          <a:xfrm>
            <a:off x="7027068" y="9165598"/>
            <a:ext cx="2512220" cy="1063527"/>
            <a:chOff x="0" y="0"/>
            <a:chExt cx="2512219" cy="1063526"/>
          </a:xfrm>
        </p:grpSpPr>
        <p:sp>
          <p:nvSpPr>
            <p:cNvPr id="264" name="Rectangle"/>
            <p:cNvSpPr/>
            <p:nvPr/>
          </p:nvSpPr>
          <p:spPr>
            <a:xfrm>
              <a:off x="0" y="0"/>
              <a:ext cx="2512219" cy="1063526"/>
            </a:xfrm>
            <a:prstGeom prst="rect">
              <a:avLst/>
            </a:prstGeom>
            <a:solidFill>
              <a:srgbClr val="FFFFFF"/>
            </a:solidFill>
            <a:ln w="25400" cap="flat">
              <a:solidFill>
                <a:srgbClr val="000000"/>
              </a:solidFill>
              <a:prstDash val="solid"/>
              <a:miter lim="400000"/>
            </a:ln>
            <a:effectLst/>
          </p:spPr>
          <p:txBody>
            <a:bodyPr wrap="square" lIns="50800" tIns="50800" rIns="50800" bIns="50800" numCol="1" anchor="ctr">
              <a:noAutofit/>
            </a:bodyPr>
            <a:lstStyle/>
            <a:p>
              <a:pPr defTabSz="825500">
                <a:defRPr sz="3200">
                  <a:solidFill>
                    <a:srgbClr val="000000"/>
                  </a:solidFill>
                  <a:latin typeface="Helvetica Neue Medium"/>
                  <a:ea typeface="Helvetica Neue Medium"/>
                  <a:cs typeface="Helvetica Neue Medium"/>
                  <a:sym typeface="Helvetica Neue Medium"/>
                </a:defRPr>
              </a:pPr>
              <a:endParaRPr sz="3200"/>
            </a:p>
          </p:txBody>
        </p:sp>
        <p:sp>
          <p:nvSpPr>
            <p:cNvPr id="265" name="O9"/>
            <p:cNvSpPr txBox="1"/>
            <p:nvPr/>
          </p:nvSpPr>
          <p:spPr>
            <a:xfrm>
              <a:off x="973976" y="341967"/>
              <a:ext cx="405560" cy="379591"/>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50800" tIns="50800" rIns="50800" bIns="50800" numCol="1" anchor="ctr">
              <a:spAutoFit/>
            </a:bodyPr>
            <a:lstStyle/>
            <a:p>
              <a:r>
                <a:t>O9</a:t>
              </a:r>
            </a:p>
          </p:txBody>
        </p:sp>
      </p:grpSp>
      <p:sp>
        <p:nvSpPr>
          <p:cNvPr id="267" name="Tri-colour Marking"/>
          <p:cNvSpPr txBox="1">
            <a:spLocks noGrp="1"/>
          </p:cNvSpPr>
          <p:nvPr>
            <p:ph type="title"/>
          </p:nvPr>
        </p:nvSpPr>
        <p:spPr>
          <a:xfrm>
            <a:off x="885600" y="435600"/>
            <a:ext cx="22202496" cy="1440000"/>
          </a:xfrm>
          <a:prstGeom prst="rect">
            <a:avLst/>
          </a:prstGeom>
        </p:spPr>
        <p:txBody>
          <a:bodyPr/>
          <a:lstStyle/>
          <a:p>
            <a:r>
              <a:rPr dirty="0"/>
              <a:t>Tri-</a:t>
            </a:r>
            <a:r>
              <a:rPr dirty="0" err="1"/>
              <a:t>colour</a:t>
            </a:r>
            <a:r>
              <a:rPr dirty="0"/>
              <a:t> Marking</a:t>
            </a:r>
          </a:p>
        </p:txBody>
      </p:sp>
      <p:sp>
        <p:nvSpPr>
          <p:cNvPr id="268" name="Rectangle"/>
          <p:cNvSpPr/>
          <p:nvPr/>
        </p:nvSpPr>
        <p:spPr>
          <a:xfrm>
            <a:off x="2770188" y="4165600"/>
            <a:ext cx="2512219" cy="1063526"/>
          </a:xfrm>
          <a:prstGeom prst="rect">
            <a:avLst/>
          </a:prstGeom>
          <a:solidFill>
            <a:schemeClr val="tx2">
              <a:lumMod val="40000"/>
              <a:lumOff val="60000"/>
            </a:schemeClr>
          </a:solidFill>
          <a:ln w="12700">
            <a:solidFill>
              <a:schemeClr val="bg1"/>
            </a:solidFill>
            <a:miter lim="400000"/>
          </a:ln>
        </p:spPr>
        <p:txBody>
          <a:bodyPr lIns="50800" tIns="50800" rIns="50800" bIns="50800" anchor="ctr"/>
          <a:lstStyle/>
          <a:p>
            <a:pPr defTabSz="825500">
              <a:defRPr sz="3200">
                <a:solidFill>
                  <a:srgbClr val="000000"/>
                </a:solidFill>
                <a:latin typeface="Helvetica Neue Medium"/>
                <a:ea typeface="Helvetica Neue Medium"/>
                <a:cs typeface="Helvetica Neue Medium"/>
                <a:sym typeface="Helvetica Neue Medium"/>
              </a:defRPr>
            </a:pPr>
            <a:endParaRPr sz="3200"/>
          </a:p>
        </p:txBody>
      </p:sp>
      <p:sp>
        <p:nvSpPr>
          <p:cNvPr id="269" name="Rectangle"/>
          <p:cNvSpPr/>
          <p:nvPr/>
        </p:nvSpPr>
        <p:spPr>
          <a:xfrm>
            <a:off x="2770188" y="6451600"/>
            <a:ext cx="2512219" cy="1063526"/>
          </a:xfrm>
          <a:prstGeom prst="rect">
            <a:avLst/>
          </a:prstGeom>
          <a:solidFill>
            <a:schemeClr val="tx2">
              <a:lumMod val="40000"/>
              <a:lumOff val="60000"/>
            </a:schemeClr>
          </a:solidFill>
          <a:ln w="12700">
            <a:solidFill>
              <a:schemeClr val="bg1"/>
            </a:solidFill>
            <a:miter lim="400000"/>
          </a:ln>
        </p:spPr>
        <p:txBody>
          <a:bodyPr lIns="50800" tIns="50800" rIns="50800" bIns="50800" anchor="ctr"/>
          <a:lstStyle/>
          <a:p>
            <a:pPr defTabSz="825500">
              <a:defRPr sz="3200">
                <a:solidFill>
                  <a:srgbClr val="000000"/>
                </a:solidFill>
                <a:latin typeface="Helvetica Neue Medium"/>
                <a:ea typeface="Helvetica Neue Medium"/>
                <a:cs typeface="Helvetica Neue Medium"/>
                <a:sym typeface="Helvetica Neue Medium"/>
              </a:defRPr>
            </a:pPr>
            <a:endParaRPr sz="3200"/>
          </a:p>
        </p:txBody>
      </p:sp>
      <p:sp>
        <p:nvSpPr>
          <p:cNvPr id="270" name="Rectangle"/>
          <p:cNvSpPr/>
          <p:nvPr/>
        </p:nvSpPr>
        <p:spPr>
          <a:xfrm>
            <a:off x="2770188" y="5308600"/>
            <a:ext cx="2512219" cy="1063526"/>
          </a:xfrm>
          <a:prstGeom prst="rect">
            <a:avLst/>
          </a:prstGeom>
          <a:solidFill>
            <a:schemeClr val="tx2">
              <a:lumMod val="40000"/>
              <a:lumOff val="60000"/>
            </a:schemeClr>
          </a:solidFill>
          <a:ln w="12700">
            <a:solidFill>
              <a:schemeClr val="bg1"/>
            </a:solidFill>
            <a:miter lim="400000"/>
          </a:ln>
        </p:spPr>
        <p:txBody>
          <a:bodyPr lIns="50800" tIns="50800" rIns="50800" bIns="50800" anchor="ctr"/>
          <a:lstStyle/>
          <a:p>
            <a:pPr defTabSz="825500">
              <a:defRPr sz="3200">
                <a:solidFill>
                  <a:srgbClr val="000000"/>
                </a:solidFill>
                <a:latin typeface="Helvetica Neue Medium"/>
                <a:ea typeface="Helvetica Neue Medium"/>
                <a:cs typeface="Helvetica Neue Medium"/>
                <a:sym typeface="Helvetica Neue Medium"/>
              </a:defRPr>
            </a:pPr>
            <a:endParaRPr sz="3200"/>
          </a:p>
        </p:txBody>
      </p:sp>
      <p:sp>
        <p:nvSpPr>
          <p:cNvPr id="271" name="Rectangle"/>
          <p:cNvSpPr/>
          <p:nvPr/>
        </p:nvSpPr>
        <p:spPr>
          <a:xfrm>
            <a:off x="2770188" y="7594600"/>
            <a:ext cx="2512219" cy="1063526"/>
          </a:xfrm>
          <a:prstGeom prst="rect">
            <a:avLst/>
          </a:prstGeom>
          <a:solidFill>
            <a:schemeClr val="tx2">
              <a:lumMod val="40000"/>
              <a:lumOff val="60000"/>
            </a:schemeClr>
          </a:solidFill>
          <a:ln w="12700">
            <a:solidFill>
              <a:schemeClr val="bg1"/>
            </a:solidFill>
            <a:miter lim="400000"/>
          </a:ln>
        </p:spPr>
        <p:txBody>
          <a:bodyPr lIns="50800" tIns="50800" rIns="50800" bIns="50800" anchor="ctr"/>
          <a:lstStyle/>
          <a:p>
            <a:pPr defTabSz="825500">
              <a:defRPr sz="3200">
                <a:solidFill>
                  <a:srgbClr val="000000"/>
                </a:solidFill>
                <a:latin typeface="Helvetica Neue Medium"/>
                <a:ea typeface="Helvetica Neue Medium"/>
                <a:cs typeface="Helvetica Neue Medium"/>
                <a:sym typeface="Helvetica Neue Medium"/>
              </a:defRPr>
            </a:pPr>
            <a:endParaRPr sz="3200"/>
          </a:p>
        </p:txBody>
      </p:sp>
      <p:sp>
        <p:nvSpPr>
          <p:cNvPr id="272" name="Line"/>
          <p:cNvSpPr/>
          <p:nvPr/>
        </p:nvSpPr>
        <p:spPr>
          <a:xfrm flipV="1">
            <a:off x="6148388" y="3257456"/>
            <a:ext cx="1" cy="6419944"/>
          </a:xfrm>
          <a:prstGeom prst="line">
            <a:avLst/>
          </a:prstGeom>
          <a:ln w="25400">
            <a:solidFill>
              <a:srgbClr val="000000"/>
            </a:solidFill>
            <a:prstDash val="sysDot"/>
            <a:miter lim="400000"/>
          </a:ln>
        </p:spPr>
        <p:txBody>
          <a:bodyPr lIns="50800" tIns="50800" rIns="50800" bIns="50800" anchor="ctr"/>
          <a:lstStyle/>
          <a:p>
            <a:endParaRPr/>
          </a:p>
        </p:txBody>
      </p:sp>
      <p:sp>
        <p:nvSpPr>
          <p:cNvPr id="273" name="Rectangle"/>
          <p:cNvSpPr/>
          <p:nvPr/>
        </p:nvSpPr>
        <p:spPr>
          <a:xfrm>
            <a:off x="7014369" y="4165600"/>
            <a:ext cx="2512219" cy="1063526"/>
          </a:xfrm>
          <a:prstGeom prst="rect">
            <a:avLst/>
          </a:prstGeom>
          <a:solidFill>
            <a:srgbClr val="FFFFFF"/>
          </a:solidFill>
          <a:ln w="25400">
            <a:solidFill>
              <a:srgbClr val="000000"/>
            </a:solidFill>
            <a:miter lim="400000"/>
          </a:ln>
        </p:spPr>
        <p:txBody>
          <a:bodyPr lIns="50800" tIns="50800" rIns="50800" bIns="50800" anchor="ctr"/>
          <a:lstStyle/>
          <a:p>
            <a:pPr defTabSz="825500">
              <a:defRPr sz="3200">
                <a:solidFill>
                  <a:srgbClr val="000000"/>
                </a:solidFill>
                <a:latin typeface="Helvetica Neue Medium"/>
                <a:ea typeface="Helvetica Neue Medium"/>
                <a:cs typeface="Helvetica Neue Medium"/>
                <a:sym typeface="Helvetica Neue Medium"/>
              </a:defRPr>
            </a:pPr>
            <a:endParaRPr sz="3200"/>
          </a:p>
        </p:txBody>
      </p:sp>
      <p:sp>
        <p:nvSpPr>
          <p:cNvPr id="274" name="Rectangle"/>
          <p:cNvSpPr/>
          <p:nvPr/>
        </p:nvSpPr>
        <p:spPr>
          <a:xfrm>
            <a:off x="10325099" y="5935666"/>
            <a:ext cx="2512220" cy="1063527"/>
          </a:xfrm>
          <a:prstGeom prst="rect">
            <a:avLst/>
          </a:prstGeom>
          <a:solidFill>
            <a:srgbClr val="FFFFFF"/>
          </a:solidFill>
          <a:ln w="25400">
            <a:solidFill>
              <a:srgbClr val="000000"/>
            </a:solidFill>
            <a:miter lim="400000"/>
          </a:ln>
        </p:spPr>
        <p:txBody>
          <a:bodyPr lIns="50800" tIns="50800" rIns="50800" bIns="50800" anchor="ctr"/>
          <a:lstStyle/>
          <a:p>
            <a:pPr defTabSz="825500">
              <a:defRPr sz="3200">
                <a:solidFill>
                  <a:srgbClr val="000000"/>
                </a:solidFill>
                <a:latin typeface="Helvetica Neue Medium"/>
                <a:ea typeface="Helvetica Neue Medium"/>
                <a:cs typeface="Helvetica Neue Medium"/>
                <a:sym typeface="Helvetica Neue Medium"/>
              </a:defRPr>
            </a:pPr>
            <a:endParaRPr sz="3200"/>
          </a:p>
        </p:txBody>
      </p:sp>
      <p:sp>
        <p:nvSpPr>
          <p:cNvPr id="275" name="Rectangle"/>
          <p:cNvSpPr/>
          <p:nvPr/>
        </p:nvSpPr>
        <p:spPr>
          <a:xfrm>
            <a:off x="10937477" y="3230566"/>
            <a:ext cx="2512220" cy="1063527"/>
          </a:xfrm>
          <a:prstGeom prst="rect">
            <a:avLst/>
          </a:prstGeom>
          <a:solidFill>
            <a:srgbClr val="FFFFFF"/>
          </a:solidFill>
          <a:ln w="25400">
            <a:solidFill>
              <a:srgbClr val="000000"/>
            </a:solidFill>
            <a:miter lim="400000"/>
          </a:ln>
        </p:spPr>
        <p:txBody>
          <a:bodyPr lIns="50800" tIns="50800" rIns="50800" bIns="50800" anchor="ctr"/>
          <a:lstStyle/>
          <a:p>
            <a:pPr defTabSz="825500">
              <a:defRPr sz="3200">
                <a:solidFill>
                  <a:srgbClr val="000000"/>
                </a:solidFill>
                <a:latin typeface="Helvetica Neue Medium"/>
                <a:ea typeface="Helvetica Neue Medium"/>
                <a:cs typeface="Helvetica Neue Medium"/>
                <a:sym typeface="Helvetica Neue Medium"/>
              </a:defRPr>
            </a:pPr>
            <a:endParaRPr sz="3200"/>
          </a:p>
        </p:txBody>
      </p:sp>
      <p:sp>
        <p:nvSpPr>
          <p:cNvPr id="276" name="Rectangle"/>
          <p:cNvSpPr/>
          <p:nvPr/>
        </p:nvSpPr>
        <p:spPr>
          <a:xfrm>
            <a:off x="7014369" y="7260547"/>
            <a:ext cx="2512219" cy="1063527"/>
          </a:xfrm>
          <a:prstGeom prst="rect">
            <a:avLst/>
          </a:prstGeom>
          <a:solidFill>
            <a:srgbClr val="FFFFFF"/>
          </a:solidFill>
          <a:ln w="25400">
            <a:solidFill>
              <a:srgbClr val="000000"/>
            </a:solidFill>
            <a:miter lim="400000"/>
          </a:ln>
        </p:spPr>
        <p:txBody>
          <a:bodyPr lIns="50800" tIns="50800" rIns="50800" bIns="50800" anchor="ctr"/>
          <a:lstStyle/>
          <a:p>
            <a:pPr defTabSz="825500">
              <a:defRPr sz="3200">
                <a:solidFill>
                  <a:srgbClr val="000000"/>
                </a:solidFill>
                <a:latin typeface="Helvetica Neue Medium"/>
                <a:ea typeface="Helvetica Neue Medium"/>
                <a:cs typeface="Helvetica Neue Medium"/>
                <a:sym typeface="Helvetica Neue Medium"/>
              </a:defRPr>
            </a:pPr>
            <a:endParaRPr sz="3200"/>
          </a:p>
        </p:txBody>
      </p:sp>
      <p:sp>
        <p:nvSpPr>
          <p:cNvPr id="277" name="Rectangle"/>
          <p:cNvSpPr/>
          <p:nvPr/>
        </p:nvSpPr>
        <p:spPr>
          <a:xfrm>
            <a:off x="15368588" y="2951166"/>
            <a:ext cx="2512219" cy="1063527"/>
          </a:xfrm>
          <a:prstGeom prst="rect">
            <a:avLst/>
          </a:prstGeom>
          <a:solidFill>
            <a:srgbClr val="FFFFFF"/>
          </a:solidFill>
          <a:ln w="25400">
            <a:solidFill>
              <a:srgbClr val="000000"/>
            </a:solidFill>
            <a:miter lim="400000"/>
          </a:ln>
        </p:spPr>
        <p:txBody>
          <a:bodyPr lIns="50800" tIns="50800" rIns="50800" bIns="50800" anchor="ctr"/>
          <a:lstStyle/>
          <a:p>
            <a:pPr defTabSz="825500">
              <a:defRPr sz="3200">
                <a:solidFill>
                  <a:srgbClr val="000000"/>
                </a:solidFill>
                <a:latin typeface="Helvetica Neue Medium"/>
                <a:ea typeface="Helvetica Neue Medium"/>
                <a:cs typeface="Helvetica Neue Medium"/>
                <a:sym typeface="Helvetica Neue Medium"/>
              </a:defRPr>
            </a:pPr>
            <a:endParaRPr sz="3200"/>
          </a:p>
        </p:txBody>
      </p:sp>
      <p:sp>
        <p:nvSpPr>
          <p:cNvPr id="278" name="Rectangle"/>
          <p:cNvSpPr/>
          <p:nvPr/>
        </p:nvSpPr>
        <p:spPr>
          <a:xfrm>
            <a:off x="20346988" y="5358169"/>
            <a:ext cx="2512219" cy="1063526"/>
          </a:xfrm>
          <a:prstGeom prst="rect">
            <a:avLst/>
          </a:prstGeom>
          <a:solidFill>
            <a:srgbClr val="FFFFFF"/>
          </a:solidFill>
          <a:ln w="25400">
            <a:solidFill>
              <a:srgbClr val="000000"/>
            </a:solidFill>
            <a:miter lim="400000"/>
          </a:ln>
        </p:spPr>
        <p:txBody>
          <a:bodyPr lIns="50800" tIns="50800" rIns="50800" bIns="50800" anchor="ctr"/>
          <a:lstStyle/>
          <a:p>
            <a:pPr defTabSz="825500">
              <a:defRPr sz="3200">
                <a:solidFill>
                  <a:srgbClr val="000000"/>
                </a:solidFill>
                <a:latin typeface="Helvetica Neue Medium"/>
                <a:ea typeface="Helvetica Neue Medium"/>
                <a:cs typeface="Helvetica Neue Medium"/>
                <a:sym typeface="Helvetica Neue Medium"/>
              </a:defRPr>
            </a:pPr>
            <a:endParaRPr sz="3200"/>
          </a:p>
        </p:txBody>
      </p:sp>
      <p:sp>
        <p:nvSpPr>
          <p:cNvPr id="279" name="Rectangle"/>
          <p:cNvSpPr/>
          <p:nvPr/>
        </p:nvSpPr>
        <p:spPr>
          <a:xfrm>
            <a:off x="20346988" y="2951166"/>
            <a:ext cx="2512219" cy="1063527"/>
          </a:xfrm>
          <a:prstGeom prst="rect">
            <a:avLst/>
          </a:prstGeom>
          <a:solidFill>
            <a:srgbClr val="FFFFFF"/>
          </a:solidFill>
          <a:ln w="25400">
            <a:solidFill>
              <a:srgbClr val="000000"/>
            </a:solidFill>
            <a:miter lim="400000"/>
          </a:ln>
        </p:spPr>
        <p:txBody>
          <a:bodyPr lIns="50800" tIns="50800" rIns="50800" bIns="50800" anchor="ctr"/>
          <a:lstStyle/>
          <a:p>
            <a:pPr defTabSz="825500">
              <a:defRPr sz="3200">
                <a:solidFill>
                  <a:srgbClr val="000000"/>
                </a:solidFill>
                <a:latin typeface="Helvetica Neue Medium"/>
                <a:ea typeface="Helvetica Neue Medium"/>
                <a:cs typeface="Helvetica Neue Medium"/>
                <a:sym typeface="Helvetica Neue Medium"/>
              </a:defRPr>
            </a:pPr>
            <a:endParaRPr sz="3200"/>
          </a:p>
        </p:txBody>
      </p:sp>
      <p:sp>
        <p:nvSpPr>
          <p:cNvPr id="280" name="Rectangle"/>
          <p:cNvSpPr/>
          <p:nvPr/>
        </p:nvSpPr>
        <p:spPr>
          <a:xfrm>
            <a:off x="15368588" y="5308600"/>
            <a:ext cx="2512219" cy="1063526"/>
          </a:xfrm>
          <a:prstGeom prst="rect">
            <a:avLst/>
          </a:prstGeom>
          <a:solidFill>
            <a:srgbClr val="FFFFFF"/>
          </a:solidFill>
          <a:ln w="25400">
            <a:solidFill>
              <a:srgbClr val="000000"/>
            </a:solidFill>
            <a:miter lim="400000"/>
          </a:ln>
        </p:spPr>
        <p:txBody>
          <a:bodyPr lIns="50800" tIns="50800" rIns="50800" bIns="50800" anchor="ctr"/>
          <a:lstStyle/>
          <a:p>
            <a:pPr defTabSz="825500">
              <a:defRPr sz="3200">
                <a:solidFill>
                  <a:srgbClr val="000000"/>
                </a:solidFill>
                <a:latin typeface="Helvetica Neue Medium"/>
                <a:ea typeface="Helvetica Neue Medium"/>
                <a:cs typeface="Helvetica Neue Medium"/>
                <a:sym typeface="Helvetica Neue Medium"/>
              </a:defRPr>
            </a:pPr>
            <a:endParaRPr sz="3200"/>
          </a:p>
        </p:txBody>
      </p:sp>
      <p:sp>
        <p:nvSpPr>
          <p:cNvPr id="281" name="Line"/>
          <p:cNvSpPr/>
          <p:nvPr/>
        </p:nvSpPr>
        <p:spPr>
          <a:xfrm>
            <a:off x="17880013" y="5840363"/>
            <a:ext cx="2467769" cy="1"/>
          </a:xfrm>
          <a:prstGeom prst="line">
            <a:avLst/>
          </a:prstGeom>
          <a:ln w="25400">
            <a:solidFill>
              <a:srgbClr val="000000"/>
            </a:solidFill>
            <a:miter lim="400000"/>
            <a:headEnd type="triangle" w="lg" len="lg"/>
            <a:tailEnd w="lg" len="lg"/>
          </a:ln>
        </p:spPr>
        <p:txBody>
          <a:bodyPr lIns="50800" tIns="50800" rIns="50800" bIns="50800" anchor="ctr"/>
          <a:lstStyle/>
          <a:p>
            <a:endParaRPr/>
          </a:p>
        </p:txBody>
      </p:sp>
      <p:sp>
        <p:nvSpPr>
          <p:cNvPr id="282" name="Line"/>
          <p:cNvSpPr/>
          <p:nvPr/>
        </p:nvSpPr>
        <p:spPr>
          <a:xfrm>
            <a:off x="17880013" y="3482929"/>
            <a:ext cx="2467769" cy="1"/>
          </a:xfrm>
          <a:prstGeom prst="line">
            <a:avLst/>
          </a:prstGeom>
          <a:ln w="25400">
            <a:solidFill>
              <a:srgbClr val="000000"/>
            </a:solidFill>
            <a:miter lim="400000"/>
            <a:tailEnd type="triangle" w="lg" len="lg"/>
          </a:ln>
        </p:spPr>
        <p:txBody>
          <a:bodyPr lIns="50800" tIns="50800" rIns="50800" bIns="50800" anchor="ctr"/>
          <a:lstStyle/>
          <a:p>
            <a:endParaRPr/>
          </a:p>
        </p:txBody>
      </p:sp>
      <p:sp>
        <p:nvSpPr>
          <p:cNvPr id="283" name="Line"/>
          <p:cNvSpPr/>
          <p:nvPr/>
        </p:nvSpPr>
        <p:spPr>
          <a:xfrm flipV="1">
            <a:off x="9549788" y="3673253"/>
            <a:ext cx="1371094" cy="1090977"/>
          </a:xfrm>
          <a:prstGeom prst="line">
            <a:avLst/>
          </a:prstGeom>
          <a:ln w="25400">
            <a:solidFill>
              <a:srgbClr val="000000"/>
            </a:solidFill>
            <a:miter lim="400000"/>
            <a:tailEnd type="triangle" w="lg" len="lg"/>
          </a:ln>
        </p:spPr>
        <p:txBody>
          <a:bodyPr lIns="50800" tIns="50800" rIns="50800" bIns="50800" anchor="ctr"/>
          <a:lstStyle/>
          <a:p>
            <a:endParaRPr/>
          </a:p>
        </p:txBody>
      </p:sp>
      <p:sp>
        <p:nvSpPr>
          <p:cNvPr id="284" name="Line"/>
          <p:cNvSpPr/>
          <p:nvPr/>
        </p:nvSpPr>
        <p:spPr>
          <a:xfrm flipV="1">
            <a:off x="8279789" y="5260607"/>
            <a:ext cx="8183" cy="1967422"/>
          </a:xfrm>
          <a:prstGeom prst="line">
            <a:avLst/>
          </a:prstGeom>
          <a:ln w="25400">
            <a:solidFill>
              <a:srgbClr val="000000"/>
            </a:solidFill>
            <a:miter lim="400000"/>
            <a:tailEnd type="triangle" w="lg" len="lg"/>
          </a:ln>
        </p:spPr>
        <p:txBody>
          <a:bodyPr lIns="50800" tIns="50800" rIns="50800" bIns="50800" anchor="ctr"/>
          <a:lstStyle/>
          <a:p>
            <a:endParaRPr/>
          </a:p>
        </p:txBody>
      </p:sp>
      <p:sp>
        <p:nvSpPr>
          <p:cNvPr id="285" name="Line"/>
          <p:cNvSpPr/>
          <p:nvPr/>
        </p:nvSpPr>
        <p:spPr>
          <a:xfrm flipV="1">
            <a:off x="16689387" y="3996755"/>
            <a:ext cx="0" cy="1350416"/>
          </a:xfrm>
          <a:prstGeom prst="line">
            <a:avLst/>
          </a:prstGeom>
          <a:ln w="25400">
            <a:solidFill>
              <a:srgbClr val="000000"/>
            </a:solidFill>
            <a:miter lim="400000"/>
            <a:tailEnd type="triangle" w="lg" len="lg"/>
          </a:ln>
        </p:spPr>
        <p:txBody>
          <a:bodyPr lIns="50800" tIns="50800" rIns="50800" bIns="50800" anchor="ctr"/>
          <a:lstStyle/>
          <a:p>
            <a:endParaRPr/>
          </a:p>
        </p:txBody>
      </p:sp>
      <p:sp>
        <p:nvSpPr>
          <p:cNvPr id="286" name="Line"/>
          <p:cNvSpPr/>
          <p:nvPr/>
        </p:nvSpPr>
        <p:spPr>
          <a:xfrm flipV="1">
            <a:off x="21603097" y="3996755"/>
            <a:ext cx="1" cy="1350416"/>
          </a:xfrm>
          <a:prstGeom prst="line">
            <a:avLst/>
          </a:prstGeom>
          <a:ln w="25400">
            <a:solidFill>
              <a:srgbClr val="000000"/>
            </a:solidFill>
            <a:miter lim="400000"/>
            <a:headEnd type="triangle" w="lg" len="lg"/>
            <a:tailEnd w="lg" len="lg"/>
          </a:ln>
        </p:spPr>
        <p:txBody>
          <a:bodyPr lIns="50800" tIns="50800" rIns="50800" bIns="50800" anchor="ctr"/>
          <a:lstStyle/>
          <a:p>
            <a:endParaRPr/>
          </a:p>
        </p:txBody>
      </p:sp>
      <p:sp>
        <p:nvSpPr>
          <p:cNvPr id="287" name="Line"/>
          <p:cNvSpPr/>
          <p:nvPr/>
        </p:nvSpPr>
        <p:spPr>
          <a:xfrm flipV="1">
            <a:off x="5282588" y="4828649"/>
            <a:ext cx="1738962" cy="1053180"/>
          </a:xfrm>
          <a:prstGeom prst="line">
            <a:avLst/>
          </a:prstGeom>
          <a:ln w="25400">
            <a:solidFill>
              <a:srgbClr val="000000"/>
            </a:solidFill>
            <a:miter lim="400000"/>
            <a:tailEnd type="triangle" w="lg" len="lg"/>
          </a:ln>
        </p:spPr>
        <p:txBody>
          <a:bodyPr lIns="50800" tIns="50800" rIns="50800" bIns="50800" anchor="ctr"/>
          <a:lstStyle/>
          <a:p>
            <a:endParaRPr/>
          </a:p>
        </p:txBody>
      </p:sp>
      <p:sp>
        <p:nvSpPr>
          <p:cNvPr id="288" name="Line"/>
          <p:cNvSpPr/>
          <p:nvPr/>
        </p:nvSpPr>
        <p:spPr>
          <a:xfrm flipH="1">
            <a:off x="11823549" y="4314341"/>
            <a:ext cx="421329" cy="1603187"/>
          </a:xfrm>
          <a:prstGeom prst="line">
            <a:avLst/>
          </a:prstGeom>
          <a:ln w="25400">
            <a:solidFill>
              <a:srgbClr val="000000"/>
            </a:solidFill>
            <a:miter lim="400000"/>
            <a:tailEnd type="triangle" w="lg" len="lg"/>
          </a:ln>
        </p:spPr>
        <p:txBody>
          <a:bodyPr lIns="50800" tIns="50800" rIns="50800" bIns="50800" anchor="ctr"/>
          <a:lstStyle/>
          <a:p>
            <a:endParaRPr/>
          </a:p>
        </p:txBody>
      </p:sp>
      <p:sp>
        <p:nvSpPr>
          <p:cNvPr id="289" name="O1"/>
          <p:cNvSpPr txBox="1"/>
          <p:nvPr/>
        </p:nvSpPr>
        <p:spPr>
          <a:xfrm>
            <a:off x="8001044" y="4507568"/>
            <a:ext cx="351058" cy="37959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50800" tIns="50800" rIns="50800" bIns="50800" anchor="ctr">
            <a:spAutoFit/>
          </a:bodyPr>
          <a:lstStyle/>
          <a:p>
            <a:r>
              <a:t>O1</a:t>
            </a:r>
          </a:p>
        </p:txBody>
      </p:sp>
      <p:sp>
        <p:nvSpPr>
          <p:cNvPr id="290" name="O2"/>
          <p:cNvSpPr txBox="1"/>
          <p:nvPr/>
        </p:nvSpPr>
        <p:spPr>
          <a:xfrm>
            <a:off x="11844702" y="3572534"/>
            <a:ext cx="391133" cy="37959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50800" tIns="50800" rIns="50800" bIns="50800" anchor="ctr">
            <a:spAutoFit/>
          </a:bodyPr>
          <a:lstStyle/>
          <a:p>
            <a:r>
              <a:t>O2</a:t>
            </a:r>
          </a:p>
        </p:txBody>
      </p:sp>
      <p:sp>
        <p:nvSpPr>
          <p:cNvPr id="291" name="O3"/>
          <p:cNvSpPr txBox="1"/>
          <p:nvPr/>
        </p:nvSpPr>
        <p:spPr>
          <a:xfrm>
            <a:off x="11323501" y="6277634"/>
            <a:ext cx="391133" cy="37959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50800" tIns="50800" rIns="50800" bIns="50800" anchor="ctr">
            <a:spAutoFit/>
          </a:bodyPr>
          <a:lstStyle/>
          <a:p>
            <a:r>
              <a:t>O3</a:t>
            </a:r>
          </a:p>
        </p:txBody>
      </p:sp>
      <p:sp>
        <p:nvSpPr>
          <p:cNvPr id="292" name="O4"/>
          <p:cNvSpPr txBox="1"/>
          <p:nvPr/>
        </p:nvSpPr>
        <p:spPr>
          <a:xfrm>
            <a:off x="8012769" y="7602515"/>
            <a:ext cx="408766" cy="37959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50800" tIns="50800" rIns="50800" bIns="50800" anchor="ctr">
            <a:spAutoFit/>
          </a:bodyPr>
          <a:lstStyle/>
          <a:p>
            <a:r>
              <a:t>O4</a:t>
            </a:r>
          </a:p>
        </p:txBody>
      </p:sp>
      <p:sp>
        <p:nvSpPr>
          <p:cNvPr id="293" name="O5"/>
          <p:cNvSpPr txBox="1"/>
          <p:nvPr/>
        </p:nvSpPr>
        <p:spPr>
          <a:xfrm>
            <a:off x="16366987" y="3293134"/>
            <a:ext cx="395942" cy="37959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50800" tIns="50800" rIns="50800" bIns="50800" anchor="ctr">
            <a:spAutoFit/>
          </a:bodyPr>
          <a:lstStyle/>
          <a:p>
            <a:r>
              <a:t>O5</a:t>
            </a:r>
          </a:p>
        </p:txBody>
      </p:sp>
      <p:sp>
        <p:nvSpPr>
          <p:cNvPr id="294" name="O6"/>
          <p:cNvSpPr txBox="1"/>
          <p:nvPr/>
        </p:nvSpPr>
        <p:spPr>
          <a:xfrm>
            <a:off x="21345387" y="3293134"/>
            <a:ext cx="405560" cy="37959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50800" tIns="50800" rIns="50800" bIns="50800" anchor="ctr">
            <a:spAutoFit/>
          </a:bodyPr>
          <a:lstStyle/>
          <a:p>
            <a:r>
              <a:t>O6</a:t>
            </a:r>
          </a:p>
        </p:txBody>
      </p:sp>
      <p:sp>
        <p:nvSpPr>
          <p:cNvPr id="295" name="O7"/>
          <p:cNvSpPr txBox="1"/>
          <p:nvPr/>
        </p:nvSpPr>
        <p:spPr>
          <a:xfrm>
            <a:off x="21345388" y="5650568"/>
            <a:ext cx="394339" cy="37959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50800" tIns="50800" rIns="50800" bIns="50800" anchor="ctr">
            <a:spAutoFit/>
          </a:bodyPr>
          <a:lstStyle/>
          <a:p>
            <a:r>
              <a:t>O7</a:t>
            </a:r>
          </a:p>
        </p:txBody>
      </p:sp>
      <p:sp>
        <p:nvSpPr>
          <p:cNvPr id="296" name="O8"/>
          <p:cNvSpPr txBox="1"/>
          <p:nvPr/>
        </p:nvSpPr>
        <p:spPr>
          <a:xfrm>
            <a:off x="16431678" y="5820291"/>
            <a:ext cx="405560" cy="37959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50800" tIns="50800" rIns="50800" bIns="50800" anchor="ctr">
            <a:spAutoFit/>
          </a:bodyPr>
          <a:lstStyle/>
          <a:p>
            <a:r>
              <a:t>O8</a:t>
            </a:r>
          </a:p>
        </p:txBody>
      </p:sp>
      <p:sp>
        <p:nvSpPr>
          <p:cNvPr id="297" name="GC Roots"/>
          <p:cNvSpPr txBox="1"/>
          <p:nvPr/>
        </p:nvSpPr>
        <p:spPr>
          <a:xfrm>
            <a:off x="3218729" y="8778488"/>
            <a:ext cx="1038041" cy="37959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50800" tIns="50800" rIns="50800" bIns="50800" anchor="ctr">
            <a:spAutoFit/>
          </a:bodyPr>
          <a:lstStyle/>
          <a:p>
            <a:r>
              <a:rPr dirty="0">
                <a:solidFill>
                  <a:schemeClr val="bg1"/>
                </a:solidFill>
              </a:rPr>
              <a:t>GC Roots</a:t>
            </a:r>
          </a:p>
        </p:txBody>
      </p:sp>
      <p:sp>
        <p:nvSpPr>
          <p:cNvPr id="298" name="Rectangle"/>
          <p:cNvSpPr/>
          <p:nvPr/>
        </p:nvSpPr>
        <p:spPr>
          <a:xfrm>
            <a:off x="7002643" y="4165600"/>
            <a:ext cx="2512220" cy="1063526"/>
          </a:xfrm>
          <a:prstGeom prst="rect">
            <a:avLst/>
          </a:prstGeom>
          <a:solidFill>
            <a:schemeClr val="accent4"/>
          </a:solidFill>
          <a:ln w="25400">
            <a:solidFill>
              <a:srgbClr val="000000"/>
            </a:solidFill>
            <a:miter lim="400000"/>
          </a:ln>
        </p:spPr>
        <p:txBody>
          <a:bodyPr lIns="50800" tIns="50800" rIns="50800" bIns="50800" anchor="ctr"/>
          <a:lstStyle/>
          <a:p>
            <a:pPr defTabSz="825500">
              <a:defRPr sz="3200">
                <a:solidFill>
                  <a:srgbClr val="000000"/>
                </a:solidFill>
                <a:latin typeface="Helvetica Neue Medium"/>
                <a:ea typeface="Helvetica Neue Medium"/>
                <a:cs typeface="Helvetica Neue Medium"/>
                <a:sym typeface="Helvetica Neue Medium"/>
              </a:defRPr>
            </a:pPr>
            <a:endParaRPr sz="3200"/>
          </a:p>
        </p:txBody>
      </p:sp>
      <p:sp>
        <p:nvSpPr>
          <p:cNvPr id="299" name="O1"/>
          <p:cNvSpPr txBox="1"/>
          <p:nvPr/>
        </p:nvSpPr>
        <p:spPr>
          <a:xfrm>
            <a:off x="8001044" y="4507568"/>
            <a:ext cx="351058" cy="37959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50800" tIns="50800" rIns="50800" bIns="50800" anchor="ctr">
            <a:spAutoFit/>
          </a:bodyPr>
          <a:lstStyle/>
          <a:p>
            <a:r>
              <a:rPr dirty="0">
                <a:solidFill>
                  <a:schemeClr val="bg1"/>
                </a:solidFill>
              </a:rPr>
              <a:t>O1</a:t>
            </a:r>
          </a:p>
        </p:txBody>
      </p:sp>
      <p:sp>
        <p:nvSpPr>
          <p:cNvPr id="300" name="Rectangle"/>
          <p:cNvSpPr/>
          <p:nvPr/>
        </p:nvSpPr>
        <p:spPr>
          <a:xfrm>
            <a:off x="10937477" y="3230566"/>
            <a:ext cx="2512220" cy="1063527"/>
          </a:xfrm>
          <a:prstGeom prst="rect">
            <a:avLst/>
          </a:prstGeom>
          <a:solidFill>
            <a:schemeClr val="accent4"/>
          </a:solidFill>
          <a:ln w="25400">
            <a:solidFill>
              <a:srgbClr val="000000"/>
            </a:solidFill>
            <a:miter lim="400000"/>
          </a:ln>
        </p:spPr>
        <p:txBody>
          <a:bodyPr lIns="50800" tIns="50800" rIns="50800" bIns="50800" anchor="ctr"/>
          <a:lstStyle/>
          <a:p>
            <a:pPr defTabSz="825500">
              <a:defRPr sz="3200">
                <a:solidFill>
                  <a:srgbClr val="000000"/>
                </a:solidFill>
                <a:latin typeface="Helvetica Neue Medium"/>
                <a:ea typeface="Helvetica Neue Medium"/>
                <a:cs typeface="Helvetica Neue Medium"/>
                <a:sym typeface="Helvetica Neue Medium"/>
              </a:defRPr>
            </a:pPr>
            <a:endParaRPr sz="3200"/>
          </a:p>
        </p:txBody>
      </p:sp>
      <p:sp>
        <p:nvSpPr>
          <p:cNvPr id="301" name="O2"/>
          <p:cNvSpPr txBox="1"/>
          <p:nvPr/>
        </p:nvSpPr>
        <p:spPr>
          <a:xfrm>
            <a:off x="11940955" y="3572534"/>
            <a:ext cx="391133" cy="37959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50800" tIns="50800" rIns="50800" bIns="50800" anchor="ctr">
            <a:spAutoFit/>
          </a:bodyPr>
          <a:lstStyle/>
          <a:p>
            <a:r>
              <a:rPr dirty="0">
                <a:solidFill>
                  <a:schemeClr val="bg1"/>
                </a:solidFill>
              </a:rPr>
              <a:t>O2</a:t>
            </a:r>
          </a:p>
        </p:txBody>
      </p:sp>
      <p:sp>
        <p:nvSpPr>
          <p:cNvPr id="302" name="Rectangle"/>
          <p:cNvSpPr/>
          <p:nvPr/>
        </p:nvSpPr>
        <p:spPr>
          <a:xfrm>
            <a:off x="7002643" y="4164259"/>
            <a:ext cx="2512220" cy="1063526"/>
          </a:xfrm>
          <a:prstGeom prst="rect">
            <a:avLst/>
          </a:prstGeom>
          <a:solidFill>
            <a:srgbClr val="080808"/>
          </a:solidFill>
          <a:ln w="25400">
            <a:solidFill>
              <a:schemeClr val="bg1"/>
            </a:solidFill>
            <a:miter lim="400000"/>
          </a:ln>
        </p:spPr>
        <p:txBody>
          <a:bodyPr lIns="50800" tIns="50800" rIns="50800" bIns="50800" anchor="ctr"/>
          <a:lstStyle/>
          <a:p>
            <a:pPr defTabSz="825500">
              <a:defRPr sz="3200">
                <a:solidFill>
                  <a:srgbClr val="000000"/>
                </a:solidFill>
                <a:latin typeface="Helvetica Neue Medium"/>
                <a:ea typeface="Helvetica Neue Medium"/>
                <a:cs typeface="Helvetica Neue Medium"/>
                <a:sym typeface="Helvetica Neue Medium"/>
              </a:defRPr>
            </a:pPr>
            <a:endParaRPr sz="3200"/>
          </a:p>
        </p:txBody>
      </p:sp>
      <p:sp>
        <p:nvSpPr>
          <p:cNvPr id="303" name="O1"/>
          <p:cNvSpPr txBox="1"/>
          <p:nvPr/>
        </p:nvSpPr>
        <p:spPr>
          <a:xfrm>
            <a:off x="8001044" y="4506228"/>
            <a:ext cx="351058" cy="37959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50800" tIns="50800" rIns="50800" bIns="50800" anchor="ctr">
            <a:spAutoFit/>
          </a:bodyPr>
          <a:lstStyle>
            <a:lvl1pPr>
              <a:defRPr>
                <a:solidFill>
                  <a:srgbClr val="FEFEFE"/>
                </a:solidFill>
              </a:defRPr>
            </a:lvl1pPr>
          </a:lstStyle>
          <a:p>
            <a:r>
              <a:rPr dirty="0"/>
              <a:t>O1</a:t>
            </a:r>
          </a:p>
        </p:txBody>
      </p:sp>
      <p:sp>
        <p:nvSpPr>
          <p:cNvPr id="304" name="Rectangle"/>
          <p:cNvSpPr/>
          <p:nvPr/>
        </p:nvSpPr>
        <p:spPr>
          <a:xfrm>
            <a:off x="10937477" y="3217656"/>
            <a:ext cx="2512220" cy="1063526"/>
          </a:xfrm>
          <a:prstGeom prst="rect">
            <a:avLst/>
          </a:prstGeom>
          <a:solidFill>
            <a:srgbClr val="080808"/>
          </a:solidFill>
          <a:ln w="25400">
            <a:solidFill>
              <a:schemeClr val="bg1"/>
            </a:solidFill>
            <a:miter lim="400000"/>
          </a:ln>
        </p:spPr>
        <p:txBody>
          <a:bodyPr lIns="50800" tIns="50800" rIns="50800" bIns="50800" anchor="ctr"/>
          <a:lstStyle/>
          <a:p>
            <a:pPr defTabSz="825500">
              <a:defRPr sz="3200">
                <a:solidFill>
                  <a:srgbClr val="000000"/>
                </a:solidFill>
                <a:latin typeface="Helvetica Neue Medium"/>
                <a:ea typeface="Helvetica Neue Medium"/>
                <a:cs typeface="Helvetica Neue Medium"/>
                <a:sym typeface="Helvetica Neue Medium"/>
              </a:defRPr>
            </a:pPr>
            <a:endParaRPr sz="3200"/>
          </a:p>
        </p:txBody>
      </p:sp>
      <p:sp>
        <p:nvSpPr>
          <p:cNvPr id="305" name="O2"/>
          <p:cNvSpPr txBox="1"/>
          <p:nvPr/>
        </p:nvSpPr>
        <p:spPr>
          <a:xfrm>
            <a:off x="11935879" y="3559625"/>
            <a:ext cx="391133" cy="37959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50800" tIns="50800" rIns="50800" bIns="50800" anchor="ctr">
            <a:spAutoFit/>
          </a:bodyPr>
          <a:lstStyle>
            <a:lvl1pPr>
              <a:defRPr>
                <a:solidFill>
                  <a:srgbClr val="FEFEFE"/>
                </a:solidFill>
              </a:defRPr>
            </a:lvl1pPr>
          </a:lstStyle>
          <a:p>
            <a:r>
              <a:t>O2</a:t>
            </a:r>
          </a:p>
        </p:txBody>
      </p:sp>
      <p:sp>
        <p:nvSpPr>
          <p:cNvPr id="306" name="Rectangle"/>
          <p:cNvSpPr/>
          <p:nvPr/>
        </p:nvSpPr>
        <p:spPr>
          <a:xfrm>
            <a:off x="10325099" y="5947457"/>
            <a:ext cx="2512220" cy="1063527"/>
          </a:xfrm>
          <a:prstGeom prst="rect">
            <a:avLst/>
          </a:prstGeom>
          <a:solidFill>
            <a:schemeClr val="accent4"/>
          </a:solidFill>
          <a:ln w="25400">
            <a:solidFill>
              <a:srgbClr val="000000"/>
            </a:solidFill>
            <a:miter lim="400000"/>
          </a:ln>
        </p:spPr>
        <p:txBody>
          <a:bodyPr lIns="50800" tIns="50800" rIns="50800" bIns="50800" anchor="ctr"/>
          <a:lstStyle/>
          <a:p>
            <a:pPr defTabSz="825500">
              <a:defRPr sz="3200">
                <a:solidFill>
                  <a:srgbClr val="000000"/>
                </a:solidFill>
                <a:latin typeface="Helvetica Neue Medium"/>
                <a:ea typeface="Helvetica Neue Medium"/>
                <a:cs typeface="Helvetica Neue Medium"/>
                <a:sym typeface="Helvetica Neue Medium"/>
              </a:defRPr>
            </a:pPr>
            <a:endParaRPr sz="3200"/>
          </a:p>
        </p:txBody>
      </p:sp>
      <p:sp>
        <p:nvSpPr>
          <p:cNvPr id="307" name="O3"/>
          <p:cNvSpPr txBox="1"/>
          <p:nvPr/>
        </p:nvSpPr>
        <p:spPr>
          <a:xfrm>
            <a:off x="11232324" y="6289425"/>
            <a:ext cx="391133" cy="37959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50800" tIns="50800" rIns="50800" bIns="50800" anchor="ctr">
            <a:spAutoFit/>
          </a:bodyPr>
          <a:lstStyle/>
          <a:p>
            <a:r>
              <a:rPr dirty="0">
                <a:solidFill>
                  <a:schemeClr val="bg1"/>
                </a:solidFill>
              </a:rPr>
              <a:t>O3</a:t>
            </a:r>
          </a:p>
        </p:txBody>
      </p:sp>
      <p:sp>
        <p:nvSpPr>
          <p:cNvPr id="308" name="Rectangle"/>
          <p:cNvSpPr/>
          <p:nvPr/>
        </p:nvSpPr>
        <p:spPr>
          <a:xfrm>
            <a:off x="10325099" y="5935665"/>
            <a:ext cx="2512220" cy="1063527"/>
          </a:xfrm>
          <a:prstGeom prst="rect">
            <a:avLst/>
          </a:prstGeom>
          <a:solidFill>
            <a:srgbClr val="080808"/>
          </a:solidFill>
          <a:ln w="25400">
            <a:solidFill>
              <a:schemeClr val="bg1"/>
            </a:solidFill>
            <a:miter lim="400000"/>
          </a:ln>
        </p:spPr>
        <p:txBody>
          <a:bodyPr lIns="50800" tIns="50800" rIns="50800" bIns="50800" anchor="ctr"/>
          <a:lstStyle/>
          <a:p>
            <a:pPr defTabSz="825500">
              <a:defRPr sz="3200">
                <a:solidFill>
                  <a:srgbClr val="000000"/>
                </a:solidFill>
                <a:latin typeface="Helvetica Neue Medium"/>
                <a:ea typeface="Helvetica Neue Medium"/>
                <a:cs typeface="Helvetica Neue Medium"/>
                <a:sym typeface="Helvetica Neue Medium"/>
              </a:defRPr>
            </a:pPr>
            <a:endParaRPr sz="3200"/>
          </a:p>
        </p:txBody>
      </p:sp>
      <p:sp>
        <p:nvSpPr>
          <p:cNvPr id="309" name="O3"/>
          <p:cNvSpPr txBox="1"/>
          <p:nvPr/>
        </p:nvSpPr>
        <p:spPr>
          <a:xfrm>
            <a:off x="11227249" y="6277634"/>
            <a:ext cx="391133" cy="37959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50800" tIns="50800" rIns="50800" bIns="50800" anchor="ctr">
            <a:spAutoFit/>
          </a:bodyPr>
          <a:lstStyle>
            <a:lvl1pPr>
              <a:defRPr>
                <a:solidFill>
                  <a:srgbClr val="FEFEFE"/>
                </a:solidFill>
              </a:defRPr>
            </a:lvl1pPr>
          </a:lstStyle>
          <a:p>
            <a:r>
              <a:rPr dirty="0"/>
              <a:t>O3</a:t>
            </a:r>
          </a:p>
        </p:txBody>
      </p:sp>
      <p:grpSp>
        <p:nvGrpSpPr>
          <p:cNvPr id="312" name="O4, O5, O6, O7 &amp; O8 are eligible for GC"/>
          <p:cNvGrpSpPr/>
          <p:nvPr/>
        </p:nvGrpSpPr>
        <p:grpSpPr>
          <a:xfrm>
            <a:off x="10562348" y="9672609"/>
            <a:ext cx="7796378" cy="953413"/>
            <a:chOff x="0" y="0"/>
            <a:chExt cx="7796377" cy="953411"/>
          </a:xfrm>
        </p:grpSpPr>
        <p:sp>
          <p:nvSpPr>
            <p:cNvPr id="311" name="O4, O5, O6, O7 &amp; O8 are eligible for GC"/>
            <p:cNvSpPr txBox="1"/>
            <p:nvPr/>
          </p:nvSpPr>
          <p:spPr>
            <a:xfrm>
              <a:off x="101599" y="101600"/>
              <a:ext cx="7580479" cy="610512"/>
            </a:xfrm>
            <a:prstGeom prst="rect">
              <a:avLst/>
            </a:prstGeom>
            <a:solidFill>
              <a:srgbClr val="FFFFFF"/>
            </a:solidFill>
            <a:ln>
              <a:noFill/>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50800" tIns="50800" rIns="50800" bIns="50800" numCol="1" anchor="ctr">
              <a:spAutoFit/>
            </a:bodyPr>
            <a:lstStyle>
              <a:lvl1pPr defTabSz="825500">
                <a:defRPr sz="3200">
                  <a:solidFill>
                    <a:schemeClr val="accent5">
                      <a:hueOff val="-82419"/>
                      <a:satOff val="-9513"/>
                      <a:lumOff val="-16343"/>
                    </a:schemeClr>
                  </a:solidFill>
                  <a:latin typeface="Helvetica Neue Medium"/>
                  <a:ea typeface="Helvetica Neue Medium"/>
                  <a:cs typeface="Helvetica Neue Medium"/>
                  <a:sym typeface="Helvetica Neue Medium"/>
                </a:defRPr>
              </a:lvl1pPr>
            </a:lstStyle>
            <a:p>
              <a:r>
                <a:t>O4, O5, O6, O7 &amp; O8 are eligible for GC </a:t>
              </a:r>
            </a:p>
          </p:txBody>
        </p:sp>
        <p:pic>
          <p:nvPicPr>
            <p:cNvPr id="310" name="O4, O5, O6, O7 &amp; O8 are eligible for GC O4, O5, O6, O7 &amp; O8 are eligible for GC " descr="O4, O5, O6, O7 &amp; O8 are eligible for GC O4, O5, O6, O7 &amp; O8 are eligible for GC "/>
            <p:cNvPicPr>
              <a:picLocks/>
            </p:cNvPicPr>
            <p:nvPr/>
          </p:nvPicPr>
          <p:blipFill>
            <a:blip r:embed="rId3"/>
            <a:stretch>
              <a:fillRect/>
            </a:stretch>
          </p:blipFill>
          <p:spPr>
            <a:xfrm>
              <a:off x="-1" y="0"/>
              <a:ext cx="7796379" cy="953412"/>
            </a:xfrm>
            <a:prstGeom prst="rect">
              <a:avLst/>
            </a:prstGeom>
            <a:effectLst/>
          </p:spPr>
        </p:pic>
      </p:grpSp>
      <p:sp>
        <p:nvSpPr>
          <p:cNvPr id="313" name="Line"/>
          <p:cNvSpPr/>
          <p:nvPr/>
        </p:nvSpPr>
        <p:spPr>
          <a:xfrm flipV="1">
            <a:off x="14360425" y="6655520"/>
            <a:ext cx="2176364" cy="2934031"/>
          </a:xfrm>
          <a:prstGeom prst="line">
            <a:avLst/>
          </a:prstGeom>
          <a:ln w="25400">
            <a:solidFill>
              <a:srgbClr val="000000"/>
            </a:solidFill>
            <a:miter lim="400000"/>
            <a:tailEnd type="triangle"/>
          </a:ln>
        </p:spPr>
        <p:txBody>
          <a:bodyPr lIns="50800" tIns="50800" rIns="50800" bIns="50800" anchor="ctr"/>
          <a:lstStyle/>
          <a:p>
            <a:endParaRPr/>
          </a:p>
        </p:txBody>
      </p:sp>
      <p:sp>
        <p:nvSpPr>
          <p:cNvPr id="314" name="Line"/>
          <p:cNvSpPr/>
          <p:nvPr/>
        </p:nvSpPr>
        <p:spPr>
          <a:xfrm flipH="1" flipV="1">
            <a:off x="9626225" y="7947646"/>
            <a:ext cx="4276734" cy="1671671"/>
          </a:xfrm>
          <a:prstGeom prst="line">
            <a:avLst/>
          </a:prstGeom>
          <a:ln w="25400">
            <a:solidFill>
              <a:srgbClr val="000000"/>
            </a:solidFill>
            <a:miter lim="400000"/>
            <a:tailEnd type="triangle"/>
          </a:ln>
        </p:spPr>
        <p:txBody>
          <a:bodyPr lIns="50800" tIns="50800" rIns="50800" bIns="50800" anchor="ctr"/>
          <a:lstStyle/>
          <a:p>
            <a:endParaRPr/>
          </a:p>
        </p:txBody>
      </p:sp>
      <p:sp>
        <p:nvSpPr>
          <p:cNvPr id="315" name="Line"/>
          <p:cNvSpPr/>
          <p:nvPr/>
        </p:nvSpPr>
        <p:spPr>
          <a:xfrm>
            <a:off x="5428138" y="8304709"/>
            <a:ext cx="1448882" cy="1336689"/>
          </a:xfrm>
          <a:prstGeom prst="line">
            <a:avLst/>
          </a:prstGeom>
          <a:ln w="25400">
            <a:solidFill>
              <a:srgbClr val="000000"/>
            </a:solidFill>
            <a:miter lim="400000"/>
            <a:tailEnd type="triangle" w="lg" len="lg"/>
          </a:ln>
        </p:spPr>
        <p:txBody>
          <a:bodyPr lIns="50800" tIns="50800" rIns="50800" bIns="50800" anchor="ctr"/>
          <a:lstStyle/>
          <a:p>
            <a:endParaRPr/>
          </a:p>
        </p:txBody>
      </p:sp>
      <p:grpSp>
        <p:nvGrpSpPr>
          <p:cNvPr id="318" name="Group"/>
          <p:cNvGrpSpPr/>
          <p:nvPr/>
        </p:nvGrpSpPr>
        <p:grpSpPr>
          <a:xfrm>
            <a:off x="7014141" y="9165598"/>
            <a:ext cx="2512221" cy="1063527"/>
            <a:chOff x="0" y="0"/>
            <a:chExt cx="2512219" cy="1063526"/>
          </a:xfrm>
          <a:solidFill>
            <a:schemeClr val="accent4"/>
          </a:solidFill>
        </p:grpSpPr>
        <p:sp>
          <p:nvSpPr>
            <p:cNvPr id="316" name="Rectangle"/>
            <p:cNvSpPr/>
            <p:nvPr/>
          </p:nvSpPr>
          <p:spPr>
            <a:xfrm>
              <a:off x="0" y="0"/>
              <a:ext cx="2512219" cy="1063526"/>
            </a:xfrm>
            <a:prstGeom prst="rect">
              <a:avLst/>
            </a:prstGeom>
            <a:grpFill/>
            <a:ln w="25400" cap="flat">
              <a:solidFill>
                <a:srgbClr val="000000"/>
              </a:solidFill>
              <a:prstDash val="solid"/>
              <a:miter lim="400000"/>
            </a:ln>
            <a:effectLst/>
          </p:spPr>
          <p:txBody>
            <a:bodyPr wrap="square" lIns="50800" tIns="50800" rIns="50800" bIns="50800" numCol="1" anchor="ctr">
              <a:noAutofit/>
            </a:bodyPr>
            <a:lstStyle/>
            <a:p>
              <a:pPr defTabSz="825500">
                <a:defRPr sz="3200">
                  <a:solidFill>
                    <a:srgbClr val="000000"/>
                  </a:solidFill>
                  <a:latin typeface="Helvetica Neue Medium"/>
                  <a:ea typeface="Helvetica Neue Medium"/>
                  <a:cs typeface="Helvetica Neue Medium"/>
                  <a:sym typeface="Helvetica Neue Medium"/>
                </a:defRPr>
              </a:pPr>
              <a:endParaRPr sz="3200"/>
            </a:p>
          </p:txBody>
        </p:sp>
        <p:sp>
          <p:nvSpPr>
            <p:cNvPr id="317" name="O9"/>
            <p:cNvSpPr txBox="1"/>
            <p:nvPr/>
          </p:nvSpPr>
          <p:spPr>
            <a:xfrm>
              <a:off x="973976" y="336829"/>
              <a:ext cx="405560" cy="379591"/>
            </a:xfrm>
            <a:prstGeom prst="rect">
              <a:avLst/>
            </a:prstGeom>
            <a:grp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50800" tIns="50800" rIns="50800" bIns="50800" numCol="1" anchor="ctr">
              <a:spAutoFit/>
            </a:bodyPr>
            <a:lstStyle>
              <a:lvl1pPr>
                <a:defRPr>
                  <a:solidFill>
                    <a:srgbClr val="000000"/>
                  </a:solidFill>
                </a:defRPr>
              </a:lvl1pPr>
            </a:lstStyle>
            <a:p>
              <a:r>
                <a:rPr dirty="0">
                  <a:solidFill>
                    <a:schemeClr val="bg1"/>
                  </a:solidFill>
                </a:rPr>
                <a:t>O9</a:t>
              </a:r>
            </a:p>
          </p:txBody>
        </p:sp>
      </p:grpSp>
      <p:grpSp>
        <p:nvGrpSpPr>
          <p:cNvPr id="321" name="Group"/>
          <p:cNvGrpSpPr/>
          <p:nvPr/>
        </p:nvGrpSpPr>
        <p:grpSpPr>
          <a:xfrm>
            <a:off x="7002644" y="9165597"/>
            <a:ext cx="2512221" cy="1063527"/>
            <a:chOff x="0" y="0"/>
            <a:chExt cx="2512219" cy="1063526"/>
          </a:xfrm>
        </p:grpSpPr>
        <p:sp>
          <p:nvSpPr>
            <p:cNvPr id="319" name="Rectangle"/>
            <p:cNvSpPr/>
            <p:nvPr/>
          </p:nvSpPr>
          <p:spPr>
            <a:xfrm>
              <a:off x="0" y="0"/>
              <a:ext cx="2512219" cy="1063526"/>
            </a:xfrm>
            <a:prstGeom prst="rect">
              <a:avLst/>
            </a:prstGeom>
            <a:solidFill>
              <a:srgbClr val="000000"/>
            </a:solidFill>
            <a:ln w="25400" cap="flat">
              <a:solidFill>
                <a:schemeClr val="bg1"/>
              </a:solidFill>
              <a:prstDash val="solid"/>
              <a:miter lim="400000"/>
            </a:ln>
            <a:effectLst/>
          </p:spPr>
          <p:txBody>
            <a:bodyPr wrap="square" lIns="50800" tIns="50800" rIns="50800" bIns="50800" numCol="1" anchor="ctr">
              <a:noAutofit/>
            </a:bodyPr>
            <a:lstStyle/>
            <a:p>
              <a:pPr defTabSz="825500">
                <a:defRPr sz="3200">
                  <a:solidFill>
                    <a:srgbClr val="FFFFFF"/>
                  </a:solidFill>
                  <a:latin typeface="Helvetica Neue Medium"/>
                  <a:ea typeface="Helvetica Neue Medium"/>
                  <a:cs typeface="Helvetica Neue Medium"/>
                  <a:sym typeface="Helvetica Neue Medium"/>
                </a:defRPr>
              </a:pPr>
              <a:endParaRPr sz="3200"/>
            </a:p>
          </p:txBody>
        </p:sp>
        <p:sp>
          <p:nvSpPr>
            <p:cNvPr id="320" name="O9"/>
            <p:cNvSpPr txBox="1"/>
            <p:nvPr/>
          </p:nvSpPr>
          <p:spPr>
            <a:xfrm>
              <a:off x="998400" y="341967"/>
              <a:ext cx="405560" cy="379591"/>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50800" tIns="50800" rIns="50800" bIns="50800" numCol="1" anchor="ctr">
              <a:spAutoFit/>
            </a:bodyPr>
            <a:lstStyle>
              <a:lvl1pPr>
                <a:defRPr>
                  <a:solidFill>
                    <a:srgbClr val="FFFFFF"/>
                  </a:solidFill>
                </a:defRPr>
              </a:lvl1pPr>
            </a:lstStyle>
            <a:p>
              <a:r>
                <a:rPr dirty="0"/>
                <a:t>O9</a:t>
              </a:r>
            </a:p>
          </p:txBody>
        </p:sp>
      </p:grpSp>
      <p:sp>
        <p:nvSpPr>
          <p:cNvPr id="5" name="Slide Number Placeholder 4">
            <a:extLst>
              <a:ext uri="{FF2B5EF4-FFF2-40B4-BE49-F238E27FC236}">
                <a16:creationId xmlns:a16="http://schemas.microsoft.com/office/drawing/2014/main" id="{AABEDE04-DCED-E360-7435-AB3C6FF91972}"/>
              </a:ext>
            </a:extLst>
          </p:cNvPr>
          <p:cNvSpPr txBox="1">
            <a:spLocks/>
          </p:cNvSpPr>
          <p:nvPr/>
        </p:nvSpPr>
        <p:spPr>
          <a:xfrm>
            <a:off x="449152" y="13158747"/>
            <a:ext cx="871646" cy="730250"/>
          </a:xfrm>
          <a:prstGeom prst="rect">
            <a:avLst/>
          </a:prstGeom>
        </p:spPr>
        <p:txBody>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defRPr/>
            </a:pPr>
            <a:fld id="{CFF4B978-1D82-7745-80C5-DBABA6B131D3}" type="slidenum">
              <a:rPr lang="en-US" sz="1600" smtClean="0">
                <a:solidFill>
                  <a:srgbClr val="E3E1DD"/>
                </a:solidFill>
                <a:latin typeface="Oracle Sans" panose="020B0503020204020204" pitchFamily="34" charset="0"/>
                <a:cs typeface="Oracle Sans" panose="020B0503020204020204" pitchFamily="34" charset="0"/>
              </a:rPr>
              <a:pPr>
                <a:defRPr/>
              </a:pPr>
              <a:t>22</a:t>
            </a:fld>
            <a:endParaRPr lang="en-US" sz="1600" dirty="0">
              <a:solidFill>
                <a:srgbClr val="E3E1DD"/>
              </a:solidFill>
              <a:latin typeface="Oracle Sans" panose="020B0503020204020204" pitchFamily="34" charset="0"/>
              <a:cs typeface="Oracle Sans" panose="020B0503020204020204" pitchFamily="34" charset="0"/>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25" name="Group"/>
          <p:cNvGrpSpPr/>
          <p:nvPr/>
        </p:nvGrpSpPr>
        <p:grpSpPr>
          <a:xfrm>
            <a:off x="7027068" y="9165598"/>
            <a:ext cx="2512220" cy="1063527"/>
            <a:chOff x="0" y="0"/>
            <a:chExt cx="2512219" cy="1063526"/>
          </a:xfrm>
        </p:grpSpPr>
        <p:sp>
          <p:nvSpPr>
            <p:cNvPr id="323" name="Rectangle"/>
            <p:cNvSpPr/>
            <p:nvPr/>
          </p:nvSpPr>
          <p:spPr>
            <a:xfrm>
              <a:off x="0" y="0"/>
              <a:ext cx="2512219" cy="1063526"/>
            </a:xfrm>
            <a:prstGeom prst="rect">
              <a:avLst/>
            </a:prstGeom>
            <a:solidFill>
              <a:srgbClr val="FFFFFF"/>
            </a:solidFill>
            <a:ln w="25400" cap="flat">
              <a:solidFill>
                <a:srgbClr val="000000"/>
              </a:solidFill>
              <a:prstDash val="solid"/>
              <a:miter lim="400000"/>
            </a:ln>
            <a:effectLst/>
          </p:spPr>
          <p:txBody>
            <a:bodyPr wrap="square" lIns="50800" tIns="50800" rIns="50800" bIns="50800" numCol="1" anchor="ctr">
              <a:noAutofit/>
            </a:bodyPr>
            <a:lstStyle/>
            <a:p>
              <a:pPr defTabSz="825500">
                <a:defRPr sz="3200">
                  <a:solidFill>
                    <a:srgbClr val="000000"/>
                  </a:solidFill>
                  <a:latin typeface="Helvetica Neue Medium"/>
                  <a:ea typeface="Helvetica Neue Medium"/>
                  <a:cs typeface="Helvetica Neue Medium"/>
                  <a:sym typeface="Helvetica Neue Medium"/>
                </a:defRPr>
              </a:pPr>
              <a:endParaRPr sz="3200"/>
            </a:p>
          </p:txBody>
        </p:sp>
        <p:sp>
          <p:nvSpPr>
            <p:cNvPr id="324" name="O9"/>
            <p:cNvSpPr txBox="1"/>
            <p:nvPr/>
          </p:nvSpPr>
          <p:spPr>
            <a:xfrm>
              <a:off x="973976" y="341967"/>
              <a:ext cx="405560" cy="379591"/>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50800" tIns="50800" rIns="50800" bIns="50800" numCol="1" anchor="ctr">
              <a:spAutoFit/>
            </a:bodyPr>
            <a:lstStyle/>
            <a:p>
              <a:r>
                <a:t>O9</a:t>
              </a:r>
            </a:p>
          </p:txBody>
        </p:sp>
      </p:grpSp>
      <p:sp>
        <p:nvSpPr>
          <p:cNvPr id="326" name="Tri-colour Marking (Concurrent)"/>
          <p:cNvSpPr txBox="1">
            <a:spLocks noGrp="1"/>
          </p:cNvSpPr>
          <p:nvPr>
            <p:ph type="title"/>
          </p:nvPr>
        </p:nvSpPr>
        <p:spPr>
          <a:xfrm>
            <a:off x="885600" y="435600"/>
            <a:ext cx="22202496" cy="1440000"/>
          </a:xfrm>
          <a:prstGeom prst="rect">
            <a:avLst/>
          </a:prstGeom>
        </p:spPr>
        <p:txBody>
          <a:bodyPr/>
          <a:lstStyle/>
          <a:p>
            <a:r>
              <a:rPr dirty="0"/>
              <a:t>Tri-</a:t>
            </a:r>
            <a:r>
              <a:rPr dirty="0" err="1"/>
              <a:t>colour</a:t>
            </a:r>
            <a:r>
              <a:rPr dirty="0"/>
              <a:t> Marking (Concurrent)</a:t>
            </a:r>
          </a:p>
        </p:txBody>
      </p:sp>
      <p:sp>
        <p:nvSpPr>
          <p:cNvPr id="327" name="Rectangle"/>
          <p:cNvSpPr/>
          <p:nvPr/>
        </p:nvSpPr>
        <p:spPr>
          <a:xfrm>
            <a:off x="2770188" y="4165600"/>
            <a:ext cx="2512219" cy="1063526"/>
          </a:xfrm>
          <a:prstGeom prst="rect">
            <a:avLst/>
          </a:prstGeom>
          <a:solidFill>
            <a:schemeClr val="tx2">
              <a:lumMod val="40000"/>
              <a:lumOff val="60000"/>
            </a:schemeClr>
          </a:solidFill>
          <a:ln w="12700">
            <a:solidFill>
              <a:schemeClr val="bg1"/>
            </a:solidFill>
            <a:miter lim="400000"/>
          </a:ln>
        </p:spPr>
        <p:txBody>
          <a:bodyPr lIns="50800" tIns="50800" rIns="50800" bIns="50800" anchor="ctr"/>
          <a:lstStyle/>
          <a:p>
            <a:pPr defTabSz="825500">
              <a:defRPr sz="3200">
                <a:solidFill>
                  <a:srgbClr val="000000"/>
                </a:solidFill>
                <a:latin typeface="Helvetica Neue Medium"/>
                <a:ea typeface="Helvetica Neue Medium"/>
                <a:cs typeface="Helvetica Neue Medium"/>
                <a:sym typeface="Helvetica Neue Medium"/>
              </a:defRPr>
            </a:pPr>
            <a:endParaRPr sz="3200"/>
          </a:p>
        </p:txBody>
      </p:sp>
      <p:sp>
        <p:nvSpPr>
          <p:cNvPr id="328" name="Rectangle"/>
          <p:cNvSpPr/>
          <p:nvPr/>
        </p:nvSpPr>
        <p:spPr>
          <a:xfrm>
            <a:off x="2770188" y="6451600"/>
            <a:ext cx="2512219" cy="1063526"/>
          </a:xfrm>
          <a:prstGeom prst="rect">
            <a:avLst/>
          </a:prstGeom>
          <a:solidFill>
            <a:schemeClr val="tx2">
              <a:lumMod val="40000"/>
              <a:lumOff val="60000"/>
            </a:schemeClr>
          </a:solidFill>
          <a:ln w="12700">
            <a:solidFill>
              <a:schemeClr val="bg1"/>
            </a:solidFill>
            <a:miter lim="400000"/>
          </a:ln>
        </p:spPr>
        <p:txBody>
          <a:bodyPr lIns="50800" tIns="50800" rIns="50800" bIns="50800" anchor="ctr"/>
          <a:lstStyle/>
          <a:p>
            <a:pPr defTabSz="825500">
              <a:defRPr sz="3200">
                <a:solidFill>
                  <a:srgbClr val="000000"/>
                </a:solidFill>
                <a:latin typeface="Helvetica Neue Medium"/>
                <a:ea typeface="Helvetica Neue Medium"/>
                <a:cs typeface="Helvetica Neue Medium"/>
                <a:sym typeface="Helvetica Neue Medium"/>
              </a:defRPr>
            </a:pPr>
            <a:endParaRPr sz="3200"/>
          </a:p>
        </p:txBody>
      </p:sp>
      <p:sp>
        <p:nvSpPr>
          <p:cNvPr id="329" name="Rectangle"/>
          <p:cNvSpPr/>
          <p:nvPr/>
        </p:nvSpPr>
        <p:spPr>
          <a:xfrm>
            <a:off x="2770188" y="5308600"/>
            <a:ext cx="2512219" cy="1063526"/>
          </a:xfrm>
          <a:prstGeom prst="rect">
            <a:avLst/>
          </a:prstGeom>
          <a:solidFill>
            <a:schemeClr val="tx2">
              <a:lumMod val="40000"/>
              <a:lumOff val="60000"/>
            </a:schemeClr>
          </a:solidFill>
          <a:ln w="12700">
            <a:solidFill>
              <a:schemeClr val="bg1"/>
            </a:solidFill>
            <a:miter lim="400000"/>
          </a:ln>
        </p:spPr>
        <p:txBody>
          <a:bodyPr lIns="50800" tIns="50800" rIns="50800" bIns="50800" anchor="ctr"/>
          <a:lstStyle/>
          <a:p>
            <a:pPr defTabSz="825500">
              <a:defRPr sz="3200">
                <a:solidFill>
                  <a:srgbClr val="000000"/>
                </a:solidFill>
                <a:latin typeface="Helvetica Neue Medium"/>
                <a:ea typeface="Helvetica Neue Medium"/>
                <a:cs typeface="Helvetica Neue Medium"/>
                <a:sym typeface="Helvetica Neue Medium"/>
              </a:defRPr>
            </a:pPr>
            <a:endParaRPr sz="3200"/>
          </a:p>
        </p:txBody>
      </p:sp>
      <p:sp>
        <p:nvSpPr>
          <p:cNvPr id="330" name="Rectangle"/>
          <p:cNvSpPr/>
          <p:nvPr/>
        </p:nvSpPr>
        <p:spPr>
          <a:xfrm>
            <a:off x="2770188" y="7594600"/>
            <a:ext cx="2512219" cy="1063526"/>
          </a:xfrm>
          <a:prstGeom prst="rect">
            <a:avLst/>
          </a:prstGeom>
          <a:solidFill>
            <a:schemeClr val="tx2">
              <a:lumMod val="40000"/>
              <a:lumOff val="60000"/>
            </a:schemeClr>
          </a:solidFill>
          <a:ln w="12700">
            <a:solidFill>
              <a:schemeClr val="bg1"/>
            </a:solidFill>
            <a:miter lim="400000"/>
          </a:ln>
        </p:spPr>
        <p:txBody>
          <a:bodyPr lIns="50800" tIns="50800" rIns="50800" bIns="50800" anchor="ctr"/>
          <a:lstStyle/>
          <a:p>
            <a:pPr defTabSz="825500">
              <a:defRPr sz="3200">
                <a:solidFill>
                  <a:srgbClr val="000000"/>
                </a:solidFill>
                <a:latin typeface="Helvetica Neue Medium"/>
                <a:ea typeface="Helvetica Neue Medium"/>
                <a:cs typeface="Helvetica Neue Medium"/>
                <a:sym typeface="Helvetica Neue Medium"/>
              </a:defRPr>
            </a:pPr>
            <a:endParaRPr sz="3200"/>
          </a:p>
        </p:txBody>
      </p:sp>
      <p:sp>
        <p:nvSpPr>
          <p:cNvPr id="331" name="Line"/>
          <p:cNvSpPr/>
          <p:nvPr/>
        </p:nvSpPr>
        <p:spPr>
          <a:xfrm flipV="1">
            <a:off x="6148388" y="3257457"/>
            <a:ext cx="1" cy="6419945"/>
          </a:xfrm>
          <a:prstGeom prst="line">
            <a:avLst/>
          </a:prstGeom>
          <a:ln w="25400">
            <a:solidFill>
              <a:srgbClr val="000000"/>
            </a:solidFill>
            <a:prstDash val="sysDot"/>
            <a:miter lim="400000"/>
          </a:ln>
        </p:spPr>
        <p:txBody>
          <a:bodyPr lIns="50800" tIns="50800" rIns="50800" bIns="50800" anchor="ctr"/>
          <a:lstStyle/>
          <a:p>
            <a:endParaRPr/>
          </a:p>
        </p:txBody>
      </p:sp>
      <p:sp>
        <p:nvSpPr>
          <p:cNvPr id="332" name="Rectangle"/>
          <p:cNvSpPr/>
          <p:nvPr/>
        </p:nvSpPr>
        <p:spPr>
          <a:xfrm>
            <a:off x="7014369" y="4165600"/>
            <a:ext cx="2512219" cy="1063526"/>
          </a:xfrm>
          <a:prstGeom prst="rect">
            <a:avLst/>
          </a:prstGeom>
          <a:solidFill>
            <a:srgbClr val="FFFFFF"/>
          </a:solidFill>
          <a:ln w="25400">
            <a:solidFill>
              <a:srgbClr val="000000"/>
            </a:solidFill>
            <a:miter lim="400000"/>
          </a:ln>
        </p:spPr>
        <p:txBody>
          <a:bodyPr lIns="50800" tIns="50800" rIns="50800" bIns="50800" anchor="ctr"/>
          <a:lstStyle/>
          <a:p>
            <a:pPr defTabSz="825500">
              <a:defRPr sz="3200">
                <a:solidFill>
                  <a:srgbClr val="000000"/>
                </a:solidFill>
                <a:latin typeface="Helvetica Neue Medium"/>
                <a:ea typeface="Helvetica Neue Medium"/>
                <a:cs typeface="Helvetica Neue Medium"/>
                <a:sym typeface="Helvetica Neue Medium"/>
              </a:defRPr>
            </a:pPr>
            <a:endParaRPr sz="3200"/>
          </a:p>
        </p:txBody>
      </p:sp>
      <p:sp>
        <p:nvSpPr>
          <p:cNvPr id="333" name="Rectangle"/>
          <p:cNvSpPr/>
          <p:nvPr/>
        </p:nvSpPr>
        <p:spPr>
          <a:xfrm>
            <a:off x="10325099" y="5935666"/>
            <a:ext cx="2512220" cy="1063527"/>
          </a:xfrm>
          <a:prstGeom prst="rect">
            <a:avLst/>
          </a:prstGeom>
          <a:solidFill>
            <a:srgbClr val="FFFFFF"/>
          </a:solidFill>
          <a:ln w="25400">
            <a:solidFill>
              <a:srgbClr val="000000"/>
            </a:solidFill>
            <a:miter lim="400000"/>
          </a:ln>
        </p:spPr>
        <p:txBody>
          <a:bodyPr lIns="50800" tIns="50800" rIns="50800" bIns="50800" anchor="ctr"/>
          <a:lstStyle/>
          <a:p>
            <a:pPr defTabSz="825500">
              <a:defRPr sz="3200">
                <a:solidFill>
                  <a:srgbClr val="000000"/>
                </a:solidFill>
                <a:latin typeface="Helvetica Neue Medium"/>
                <a:ea typeface="Helvetica Neue Medium"/>
                <a:cs typeface="Helvetica Neue Medium"/>
                <a:sym typeface="Helvetica Neue Medium"/>
              </a:defRPr>
            </a:pPr>
            <a:endParaRPr sz="3200"/>
          </a:p>
        </p:txBody>
      </p:sp>
      <p:sp>
        <p:nvSpPr>
          <p:cNvPr id="334" name="Rectangle"/>
          <p:cNvSpPr/>
          <p:nvPr/>
        </p:nvSpPr>
        <p:spPr>
          <a:xfrm>
            <a:off x="10937477" y="3230566"/>
            <a:ext cx="2512220" cy="1063527"/>
          </a:xfrm>
          <a:prstGeom prst="rect">
            <a:avLst/>
          </a:prstGeom>
          <a:solidFill>
            <a:srgbClr val="FFFFFF"/>
          </a:solidFill>
          <a:ln w="25400">
            <a:solidFill>
              <a:srgbClr val="000000"/>
            </a:solidFill>
            <a:miter lim="400000"/>
          </a:ln>
        </p:spPr>
        <p:txBody>
          <a:bodyPr lIns="50800" tIns="50800" rIns="50800" bIns="50800" anchor="ctr"/>
          <a:lstStyle/>
          <a:p>
            <a:pPr defTabSz="825500">
              <a:defRPr sz="3200">
                <a:solidFill>
                  <a:srgbClr val="000000"/>
                </a:solidFill>
                <a:latin typeface="Helvetica Neue Medium"/>
                <a:ea typeface="Helvetica Neue Medium"/>
                <a:cs typeface="Helvetica Neue Medium"/>
                <a:sym typeface="Helvetica Neue Medium"/>
              </a:defRPr>
            </a:pPr>
            <a:endParaRPr sz="3200"/>
          </a:p>
        </p:txBody>
      </p:sp>
      <p:sp>
        <p:nvSpPr>
          <p:cNvPr id="335" name="Rectangle"/>
          <p:cNvSpPr/>
          <p:nvPr/>
        </p:nvSpPr>
        <p:spPr>
          <a:xfrm>
            <a:off x="7014369" y="7260547"/>
            <a:ext cx="2512219" cy="1063527"/>
          </a:xfrm>
          <a:prstGeom prst="rect">
            <a:avLst/>
          </a:prstGeom>
          <a:solidFill>
            <a:srgbClr val="FFFFFF"/>
          </a:solidFill>
          <a:ln w="25400">
            <a:solidFill>
              <a:srgbClr val="000000"/>
            </a:solidFill>
            <a:miter lim="400000"/>
          </a:ln>
        </p:spPr>
        <p:txBody>
          <a:bodyPr lIns="50800" tIns="50800" rIns="50800" bIns="50800" anchor="ctr"/>
          <a:lstStyle/>
          <a:p>
            <a:pPr defTabSz="825500">
              <a:defRPr sz="3200">
                <a:solidFill>
                  <a:srgbClr val="000000"/>
                </a:solidFill>
                <a:latin typeface="Helvetica Neue Medium"/>
                <a:ea typeface="Helvetica Neue Medium"/>
                <a:cs typeface="Helvetica Neue Medium"/>
                <a:sym typeface="Helvetica Neue Medium"/>
              </a:defRPr>
            </a:pPr>
            <a:endParaRPr sz="3200"/>
          </a:p>
        </p:txBody>
      </p:sp>
      <p:sp>
        <p:nvSpPr>
          <p:cNvPr id="336" name="Rectangle"/>
          <p:cNvSpPr/>
          <p:nvPr/>
        </p:nvSpPr>
        <p:spPr>
          <a:xfrm>
            <a:off x="15368588" y="2951166"/>
            <a:ext cx="2512219" cy="1063527"/>
          </a:xfrm>
          <a:prstGeom prst="rect">
            <a:avLst/>
          </a:prstGeom>
          <a:solidFill>
            <a:srgbClr val="FFFFFF"/>
          </a:solidFill>
          <a:ln w="25400">
            <a:solidFill>
              <a:srgbClr val="000000"/>
            </a:solidFill>
            <a:miter lim="400000"/>
          </a:ln>
        </p:spPr>
        <p:txBody>
          <a:bodyPr lIns="50800" tIns="50800" rIns="50800" bIns="50800" anchor="ctr"/>
          <a:lstStyle/>
          <a:p>
            <a:pPr defTabSz="825500">
              <a:defRPr sz="3200">
                <a:solidFill>
                  <a:srgbClr val="000000"/>
                </a:solidFill>
                <a:latin typeface="Helvetica Neue Medium"/>
                <a:ea typeface="Helvetica Neue Medium"/>
                <a:cs typeface="Helvetica Neue Medium"/>
                <a:sym typeface="Helvetica Neue Medium"/>
              </a:defRPr>
            </a:pPr>
            <a:endParaRPr sz="3200"/>
          </a:p>
        </p:txBody>
      </p:sp>
      <p:sp>
        <p:nvSpPr>
          <p:cNvPr id="337" name="Rectangle"/>
          <p:cNvSpPr/>
          <p:nvPr/>
        </p:nvSpPr>
        <p:spPr>
          <a:xfrm>
            <a:off x="20346988" y="5308600"/>
            <a:ext cx="2512219" cy="1063526"/>
          </a:xfrm>
          <a:prstGeom prst="rect">
            <a:avLst/>
          </a:prstGeom>
          <a:solidFill>
            <a:srgbClr val="FFFFFF"/>
          </a:solidFill>
          <a:ln w="25400">
            <a:solidFill>
              <a:srgbClr val="000000"/>
            </a:solidFill>
            <a:miter lim="400000"/>
          </a:ln>
        </p:spPr>
        <p:txBody>
          <a:bodyPr lIns="50800" tIns="50800" rIns="50800" bIns="50800" anchor="ctr"/>
          <a:lstStyle/>
          <a:p>
            <a:pPr defTabSz="825500">
              <a:defRPr sz="3200">
                <a:solidFill>
                  <a:srgbClr val="000000"/>
                </a:solidFill>
                <a:latin typeface="Helvetica Neue Medium"/>
                <a:ea typeface="Helvetica Neue Medium"/>
                <a:cs typeface="Helvetica Neue Medium"/>
                <a:sym typeface="Helvetica Neue Medium"/>
              </a:defRPr>
            </a:pPr>
            <a:endParaRPr sz="3200"/>
          </a:p>
        </p:txBody>
      </p:sp>
      <p:sp>
        <p:nvSpPr>
          <p:cNvPr id="338" name="Rectangle"/>
          <p:cNvSpPr/>
          <p:nvPr/>
        </p:nvSpPr>
        <p:spPr>
          <a:xfrm>
            <a:off x="20346988" y="2951166"/>
            <a:ext cx="2512219" cy="1063527"/>
          </a:xfrm>
          <a:prstGeom prst="rect">
            <a:avLst/>
          </a:prstGeom>
          <a:solidFill>
            <a:srgbClr val="FFFFFF"/>
          </a:solidFill>
          <a:ln w="25400">
            <a:solidFill>
              <a:srgbClr val="000000"/>
            </a:solidFill>
            <a:miter lim="400000"/>
          </a:ln>
        </p:spPr>
        <p:txBody>
          <a:bodyPr lIns="50800" tIns="50800" rIns="50800" bIns="50800" anchor="ctr"/>
          <a:lstStyle/>
          <a:p>
            <a:pPr defTabSz="825500">
              <a:defRPr sz="3200">
                <a:solidFill>
                  <a:srgbClr val="000000"/>
                </a:solidFill>
                <a:latin typeface="Helvetica Neue Medium"/>
                <a:ea typeface="Helvetica Neue Medium"/>
                <a:cs typeface="Helvetica Neue Medium"/>
                <a:sym typeface="Helvetica Neue Medium"/>
              </a:defRPr>
            </a:pPr>
            <a:endParaRPr sz="3200"/>
          </a:p>
        </p:txBody>
      </p:sp>
      <p:sp>
        <p:nvSpPr>
          <p:cNvPr id="339" name="Rectangle"/>
          <p:cNvSpPr/>
          <p:nvPr/>
        </p:nvSpPr>
        <p:spPr>
          <a:xfrm>
            <a:off x="15368588" y="5308600"/>
            <a:ext cx="2512219" cy="1063526"/>
          </a:xfrm>
          <a:prstGeom prst="rect">
            <a:avLst/>
          </a:prstGeom>
          <a:solidFill>
            <a:srgbClr val="FFFFFF"/>
          </a:solidFill>
          <a:ln w="25400">
            <a:solidFill>
              <a:srgbClr val="000000"/>
            </a:solidFill>
            <a:miter lim="400000"/>
          </a:ln>
        </p:spPr>
        <p:txBody>
          <a:bodyPr lIns="50800" tIns="50800" rIns="50800" bIns="50800" anchor="ctr"/>
          <a:lstStyle/>
          <a:p>
            <a:pPr defTabSz="825500">
              <a:defRPr sz="3200">
                <a:solidFill>
                  <a:srgbClr val="000000"/>
                </a:solidFill>
                <a:latin typeface="Helvetica Neue Medium"/>
                <a:ea typeface="Helvetica Neue Medium"/>
                <a:cs typeface="Helvetica Neue Medium"/>
                <a:sym typeface="Helvetica Neue Medium"/>
              </a:defRPr>
            </a:pPr>
            <a:endParaRPr sz="3200"/>
          </a:p>
        </p:txBody>
      </p:sp>
      <p:sp>
        <p:nvSpPr>
          <p:cNvPr id="340" name="Line"/>
          <p:cNvSpPr/>
          <p:nvPr/>
        </p:nvSpPr>
        <p:spPr>
          <a:xfrm>
            <a:off x="17880013" y="5840363"/>
            <a:ext cx="2467769" cy="1"/>
          </a:xfrm>
          <a:prstGeom prst="line">
            <a:avLst/>
          </a:prstGeom>
          <a:ln w="25400">
            <a:solidFill>
              <a:srgbClr val="000000"/>
            </a:solidFill>
            <a:miter lim="400000"/>
            <a:headEnd type="triangle" w="lg" len="lg"/>
            <a:tailEnd w="lg" len="lg"/>
          </a:ln>
        </p:spPr>
        <p:txBody>
          <a:bodyPr lIns="50800" tIns="50800" rIns="50800" bIns="50800" anchor="ctr"/>
          <a:lstStyle/>
          <a:p>
            <a:endParaRPr/>
          </a:p>
        </p:txBody>
      </p:sp>
      <p:sp>
        <p:nvSpPr>
          <p:cNvPr id="341" name="Line"/>
          <p:cNvSpPr/>
          <p:nvPr/>
        </p:nvSpPr>
        <p:spPr>
          <a:xfrm>
            <a:off x="17880013" y="3482929"/>
            <a:ext cx="2467769" cy="1"/>
          </a:xfrm>
          <a:prstGeom prst="line">
            <a:avLst/>
          </a:prstGeom>
          <a:ln w="25400">
            <a:solidFill>
              <a:srgbClr val="000000"/>
            </a:solidFill>
            <a:miter lim="400000"/>
            <a:headEnd w="lg" len="lg"/>
            <a:tailEnd type="triangle" w="lg" len="lg"/>
          </a:ln>
        </p:spPr>
        <p:txBody>
          <a:bodyPr lIns="50800" tIns="50800" rIns="50800" bIns="50800" anchor="ctr"/>
          <a:lstStyle/>
          <a:p>
            <a:endParaRPr/>
          </a:p>
        </p:txBody>
      </p:sp>
      <p:sp>
        <p:nvSpPr>
          <p:cNvPr id="342" name="Line"/>
          <p:cNvSpPr/>
          <p:nvPr/>
        </p:nvSpPr>
        <p:spPr>
          <a:xfrm flipV="1">
            <a:off x="9549789" y="3673253"/>
            <a:ext cx="1371095" cy="1090977"/>
          </a:xfrm>
          <a:prstGeom prst="line">
            <a:avLst/>
          </a:prstGeom>
          <a:ln w="25400">
            <a:solidFill>
              <a:srgbClr val="000000"/>
            </a:solidFill>
            <a:miter lim="400000"/>
            <a:headEnd w="lg" len="lg"/>
            <a:tailEnd type="triangle" w="lg" len="lg"/>
          </a:ln>
        </p:spPr>
        <p:txBody>
          <a:bodyPr lIns="50800" tIns="50800" rIns="50800" bIns="50800" anchor="ctr"/>
          <a:lstStyle/>
          <a:p>
            <a:endParaRPr/>
          </a:p>
        </p:txBody>
      </p:sp>
      <p:sp>
        <p:nvSpPr>
          <p:cNvPr id="343" name="Line"/>
          <p:cNvSpPr/>
          <p:nvPr/>
        </p:nvSpPr>
        <p:spPr>
          <a:xfrm flipV="1">
            <a:off x="8279790" y="5260607"/>
            <a:ext cx="8183" cy="1967422"/>
          </a:xfrm>
          <a:prstGeom prst="line">
            <a:avLst/>
          </a:prstGeom>
          <a:ln w="25400">
            <a:solidFill>
              <a:srgbClr val="000000"/>
            </a:solidFill>
            <a:miter lim="400000"/>
            <a:headEnd w="lg" len="lg"/>
            <a:tailEnd type="triangle" w="lg" len="lg"/>
          </a:ln>
        </p:spPr>
        <p:txBody>
          <a:bodyPr lIns="50800" tIns="50800" rIns="50800" bIns="50800" anchor="ctr"/>
          <a:lstStyle/>
          <a:p>
            <a:endParaRPr/>
          </a:p>
        </p:txBody>
      </p:sp>
      <p:sp>
        <p:nvSpPr>
          <p:cNvPr id="344" name="Line"/>
          <p:cNvSpPr/>
          <p:nvPr/>
        </p:nvSpPr>
        <p:spPr>
          <a:xfrm flipV="1">
            <a:off x="16689388" y="3996755"/>
            <a:ext cx="1" cy="1350416"/>
          </a:xfrm>
          <a:prstGeom prst="line">
            <a:avLst/>
          </a:prstGeom>
          <a:ln w="25400">
            <a:solidFill>
              <a:srgbClr val="000000"/>
            </a:solidFill>
            <a:miter lim="400000"/>
            <a:headEnd w="lg" len="lg"/>
            <a:tailEnd type="triangle" w="lg" len="lg"/>
          </a:ln>
        </p:spPr>
        <p:txBody>
          <a:bodyPr lIns="50800" tIns="50800" rIns="50800" bIns="50800" anchor="ctr"/>
          <a:lstStyle/>
          <a:p>
            <a:endParaRPr/>
          </a:p>
        </p:txBody>
      </p:sp>
      <p:sp>
        <p:nvSpPr>
          <p:cNvPr id="345" name="Line"/>
          <p:cNvSpPr/>
          <p:nvPr/>
        </p:nvSpPr>
        <p:spPr>
          <a:xfrm flipV="1">
            <a:off x="21603097" y="3996755"/>
            <a:ext cx="1" cy="1350416"/>
          </a:xfrm>
          <a:prstGeom prst="line">
            <a:avLst/>
          </a:prstGeom>
          <a:ln w="25400">
            <a:solidFill>
              <a:srgbClr val="000000"/>
            </a:solidFill>
            <a:miter lim="400000"/>
            <a:headEnd type="triangle" w="lg" len="lg"/>
            <a:tailEnd w="lg" len="lg"/>
          </a:ln>
        </p:spPr>
        <p:txBody>
          <a:bodyPr lIns="50800" tIns="50800" rIns="50800" bIns="50800" anchor="ctr"/>
          <a:lstStyle/>
          <a:p>
            <a:endParaRPr/>
          </a:p>
        </p:txBody>
      </p:sp>
      <p:sp>
        <p:nvSpPr>
          <p:cNvPr id="346" name="Line"/>
          <p:cNvSpPr/>
          <p:nvPr/>
        </p:nvSpPr>
        <p:spPr>
          <a:xfrm flipV="1">
            <a:off x="5282588" y="4828651"/>
            <a:ext cx="1738962" cy="1053179"/>
          </a:xfrm>
          <a:prstGeom prst="line">
            <a:avLst/>
          </a:prstGeom>
          <a:ln w="25400">
            <a:solidFill>
              <a:srgbClr val="000000"/>
            </a:solidFill>
            <a:miter lim="400000"/>
            <a:headEnd w="lg" len="lg"/>
            <a:tailEnd type="triangle" w="lg" len="lg"/>
          </a:ln>
        </p:spPr>
        <p:txBody>
          <a:bodyPr lIns="50800" tIns="50800" rIns="50800" bIns="50800" anchor="ctr"/>
          <a:lstStyle/>
          <a:p>
            <a:endParaRPr/>
          </a:p>
        </p:txBody>
      </p:sp>
      <p:sp>
        <p:nvSpPr>
          <p:cNvPr id="347" name="Line"/>
          <p:cNvSpPr/>
          <p:nvPr/>
        </p:nvSpPr>
        <p:spPr>
          <a:xfrm flipH="1">
            <a:off x="11823548" y="4314341"/>
            <a:ext cx="421330" cy="1603186"/>
          </a:xfrm>
          <a:prstGeom prst="line">
            <a:avLst/>
          </a:prstGeom>
          <a:ln w="25400">
            <a:solidFill>
              <a:srgbClr val="000000"/>
            </a:solidFill>
            <a:miter lim="400000"/>
            <a:headEnd w="lg" len="lg"/>
            <a:tailEnd type="triangle" w="lg" len="lg"/>
          </a:ln>
        </p:spPr>
        <p:txBody>
          <a:bodyPr lIns="50800" tIns="50800" rIns="50800" bIns="50800" anchor="ctr"/>
          <a:lstStyle/>
          <a:p>
            <a:endParaRPr/>
          </a:p>
        </p:txBody>
      </p:sp>
      <p:sp>
        <p:nvSpPr>
          <p:cNvPr id="348" name="O1"/>
          <p:cNvSpPr txBox="1"/>
          <p:nvPr/>
        </p:nvSpPr>
        <p:spPr>
          <a:xfrm>
            <a:off x="8001044" y="4507568"/>
            <a:ext cx="351058" cy="37959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50800" tIns="50800" rIns="50800" bIns="50800" anchor="ctr">
            <a:spAutoFit/>
          </a:bodyPr>
          <a:lstStyle/>
          <a:p>
            <a:r>
              <a:t>O1</a:t>
            </a:r>
          </a:p>
        </p:txBody>
      </p:sp>
      <p:sp>
        <p:nvSpPr>
          <p:cNvPr id="349" name="O2"/>
          <p:cNvSpPr txBox="1"/>
          <p:nvPr/>
        </p:nvSpPr>
        <p:spPr>
          <a:xfrm>
            <a:off x="11844702" y="3572534"/>
            <a:ext cx="391133" cy="37959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50800" tIns="50800" rIns="50800" bIns="50800" anchor="ctr">
            <a:spAutoFit/>
          </a:bodyPr>
          <a:lstStyle/>
          <a:p>
            <a:r>
              <a:t>O2</a:t>
            </a:r>
          </a:p>
        </p:txBody>
      </p:sp>
      <p:sp>
        <p:nvSpPr>
          <p:cNvPr id="350" name="O3"/>
          <p:cNvSpPr txBox="1"/>
          <p:nvPr/>
        </p:nvSpPr>
        <p:spPr>
          <a:xfrm>
            <a:off x="11323501" y="6277634"/>
            <a:ext cx="391133" cy="37959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50800" tIns="50800" rIns="50800" bIns="50800" anchor="ctr">
            <a:spAutoFit/>
          </a:bodyPr>
          <a:lstStyle/>
          <a:p>
            <a:r>
              <a:t>O3</a:t>
            </a:r>
          </a:p>
        </p:txBody>
      </p:sp>
      <p:sp>
        <p:nvSpPr>
          <p:cNvPr id="351" name="O4"/>
          <p:cNvSpPr txBox="1"/>
          <p:nvPr/>
        </p:nvSpPr>
        <p:spPr>
          <a:xfrm>
            <a:off x="8012769" y="7602515"/>
            <a:ext cx="408766" cy="37959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50800" tIns="50800" rIns="50800" bIns="50800" anchor="ctr">
            <a:spAutoFit/>
          </a:bodyPr>
          <a:lstStyle/>
          <a:p>
            <a:r>
              <a:t>O4</a:t>
            </a:r>
          </a:p>
        </p:txBody>
      </p:sp>
      <p:sp>
        <p:nvSpPr>
          <p:cNvPr id="352" name="O5"/>
          <p:cNvSpPr txBox="1"/>
          <p:nvPr/>
        </p:nvSpPr>
        <p:spPr>
          <a:xfrm>
            <a:off x="16366987" y="3293134"/>
            <a:ext cx="395942" cy="37959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50800" tIns="50800" rIns="50800" bIns="50800" anchor="ctr">
            <a:spAutoFit/>
          </a:bodyPr>
          <a:lstStyle/>
          <a:p>
            <a:r>
              <a:t>O5</a:t>
            </a:r>
          </a:p>
        </p:txBody>
      </p:sp>
      <p:sp>
        <p:nvSpPr>
          <p:cNvPr id="353" name="O6"/>
          <p:cNvSpPr txBox="1"/>
          <p:nvPr/>
        </p:nvSpPr>
        <p:spPr>
          <a:xfrm>
            <a:off x="21345387" y="3293134"/>
            <a:ext cx="405560" cy="37959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50800" tIns="50800" rIns="50800" bIns="50800" anchor="ctr">
            <a:spAutoFit/>
          </a:bodyPr>
          <a:lstStyle/>
          <a:p>
            <a:r>
              <a:t>O6</a:t>
            </a:r>
          </a:p>
        </p:txBody>
      </p:sp>
      <p:sp>
        <p:nvSpPr>
          <p:cNvPr id="354" name="O7"/>
          <p:cNvSpPr txBox="1"/>
          <p:nvPr/>
        </p:nvSpPr>
        <p:spPr>
          <a:xfrm>
            <a:off x="21345388" y="5650568"/>
            <a:ext cx="394339" cy="37959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50800" tIns="50800" rIns="50800" bIns="50800" anchor="ctr">
            <a:spAutoFit/>
          </a:bodyPr>
          <a:lstStyle/>
          <a:p>
            <a:r>
              <a:t>O7</a:t>
            </a:r>
          </a:p>
        </p:txBody>
      </p:sp>
      <p:sp>
        <p:nvSpPr>
          <p:cNvPr id="355" name="O8"/>
          <p:cNvSpPr txBox="1"/>
          <p:nvPr/>
        </p:nvSpPr>
        <p:spPr>
          <a:xfrm>
            <a:off x="16431678" y="5820291"/>
            <a:ext cx="405560" cy="37959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50800" tIns="50800" rIns="50800" bIns="50800" anchor="ctr">
            <a:spAutoFit/>
          </a:bodyPr>
          <a:lstStyle/>
          <a:p>
            <a:r>
              <a:t>O8</a:t>
            </a:r>
          </a:p>
        </p:txBody>
      </p:sp>
      <p:sp>
        <p:nvSpPr>
          <p:cNvPr id="356" name="GC Roots"/>
          <p:cNvSpPr txBox="1"/>
          <p:nvPr/>
        </p:nvSpPr>
        <p:spPr>
          <a:xfrm>
            <a:off x="3218729" y="8778488"/>
            <a:ext cx="1071704" cy="37959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50800" tIns="50800" rIns="50800" bIns="50800" anchor="ctr">
            <a:spAutoFit/>
          </a:bodyPr>
          <a:lstStyle/>
          <a:p>
            <a:r>
              <a:rPr b="1" dirty="0">
                <a:solidFill>
                  <a:schemeClr val="bg1"/>
                </a:solidFill>
              </a:rPr>
              <a:t>GC Roots</a:t>
            </a:r>
          </a:p>
        </p:txBody>
      </p:sp>
      <p:sp>
        <p:nvSpPr>
          <p:cNvPr id="357" name="Rectangle"/>
          <p:cNvSpPr/>
          <p:nvPr/>
        </p:nvSpPr>
        <p:spPr>
          <a:xfrm>
            <a:off x="7002643" y="4165600"/>
            <a:ext cx="2512220" cy="1063526"/>
          </a:xfrm>
          <a:prstGeom prst="rect">
            <a:avLst/>
          </a:prstGeom>
          <a:solidFill>
            <a:srgbClr val="D5D5D5"/>
          </a:solidFill>
          <a:ln w="25400">
            <a:solidFill>
              <a:srgbClr val="000000"/>
            </a:solidFill>
            <a:miter lim="400000"/>
          </a:ln>
        </p:spPr>
        <p:txBody>
          <a:bodyPr lIns="50800" tIns="50800" rIns="50800" bIns="50800" anchor="ctr"/>
          <a:lstStyle/>
          <a:p>
            <a:pPr defTabSz="825500">
              <a:defRPr sz="3200">
                <a:solidFill>
                  <a:srgbClr val="000000"/>
                </a:solidFill>
                <a:latin typeface="Helvetica Neue Medium"/>
                <a:ea typeface="Helvetica Neue Medium"/>
                <a:cs typeface="Helvetica Neue Medium"/>
                <a:sym typeface="Helvetica Neue Medium"/>
              </a:defRPr>
            </a:pPr>
            <a:endParaRPr sz="3200"/>
          </a:p>
        </p:txBody>
      </p:sp>
      <p:sp>
        <p:nvSpPr>
          <p:cNvPr id="358" name="O1"/>
          <p:cNvSpPr txBox="1"/>
          <p:nvPr/>
        </p:nvSpPr>
        <p:spPr>
          <a:xfrm>
            <a:off x="8001044" y="4507568"/>
            <a:ext cx="351058" cy="37959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50800" tIns="50800" rIns="50800" bIns="50800" anchor="ctr">
            <a:spAutoFit/>
          </a:bodyPr>
          <a:lstStyle/>
          <a:p>
            <a:r>
              <a:t>O1</a:t>
            </a:r>
          </a:p>
        </p:txBody>
      </p:sp>
      <p:sp>
        <p:nvSpPr>
          <p:cNvPr id="359" name="Rectangle"/>
          <p:cNvSpPr/>
          <p:nvPr/>
        </p:nvSpPr>
        <p:spPr>
          <a:xfrm>
            <a:off x="10937477" y="3230566"/>
            <a:ext cx="2512220" cy="1063527"/>
          </a:xfrm>
          <a:prstGeom prst="rect">
            <a:avLst/>
          </a:prstGeom>
          <a:solidFill>
            <a:srgbClr val="D5D5D5"/>
          </a:solidFill>
          <a:ln w="25400">
            <a:solidFill>
              <a:srgbClr val="000000"/>
            </a:solidFill>
            <a:miter lim="400000"/>
          </a:ln>
        </p:spPr>
        <p:txBody>
          <a:bodyPr lIns="50800" tIns="50800" rIns="50800" bIns="50800" anchor="ctr"/>
          <a:lstStyle/>
          <a:p>
            <a:pPr defTabSz="825500">
              <a:defRPr sz="3200">
                <a:solidFill>
                  <a:srgbClr val="000000"/>
                </a:solidFill>
                <a:latin typeface="Helvetica Neue Medium"/>
                <a:ea typeface="Helvetica Neue Medium"/>
                <a:cs typeface="Helvetica Neue Medium"/>
                <a:sym typeface="Helvetica Neue Medium"/>
              </a:defRPr>
            </a:pPr>
            <a:endParaRPr sz="3200"/>
          </a:p>
        </p:txBody>
      </p:sp>
      <p:sp>
        <p:nvSpPr>
          <p:cNvPr id="360" name="O2"/>
          <p:cNvSpPr txBox="1"/>
          <p:nvPr/>
        </p:nvSpPr>
        <p:spPr>
          <a:xfrm>
            <a:off x="11844702" y="3572534"/>
            <a:ext cx="391133" cy="37959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50800" tIns="50800" rIns="50800" bIns="50800" anchor="ctr">
            <a:spAutoFit/>
          </a:bodyPr>
          <a:lstStyle/>
          <a:p>
            <a:r>
              <a:t>O2</a:t>
            </a:r>
          </a:p>
        </p:txBody>
      </p:sp>
      <p:sp>
        <p:nvSpPr>
          <p:cNvPr id="361" name="Rectangle"/>
          <p:cNvSpPr/>
          <p:nvPr/>
        </p:nvSpPr>
        <p:spPr>
          <a:xfrm>
            <a:off x="7002643" y="4140200"/>
            <a:ext cx="2512220" cy="1063526"/>
          </a:xfrm>
          <a:prstGeom prst="rect">
            <a:avLst/>
          </a:prstGeom>
          <a:solidFill>
            <a:srgbClr val="080808"/>
          </a:solidFill>
          <a:ln w="25400">
            <a:solidFill>
              <a:schemeClr val="bg1"/>
            </a:solidFill>
            <a:miter lim="400000"/>
          </a:ln>
        </p:spPr>
        <p:txBody>
          <a:bodyPr lIns="50800" tIns="50800" rIns="50800" bIns="50800" anchor="ctr"/>
          <a:lstStyle/>
          <a:p>
            <a:pPr defTabSz="825500">
              <a:defRPr sz="3200">
                <a:solidFill>
                  <a:srgbClr val="000000"/>
                </a:solidFill>
                <a:latin typeface="Helvetica Neue Medium"/>
                <a:ea typeface="Helvetica Neue Medium"/>
                <a:cs typeface="Helvetica Neue Medium"/>
                <a:sym typeface="Helvetica Neue Medium"/>
              </a:defRPr>
            </a:pPr>
            <a:endParaRPr sz="3200"/>
          </a:p>
        </p:txBody>
      </p:sp>
      <p:sp>
        <p:nvSpPr>
          <p:cNvPr id="362" name="O1"/>
          <p:cNvSpPr txBox="1"/>
          <p:nvPr/>
        </p:nvSpPr>
        <p:spPr>
          <a:xfrm>
            <a:off x="8001044" y="4482168"/>
            <a:ext cx="351058" cy="37959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50800" tIns="50800" rIns="50800" bIns="50800" anchor="ctr">
            <a:spAutoFit/>
          </a:bodyPr>
          <a:lstStyle>
            <a:lvl1pPr>
              <a:defRPr>
                <a:solidFill>
                  <a:srgbClr val="FEFEFE"/>
                </a:solidFill>
              </a:defRPr>
            </a:lvl1pPr>
          </a:lstStyle>
          <a:p>
            <a:r>
              <a:rPr dirty="0"/>
              <a:t>O1</a:t>
            </a:r>
          </a:p>
        </p:txBody>
      </p:sp>
      <p:sp>
        <p:nvSpPr>
          <p:cNvPr id="363" name="Rectangle"/>
          <p:cNvSpPr/>
          <p:nvPr/>
        </p:nvSpPr>
        <p:spPr>
          <a:xfrm>
            <a:off x="10937477" y="3217657"/>
            <a:ext cx="2512220" cy="1063526"/>
          </a:xfrm>
          <a:prstGeom prst="rect">
            <a:avLst/>
          </a:prstGeom>
          <a:solidFill>
            <a:srgbClr val="080808"/>
          </a:solidFill>
          <a:ln w="25400">
            <a:solidFill>
              <a:schemeClr val="bg1"/>
            </a:solidFill>
            <a:miter lim="400000"/>
          </a:ln>
        </p:spPr>
        <p:txBody>
          <a:bodyPr lIns="50800" tIns="50800" rIns="50800" bIns="50800" anchor="ctr"/>
          <a:lstStyle/>
          <a:p>
            <a:pPr defTabSz="825500">
              <a:defRPr sz="3200">
                <a:solidFill>
                  <a:srgbClr val="000000"/>
                </a:solidFill>
                <a:latin typeface="Helvetica Neue Medium"/>
                <a:ea typeface="Helvetica Neue Medium"/>
                <a:cs typeface="Helvetica Neue Medium"/>
                <a:sym typeface="Helvetica Neue Medium"/>
              </a:defRPr>
            </a:pPr>
            <a:endParaRPr sz="3200"/>
          </a:p>
        </p:txBody>
      </p:sp>
      <p:sp>
        <p:nvSpPr>
          <p:cNvPr id="364" name="O2"/>
          <p:cNvSpPr txBox="1"/>
          <p:nvPr/>
        </p:nvSpPr>
        <p:spPr>
          <a:xfrm>
            <a:off x="11935879" y="3559625"/>
            <a:ext cx="391133" cy="37959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50800" tIns="50800" rIns="50800" bIns="50800" anchor="ctr">
            <a:spAutoFit/>
          </a:bodyPr>
          <a:lstStyle>
            <a:lvl1pPr>
              <a:defRPr>
                <a:solidFill>
                  <a:srgbClr val="FEFEFE"/>
                </a:solidFill>
              </a:defRPr>
            </a:lvl1pPr>
          </a:lstStyle>
          <a:p>
            <a:r>
              <a:t>O2</a:t>
            </a:r>
          </a:p>
        </p:txBody>
      </p:sp>
      <p:sp>
        <p:nvSpPr>
          <p:cNvPr id="365" name="Rectangle"/>
          <p:cNvSpPr/>
          <p:nvPr/>
        </p:nvSpPr>
        <p:spPr>
          <a:xfrm>
            <a:off x="10325099" y="5947457"/>
            <a:ext cx="2512220" cy="1063527"/>
          </a:xfrm>
          <a:prstGeom prst="rect">
            <a:avLst/>
          </a:prstGeom>
          <a:solidFill>
            <a:srgbClr val="D5D5D5"/>
          </a:solidFill>
          <a:ln w="25400">
            <a:solidFill>
              <a:srgbClr val="000000"/>
            </a:solidFill>
            <a:miter lim="400000"/>
          </a:ln>
        </p:spPr>
        <p:txBody>
          <a:bodyPr lIns="50800" tIns="50800" rIns="50800" bIns="50800" anchor="ctr"/>
          <a:lstStyle/>
          <a:p>
            <a:pPr defTabSz="825500">
              <a:defRPr sz="3200">
                <a:solidFill>
                  <a:srgbClr val="000000"/>
                </a:solidFill>
                <a:latin typeface="Helvetica Neue Medium"/>
                <a:ea typeface="Helvetica Neue Medium"/>
                <a:cs typeface="Helvetica Neue Medium"/>
                <a:sym typeface="Helvetica Neue Medium"/>
              </a:defRPr>
            </a:pPr>
            <a:endParaRPr sz="3200"/>
          </a:p>
        </p:txBody>
      </p:sp>
      <p:sp>
        <p:nvSpPr>
          <p:cNvPr id="366" name="O3"/>
          <p:cNvSpPr txBox="1"/>
          <p:nvPr/>
        </p:nvSpPr>
        <p:spPr>
          <a:xfrm>
            <a:off x="11232324" y="6289425"/>
            <a:ext cx="391133" cy="37959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50800" tIns="50800" rIns="50800" bIns="50800" anchor="ctr">
            <a:spAutoFit/>
          </a:bodyPr>
          <a:lstStyle/>
          <a:p>
            <a:r>
              <a:t>O3</a:t>
            </a:r>
          </a:p>
        </p:txBody>
      </p:sp>
      <p:sp>
        <p:nvSpPr>
          <p:cNvPr id="367" name="Rectangle"/>
          <p:cNvSpPr/>
          <p:nvPr/>
        </p:nvSpPr>
        <p:spPr>
          <a:xfrm>
            <a:off x="10325099" y="5935666"/>
            <a:ext cx="2512220" cy="1063527"/>
          </a:xfrm>
          <a:prstGeom prst="rect">
            <a:avLst/>
          </a:prstGeom>
          <a:solidFill>
            <a:srgbClr val="080808"/>
          </a:solidFill>
          <a:ln w="25400">
            <a:solidFill>
              <a:schemeClr val="bg1"/>
            </a:solidFill>
            <a:miter lim="400000"/>
          </a:ln>
        </p:spPr>
        <p:txBody>
          <a:bodyPr lIns="50800" tIns="50800" rIns="50800" bIns="50800" anchor="ctr"/>
          <a:lstStyle/>
          <a:p>
            <a:pPr defTabSz="825500">
              <a:defRPr sz="3200">
                <a:solidFill>
                  <a:srgbClr val="000000"/>
                </a:solidFill>
                <a:latin typeface="Helvetica Neue Medium"/>
                <a:ea typeface="Helvetica Neue Medium"/>
                <a:cs typeface="Helvetica Neue Medium"/>
                <a:sym typeface="Helvetica Neue Medium"/>
              </a:defRPr>
            </a:pPr>
            <a:endParaRPr sz="3200"/>
          </a:p>
        </p:txBody>
      </p:sp>
      <p:sp>
        <p:nvSpPr>
          <p:cNvPr id="368" name="O3"/>
          <p:cNvSpPr txBox="1"/>
          <p:nvPr/>
        </p:nvSpPr>
        <p:spPr>
          <a:xfrm>
            <a:off x="11323501" y="6277634"/>
            <a:ext cx="391133" cy="37959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50800" tIns="50800" rIns="50800" bIns="50800" anchor="ctr">
            <a:spAutoFit/>
          </a:bodyPr>
          <a:lstStyle>
            <a:lvl1pPr>
              <a:defRPr>
                <a:solidFill>
                  <a:srgbClr val="FEFEFE"/>
                </a:solidFill>
              </a:defRPr>
            </a:lvl1pPr>
          </a:lstStyle>
          <a:p>
            <a:r>
              <a:t>O3</a:t>
            </a:r>
          </a:p>
        </p:txBody>
      </p:sp>
      <p:sp>
        <p:nvSpPr>
          <p:cNvPr id="369" name="Line"/>
          <p:cNvSpPr/>
          <p:nvPr/>
        </p:nvSpPr>
        <p:spPr>
          <a:xfrm>
            <a:off x="5428138" y="8304709"/>
            <a:ext cx="1448882" cy="1336689"/>
          </a:xfrm>
          <a:prstGeom prst="line">
            <a:avLst/>
          </a:prstGeom>
          <a:ln w="50800">
            <a:solidFill>
              <a:srgbClr val="000000"/>
            </a:solidFill>
            <a:prstDash val="sysDot"/>
            <a:miter lim="400000"/>
            <a:tailEnd type="triangle"/>
          </a:ln>
        </p:spPr>
        <p:txBody>
          <a:bodyPr lIns="50800" tIns="50800" rIns="50800" bIns="50800" anchor="ctr"/>
          <a:lstStyle/>
          <a:p>
            <a:endParaRPr/>
          </a:p>
        </p:txBody>
      </p:sp>
      <p:grpSp>
        <p:nvGrpSpPr>
          <p:cNvPr id="372" name="Group"/>
          <p:cNvGrpSpPr/>
          <p:nvPr/>
        </p:nvGrpSpPr>
        <p:grpSpPr>
          <a:xfrm>
            <a:off x="7014141" y="9165598"/>
            <a:ext cx="2512221" cy="1063527"/>
            <a:chOff x="0" y="0"/>
            <a:chExt cx="2512219" cy="1063526"/>
          </a:xfrm>
        </p:grpSpPr>
        <p:sp>
          <p:nvSpPr>
            <p:cNvPr id="370" name="Rectangle"/>
            <p:cNvSpPr/>
            <p:nvPr/>
          </p:nvSpPr>
          <p:spPr>
            <a:xfrm>
              <a:off x="0" y="0"/>
              <a:ext cx="2512219" cy="1063526"/>
            </a:xfrm>
            <a:prstGeom prst="rect">
              <a:avLst/>
            </a:prstGeom>
            <a:solidFill>
              <a:srgbClr val="D5D5D5"/>
            </a:solidFill>
            <a:ln w="25400" cap="flat">
              <a:solidFill>
                <a:srgbClr val="000000"/>
              </a:solidFill>
              <a:prstDash val="solid"/>
              <a:miter lim="400000"/>
            </a:ln>
            <a:effectLst/>
          </p:spPr>
          <p:txBody>
            <a:bodyPr wrap="square" lIns="50800" tIns="50800" rIns="50800" bIns="50800" numCol="1" anchor="ctr">
              <a:noAutofit/>
            </a:bodyPr>
            <a:lstStyle/>
            <a:p>
              <a:pPr defTabSz="825500">
                <a:defRPr sz="3200">
                  <a:solidFill>
                    <a:srgbClr val="000000"/>
                  </a:solidFill>
                  <a:latin typeface="Helvetica Neue Medium"/>
                  <a:ea typeface="Helvetica Neue Medium"/>
                  <a:cs typeface="Helvetica Neue Medium"/>
                  <a:sym typeface="Helvetica Neue Medium"/>
                </a:defRPr>
              </a:pPr>
              <a:endParaRPr sz="3200"/>
            </a:p>
          </p:txBody>
        </p:sp>
        <p:sp>
          <p:nvSpPr>
            <p:cNvPr id="371" name="O9"/>
            <p:cNvSpPr txBox="1"/>
            <p:nvPr/>
          </p:nvSpPr>
          <p:spPr>
            <a:xfrm>
              <a:off x="973976" y="336829"/>
              <a:ext cx="405560" cy="379591"/>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50800" tIns="50800" rIns="50800" bIns="50800" numCol="1" anchor="ctr">
              <a:spAutoFit/>
            </a:bodyPr>
            <a:lstStyle>
              <a:lvl1pPr>
                <a:defRPr>
                  <a:solidFill>
                    <a:srgbClr val="000000"/>
                  </a:solidFill>
                </a:defRPr>
              </a:lvl1pPr>
            </a:lstStyle>
            <a:p>
              <a:r>
                <a:t>O9</a:t>
              </a:r>
            </a:p>
          </p:txBody>
        </p:sp>
      </p:grpSp>
      <p:grpSp>
        <p:nvGrpSpPr>
          <p:cNvPr id="375" name="Group"/>
          <p:cNvGrpSpPr/>
          <p:nvPr/>
        </p:nvGrpSpPr>
        <p:grpSpPr>
          <a:xfrm>
            <a:off x="7002644" y="9165598"/>
            <a:ext cx="2512221" cy="1063527"/>
            <a:chOff x="0" y="0"/>
            <a:chExt cx="2512219" cy="1063526"/>
          </a:xfrm>
        </p:grpSpPr>
        <p:sp>
          <p:nvSpPr>
            <p:cNvPr id="373" name="Rectangle"/>
            <p:cNvSpPr/>
            <p:nvPr/>
          </p:nvSpPr>
          <p:spPr>
            <a:xfrm>
              <a:off x="0" y="0"/>
              <a:ext cx="2512219" cy="1063526"/>
            </a:xfrm>
            <a:prstGeom prst="rect">
              <a:avLst/>
            </a:prstGeom>
            <a:solidFill>
              <a:srgbClr val="000000"/>
            </a:solidFill>
            <a:ln w="25400" cap="flat">
              <a:solidFill>
                <a:schemeClr val="bg1"/>
              </a:solidFill>
              <a:prstDash val="solid"/>
              <a:miter lim="400000"/>
            </a:ln>
            <a:effectLst/>
          </p:spPr>
          <p:txBody>
            <a:bodyPr wrap="square" lIns="50800" tIns="50800" rIns="50800" bIns="50800" numCol="1" anchor="ctr">
              <a:noAutofit/>
            </a:bodyPr>
            <a:lstStyle/>
            <a:p>
              <a:pPr defTabSz="825500">
                <a:defRPr sz="3200">
                  <a:solidFill>
                    <a:srgbClr val="FFFFFF"/>
                  </a:solidFill>
                  <a:latin typeface="Helvetica Neue Medium"/>
                  <a:ea typeface="Helvetica Neue Medium"/>
                  <a:cs typeface="Helvetica Neue Medium"/>
                  <a:sym typeface="Helvetica Neue Medium"/>
                </a:defRPr>
              </a:pPr>
              <a:endParaRPr sz="3200"/>
            </a:p>
          </p:txBody>
        </p:sp>
        <p:sp>
          <p:nvSpPr>
            <p:cNvPr id="374" name="O9"/>
            <p:cNvSpPr txBox="1"/>
            <p:nvPr/>
          </p:nvSpPr>
          <p:spPr>
            <a:xfrm>
              <a:off x="998400" y="341967"/>
              <a:ext cx="405560" cy="379591"/>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50800" tIns="50800" rIns="50800" bIns="50800" numCol="1" anchor="ctr">
              <a:spAutoFit/>
            </a:bodyPr>
            <a:lstStyle>
              <a:lvl1pPr>
                <a:defRPr>
                  <a:solidFill>
                    <a:srgbClr val="FFFFFF"/>
                  </a:solidFill>
                </a:defRPr>
              </a:lvl1pPr>
            </a:lstStyle>
            <a:p>
              <a:r>
                <a:rPr dirty="0"/>
                <a:t>O9</a:t>
              </a:r>
            </a:p>
          </p:txBody>
        </p:sp>
      </p:grpSp>
      <p:sp>
        <p:nvSpPr>
          <p:cNvPr id="376" name="Line"/>
          <p:cNvSpPr/>
          <p:nvPr/>
        </p:nvSpPr>
        <p:spPr>
          <a:xfrm flipH="1">
            <a:off x="9553378" y="7044139"/>
            <a:ext cx="2154470" cy="763300"/>
          </a:xfrm>
          <a:prstGeom prst="line">
            <a:avLst/>
          </a:prstGeom>
          <a:ln w="88900">
            <a:solidFill>
              <a:srgbClr val="000000"/>
            </a:solidFill>
            <a:prstDash val="sysDot"/>
            <a:miter lim="400000"/>
            <a:tailEnd type="triangle"/>
          </a:ln>
        </p:spPr>
        <p:txBody>
          <a:bodyPr lIns="50800" tIns="50800" rIns="50800" bIns="50800" anchor="ctr"/>
          <a:lstStyle/>
          <a:p>
            <a:endParaRPr/>
          </a:p>
        </p:txBody>
      </p:sp>
      <p:sp>
        <p:nvSpPr>
          <p:cNvPr id="378" name="While GC thread is running, Application thread have modified the reference…"/>
          <p:cNvSpPr txBox="1"/>
          <p:nvPr/>
        </p:nvSpPr>
        <p:spPr>
          <a:xfrm>
            <a:off x="10001250" y="8620125"/>
            <a:ext cx="13335000" cy="285750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50800" tIns="50800" rIns="50800" bIns="50800" anchor="ctr">
            <a:spAutoFit/>
          </a:bodyPr>
          <a:lstStyle/>
          <a:p>
            <a:pPr marL="0" lvl="0" indent="0">
              <a:defRPr sz="2700"/>
            </a:pPr>
            <a:r>
              <a:rPr sz="2700" dirty="0">
                <a:solidFill>
                  <a:schemeClr val="bg1"/>
                </a:solidFill>
              </a:rPr>
              <a:t>New partial example: the application adds O3 → O4.</a:t>
            </a:r>
          </a:p>
          <a:p>
            <a:pPr marL="0" lvl="0" indent="0">
              <a:defRPr sz="2700"/>
            </a:pPr>
            <a:r>
              <a:rPr sz="2700" dirty="0">
                <a:solidFill>
                  <a:schemeClr val="bg1"/>
                </a:solidFill>
              </a:rPr>
              <a:t>An existing live reference already keeps O4 accessible (not drawn).</a:t>
            </a:r>
          </a:p>
          <a:p>
            <a:pPr marL="0" lvl="0" indent="0">
              <a:defRPr sz="2700"/>
            </a:pPr>
            <a:r>
              <a:rPr sz="2700" dirty="0">
                <a:solidFill>
                  <a:schemeClr val="bg1"/>
                </a:solidFill>
              </a:rPr>
              <a:t>Barriers track relevant changes. The exact mechanism depends on the collector.</a:t>
            </a:r>
          </a:p>
        </p:txBody>
      </p:sp>
      <p:sp>
        <p:nvSpPr>
          <p:cNvPr id="5" name="Slide Number Placeholder 4">
            <a:extLst>
              <a:ext uri="{FF2B5EF4-FFF2-40B4-BE49-F238E27FC236}">
                <a16:creationId xmlns:a16="http://schemas.microsoft.com/office/drawing/2014/main" id="{86CDF85C-D67B-A889-9481-297BC24BCFF6}"/>
              </a:ext>
            </a:extLst>
          </p:cNvPr>
          <p:cNvSpPr txBox="1">
            <a:spLocks/>
          </p:cNvSpPr>
          <p:nvPr/>
        </p:nvSpPr>
        <p:spPr>
          <a:xfrm>
            <a:off x="449152" y="13158747"/>
            <a:ext cx="871646" cy="730250"/>
          </a:xfrm>
          <a:prstGeom prst="rect">
            <a:avLst/>
          </a:prstGeom>
        </p:spPr>
        <p:txBody>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defRPr/>
            </a:pPr>
            <a:fld id="{CFF4B978-1D82-7745-80C5-DBABA6B131D3}" type="slidenum">
              <a:rPr lang="en-US" sz="1600" smtClean="0">
                <a:solidFill>
                  <a:srgbClr val="E3E1DD"/>
                </a:solidFill>
                <a:latin typeface="Oracle Sans" panose="020B0503020204020204" pitchFamily="34" charset="0"/>
                <a:cs typeface="Oracle Sans" panose="020B0503020204020204" pitchFamily="34" charset="0"/>
              </a:rPr>
              <a:pPr>
                <a:defRPr/>
              </a:pPr>
              <a:t>23</a:t>
            </a:fld>
            <a:endParaRPr lang="en-US" sz="1600" dirty="0">
              <a:solidFill>
                <a:srgbClr val="E3E1DD"/>
              </a:solidFill>
              <a:latin typeface="Oracle Sans" panose="020B0503020204020204" pitchFamily="34" charset="0"/>
              <a:cs typeface="Oracle Sans" panose="020B0503020204020204" pitchFamily="34" charset="0"/>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0" name="Re-marking"/>
          <p:cNvSpPr txBox="1">
            <a:spLocks noGrp="1"/>
          </p:cNvSpPr>
          <p:nvPr>
            <p:ph type="title"/>
          </p:nvPr>
        </p:nvSpPr>
        <p:spPr>
          <a:xfrm>
            <a:off x="885600" y="435600"/>
            <a:ext cx="22202496" cy="1440000"/>
          </a:xfrm>
          <a:prstGeom prst="rect">
            <a:avLst/>
          </a:prstGeom>
        </p:spPr>
        <p:txBody>
          <a:bodyPr/>
          <a:lstStyle/>
          <a:p>
            <a:r>
              <a:rPr dirty="0">
                <a:latin typeface="+mn-lt"/>
              </a:rPr>
              <a:t>Re-marking</a:t>
            </a:r>
          </a:p>
        </p:txBody>
      </p:sp>
      <p:sp>
        <p:nvSpPr>
          <p:cNvPr id="381" name="GC traces unvisited live objects, and performs reference processing.…"/>
          <p:cNvSpPr txBox="1">
            <a:spLocks noGrp="1"/>
          </p:cNvSpPr>
          <p:nvPr>
            <p:ph type="body" sz="quarter" idx="1"/>
          </p:nvPr>
        </p:nvSpPr>
        <p:spPr>
          <a:xfrm>
            <a:off x="1617506" y="2516345"/>
            <a:ext cx="21971000" cy="1840032"/>
          </a:xfrm>
          <a:prstGeom prst="rect">
            <a:avLst/>
          </a:prstGeom>
        </p:spPr>
        <p:txBody>
          <a:bodyPr/>
          <a:lstStyle/>
          <a:p>
            <a:pPr>
              <a:defRPr sz="3600"/>
            </a:pPr>
            <a:r>
              <a:rPr sz="3400" dirty="0">
                <a:solidFill>
                  <a:schemeClr val="bg1"/>
                </a:solidFill>
                <a:latin typeface="+mn-lt"/>
                <a:cs typeface="Oracle Sans" panose="020B0503020204020204" pitchFamily="34" charset="0"/>
              </a:rPr>
              <a:t>Collectors such as CMS and G1 use a pause to finish marking consistently.</a:t>
            </a:r>
          </a:p>
          <a:p>
            <a:pPr>
              <a:defRPr sz="3600"/>
            </a:pPr>
            <a:r>
              <a:rPr sz="3400" dirty="0">
                <a:solidFill>
                  <a:schemeClr val="bg1"/>
                </a:solidFill>
                <a:latin typeface="+mn-lt"/>
                <a:cs typeface="Oracle Sans" panose="020B0503020204020204" pitchFamily="34" charset="0"/>
              </a:rPr>
              <a:t>They process outstanding marking work and collector-specific reference tasks.</a:t>
            </a:r>
          </a:p>
        </p:txBody>
      </p:sp>
      <p:sp>
        <p:nvSpPr>
          <p:cNvPr id="383" name="Scan through the heap, identify “dead” objects, track them and reclaim memory.…"/>
          <p:cNvSpPr txBox="1"/>
          <p:nvPr/>
        </p:nvSpPr>
        <p:spPr>
          <a:xfrm>
            <a:off x="1617506" y="7236101"/>
            <a:ext cx="21971000" cy="2003955"/>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50800" tIns="50800" rIns="50800" bIns="50800">
            <a:normAutofit/>
          </a:bodyPr>
          <a:lstStyle/>
          <a:p>
            <a:pPr marL="571500" indent="-571500">
              <a:lnSpc>
                <a:spcPct val="90000"/>
              </a:lnSpc>
              <a:spcBef>
                <a:spcPts val="4500"/>
              </a:spcBef>
              <a:buSzPct val="123000"/>
              <a:buFont typeface="Arial" panose="020B0604020202020204" pitchFamily="34" charset="0"/>
              <a:buChar char="•"/>
              <a:defRPr sz="3600">
                <a:solidFill>
                  <a:srgbClr val="000000"/>
                </a:solidFill>
              </a:defRPr>
            </a:pPr>
            <a:r>
              <a:rPr sz="3400" dirty="0">
                <a:solidFill>
                  <a:schemeClr val="bg1"/>
                </a:solidFill>
                <a:cs typeface="Oracle Sans" panose="020B0503020204020204" pitchFamily="34" charset="0"/>
              </a:rPr>
              <a:t>Sweeping reclaims unreachable storage while leaving surviving objects in place.</a:t>
            </a:r>
          </a:p>
          <a:p>
            <a:pPr marL="571500" indent="-571500">
              <a:lnSpc>
                <a:spcPct val="90000"/>
              </a:lnSpc>
              <a:spcBef>
                <a:spcPts val="4500"/>
              </a:spcBef>
              <a:buSzPct val="123000"/>
              <a:buFont typeface="Arial" panose="020B0604020202020204" pitchFamily="34" charset="0"/>
              <a:buChar char="•"/>
              <a:defRPr sz="3600">
                <a:solidFill>
                  <a:srgbClr val="000000"/>
                </a:solidFill>
              </a:defRPr>
            </a:pPr>
            <a:r>
              <a:rPr sz="3400" dirty="0">
                <a:solidFill>
                  <a:schemeClr val="bg1"/>
                </a:solidFill>
                <a:cs typeface="Oracle Sans" panose="020B0503020204020204" pitchFamily="34" charset="0"/>
              </a:rPr>
              <a:t>CMS normally sweeps concurrently. Other collectors use different reclamation paths.</a:t>
            </a:r>
          </a:p>
        </p:txBody>
      </p:sp>
      <p:sp>
        <p:nvSpPr>
          <p:cNvPr id="4" name="Re-marking">
            <a:extLst>
              <a:ext uri="{FF2B5EF4-FFF2-40B4-BE49-F238E27FC236}">
                <a16:creationId xmlns:a16="http://schemas.microsoft.com/office/drawing/2014/main" id="{A3AE55D4-F814-9954-14BE-ADED9499ECC9}"/>
              </a:ext>
            </a:extLst>
          </p:cNvPr>
          <p:cNvSpPr txBox="1">
            <a:spLocks/>
          </p:cNvSpPr>
          <p:nvPr/>
        </p:nvSpPr>
        <p:spPr>
          <a:xfrm>
            <a:off x="885600" y="5261594"/>
            <a:ext cx="22202496" cy="1440000"/>
          </a:xfrm>
          <a:prstGeom prst="rect">
            <a:avLst/>
          </a:prstGeom>
        </p:spPr>
        <p:txBody>
          <a:bodyPr vert="horz" lIns="91440" tIns="45720" rIns="91440" bIns="45720" rtlCol="0" anchor="b">
            <a:normAutofit/>
          </a:bodyPr>
          <a:lstStyle>
            <a:lvl1pPr algn="l" defTabSz="1828709" rtl="0" eaLnBrk="1" latinLnBrk="0" hangingPunct="1">
              <a:lnSpc>
                <a:spcPct val="100000"/>
              </a:lnSpc>
              <a:spcBef>
                <a:spcPct val="0"/>
              </a:spcBef>
              <a:buNone/>
              <a:defRPr sz="6600" b="0" i="0" kern="1200">
                <a:solidFill>
                  <a:schemeClr val="bg1"/>
                </a:solidFill>
                <a:latin typeface="Oracle Sans Light" panose="020B0403020204020204" pitchFamily="34" charset="0"/>
                <a:ea typeface="+mj-ea"/>
                <a:cs typeface="Oracle Sans Light" panose="020B0403020204020204" pitchFamily="34" charset="0"/>
              </a:defRPr>
            </a:lvl1pPr>
          </a:lstStyle>
          <a:p>
            <a:r>
              <a:rPr lang="en-IN" dirty="0">
                <a:latin typeface="+mn-lt"/>
              </a:rPr>
              <a:t>Sweeping</a:t>
            </a:r>
          </a:p>
        </p:txBody>
      </p:sp>
      <p:sp>
        <p:nvSpPr>
          <p:cNvPr id="8" name="Slide Number Placeholder 4">
            <a:extLst>
              <a:ext uri="{FF2B5EF4-FFF2-40B4-BE49-F238E27FC236}">
                <a16:creationId xmlns:a16="http://schemas.microsoft.com/office/drawing/2014/main" id="{0B8E5CBF-CBD2-E3D0-C0C3-64390AA991DB}"/>
              </a:ext>
            </a:extLst>
          </p:cNvPr>
          <p:cNvSpPr txBox="1">
            <a:spLocks/>
          </p:cNvSpPr>
          <p:nvPr/>
        </p:nvSpPr>
        <p:spPr>
          <a:xfrm>
            <a:off x="449152" y="13158747"/>
            <a:ext cx="871646" cy="730250"/>
          </a:xfrm>
          <a:prstGeom prst="rect">
            <a:avLst/>
          </a:prstGeom>
        </p:spPr>
        <p:txBody>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defRPr/>
            </a:pPr>
            <a:fld id="{CFF4B978-1D82-7745-80C5-DBABA6B131D3}" type="slidenum">
              <a:rPr lang="en-US" sz="1600" smtClean="0">
                <a:solidFill>
                  <a:srgbClr val="E3E1DD"/>
                </a:solidFill>
                <a:latin typeface="Oracle Sans" panose="020B0503020204020204" pitchFamily="34" charset="0"/>
                <a:cs typeface="Oracle Sans" panose="020B0503020204020204" pitchFamily="34" charset="0"/>
              </a:rPr>
              <a:pPr>
                <a:defRPr/>
              </a:pPr>
              <a:t>24</a:t>
            </a:fld>
            <a:endParaRPr lang="en-US" sz="1600" dirty="0">
              <a:solidFill>
                <a:srgbClr val="E3E1DD"/>
              </a:solidFill>
              <a:latin typeface="Oracle Sans" panose="020B0503020204020204" pitchFamily="34" charset="0"/>
              <a:cs typeface="Oracle Sans" panose="020B0503020204020204" pitchFamily="34" charset="0"/>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4" name="Rectangle 353">
            <a:extLst>
              <a:ext uri="{FF2B5EF4-FFF2-40B4-BE49-F238E27FC236}">
                <a16:creationId xmlns:a16="http://schemas.microsoft.com/office/drawing/2014/main" id="{56889959-3D43-0125-9C23-F5802EE1BD06}"/>
              </a:ext>
            </a:extLst>
          </p:cNvPr>
          <p:cNvSpPr/>
          <p:nvPr/>
        </p:nvSpPr>
        <p:spPr>
          <a:xfrm>
            <a:off x="10972796" y="4987039"/>
            <a:ext cx="11467069" cy="8358261"/>
          </a:xfrm>
          <a:custGeom>
            <a:avLst/>
            <a:gdLst>
              <a:gd name="csX0" fmla="*/ 0 w 11467069"/>
              <a:gd name="csY0" fmla="*/ 0 h 8358261"/>
              <a:gd name="csX1" fmla="*/ 11467069 w 11467069"/>
              <a:gd name="csY1" fmla="*/ 0 h 8358261"/>
              <a:gd name="csX2" fmla="*/ 11467069 w 11467069"/>
              <a:gd name="csY2" fmla="*/ 8358261 h 8358261"/>
              <a:gd name="csX3" fmla="*/ 0 w 11467069"/>
              <a:gd name="csY3" fmla="*/ 8358261 h 8358261"/>
              <a:gd name="csX4" fmla="*/ 0 w 11467069"/>
              <a:gd name="csY4" fmla="*/ 0 h 8358261"/>
            </a:gdLst>
            <a:ahLst/>
            <a:cxnLst>
              <a:cxn ang="0">
                <a:pos x="csX0" y="csY0"/>
              </a:cxn>
              <a:cxn ang="0">
                <a:pos x="csX1" y="csY1"/>
              </a:cxn>
              <a:cxn ang="0">
                <a:pos x="csX2" y="csY2"/>
              </a:cxn>
              <a:cxn ang="0">
                <a:pos x="csX3" y="csY3"/>
              </a:cxn>
              <a:cxn ang="0">
                <a:pos x="csX4" y="csY4"/>
              </a:cxn>
            </a:cxnLst>
            <a:rect l="l" t="t" r="r" b="b"/>
            <a:pathLst>
              <a:path w="11467069" h="8358261" fill="none" extrusionOk="0">
                <a:moveTo>
                  <a:pt x="0" y="0"/>
                </a:moveTo>
                <a:cubicBezTo>
                  <a:pt x="4763598" y="-49533"/>
                  <a:pt x="9470202" y="-14809"/>
                  <a:pt x="11467069" y="0"/>
                </a:cubicBezTo>
                <a:cubicBezTo>
                  <a:pt x="11554708" y="3931844"/>
                  <a:pt x="11394390" y="6828541"/>
                  <a:pt x="11467069" y="8358261"/>
                </a:cubicBezTo>
                <a:cubicBezTo>
                  <a:pt x="6018039" y="8310030"/>
                  <a:pt x="3404331" y="8442716"/>
                  <a:pt x="0" y="8358261"/>
                </a:cubicBezTo>
                <a:cubicBezTo>
                  <a:pt x="-38581" y="6657350"/>
                  <a:pt x="63341" y="1646575"/>
                  <a:pt x="0" y="0"/>
                </a:cubicBezTo>
                <a:close/>
              </a:path>
              <a:path w="11467069" h="8358261" stroke="0" extrusionOk="0">
                <a:moveTo>
                  <a:pt x="0" y="0"/>
                </a:moveTo>
                <a:cubicBezTo>
                  <a:pt x="4961521" y="118645"/>
                  <a:pt x="7643912" y="116012"/>
                  <a:pt x="11467069" y="0"/>
                </a:cubicBezTo>
                <a:cubicBezTo>
                  <a:pt x="11334187" y="3094929"/>
                  <a:pt x="11552020" y="5499406"/>
                  <a:pt x="11467069" y="8358261"/>
                </a:cubicBezTo>
                <a:cubicBezTo>
                  <a:pt x="8215598" y="8492861"/>
                  <a:pt x="5026277" y="8201065"/>
                  <a:pt x="0" y="8358261"/>
                </a:cubicBezTo>
                <a:cubicBezTo>
                  <a:pt x="-20187" y="6117450"/>
                  <a:pt x="-152480" y="1711398"/>
                  <a:pt x="0" y="0"/>
                </a:cubicBezTo>
                <a:close/>
              </a:path>
            </a:pathLst>
          </a:custGeom>
          <a:solidFill>
            <a:schemeClr val="bg1">
              <a:alpha val="4114"/>
            </a:schemeClr>
          </a:solidFill>
          <a:ln w="22225">
            <a:solidFill>
              <a:schemeClr val="bg1"/>
            </a:solidFill>
            <a:prstDash val="sysDot"/>
            <a:extLst>
              <a:ext uri="{C807C97D-BFC1-408E-A445-0C87EB9F89A2}">
                <ask:lineSketchStyleProps xmlns:ask="http://schemas.microsoft.com/office/drawing/2018/sketchyshapes" sd="1219033472">
                  <a:prstGeom prst="rect">
                    <a:avLst/>
                  </a:prstGeom>
                  <ask:type>
                    <ask:lineSketchCurved/>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80" name="Re-marking"/>
          <p:cNvSpPr txBox="1">
            <a:spLocks noGrp="1"/>
          </p:cNvSpPr>
          <p:nvPr>
            <p:ph type="title"/>
          </p:nvPr>
        </p:nvSpPr>
        <p:spPr>
          <a:xfrm>
            <a:off x="885600" y="435600"/>
            <a:ext cx="22202496" cy="1440000"/>
          </a:xfrm>
          <a:prstGeom prst="rect">
            <a:avLst/>
          </a:prstGeom>
        </p:spPr>
        <p:txBody>
          <a:bodyPr/>
          <a:lstStyle/>
          <a:p>
            <a:r>
              <a:rPr lang="en-US" dirty="0">
                <a:latin typeface="+mn-lt"/>
              </a:rPr>
              <a:t>Compaction</a:t>
            </a:r>
            <a:endParaRPr dirty="0">
              <a:latin typeface="+mn-lt"/>
            </a:endParaRPr>
          </a:p>
        </p:txBody>
      </p:sp>
      <p:sp>
        <p:nvSpPr>
          <p:cNvPr id="381" name="GC traces unvisited live objects, and performs reference processing.…"/>
          <p:cNvSpPr txBox="1">
            <a:spLocks noGrp="1"/>
          </p:cNvSpPr>
          <p:nvPr>
            <p:ph type="body" sz="quarter" idx="1"/>
          </p:nvPr>
        </p:nvSpPr>
        <p:spPr>
          <a:xfrm>
            <a:off x="1444707" y="2542847"/>
            <a:ext cx="21971000" cy="3149084"/>
          </a:xfrm>
          <a:prstGeom prst="rect">
            <a:avLst/>
          </a:prstGeom>
        </p:spPr>
        <p:txBody>
          <a:bodyPr/>
          <a:lstStyle/>
          <a:p>
            <a:pPr>
              <a:defRPr sz="3600"/>
            </a:pPr>
            <a:r>
              <a:rPr lang="en-IN" sz="3300" dirty="0">
                <a:solidFill>
                  <a:schemeClr val="bg1"/>
                </a:solidFill>
                <a:latin typeface="+mn-lt"/>
                <a:cs typeface="Oracle Sans" panose="020B0503020204020204" pitchFamily="34" charset="0"/>
              </a:rPr>
              <a:t>Compaction moves live objects to reduce scattered gaps in free memory.</a:t>
            </a:r>
          </a:p>
          <a:p>
            <a:pPr>
              <a:defRPr sz="3600"/>
            </a:pPr>
            <a:r>
              <a:rPr lang="en-IN" sz="3300" dirty="0">
                <a:solidFill>
                  <a:schemeClr val="bg1"/>
                </a:solidFill>
                <a:latin typeface="+mn-lt"/>
                <a:cs typeface="Oracle Sans" panose="020B0503020204020204" pitchFamily="34" charset="0"/>
              </a:rPr>
              <a:t>The collector maintains valid references when object locations change.</a:t>
            </a:r>
          </a:p>
          <a:p>
            <a:pPr>
              <a:defRPr sz="3600"/>
            </a:pPr>
            <a:r>
              <a:rPr lang="en-IN" sz="3300" dirty="0">
                <a:solidFill>
                  <a:schemeClr val="bg1"/>
                </a:solidFill>
                <a:latin typeface="+mn-lt"/>
                <a:cs typeface="Oracle Sans" panose="020B0503020204020204" pitchFamily="34" charset="0"/>
              </a:rPr>
              <a:t>G1 moves objects during pauses. ZGC relocates objects concurrently.</a:t>
            </a:r>
          </a:p>
        </p:txBody>
      </p:sp>
      <p:sp>
        <p:nvSpPr>
          <p:cNvPr id="2" name="Line">
            <a:extLst>
              <a:ext uri="{FF2B5EF4-FFF2-40B4-BE49-F238E27FC236}">
                <a16:creationId xmlns:a16="http://schemas.microsoft.com/office/drawing/2014/main" id="{5085AA91-CAB6-90A9-983C-3158CF7C2C41}"/>
              </a:ext>
            </a:extLst>
          </p:cNvPr>
          <p:cNvSpPr/>
          <p:nvPr/>
        </p:nvSpPr>
        <p:spPr>
          <a:xfrm>
            <a:off x="16991466" y="7177739"/>
            <a:ext cx="1" cy="1716876"/>
          </a:xfrm>
          <a:prstGeom prst="line">
            <a:avLst/>
          </a:prstGeom>
          <a:ln w="25400">
            <a:solidFill>
              <a:schemeClr val="bg1"/>
            </a:solidFill>
            <a:miter lim="400000"/>
            <a:tailEnd type="triangle"/>
          </a:ln>
        </p:spPr>
        <p:txBody>
          <a:bodyPr lIns="50800" tIns="50800" rIns="50800" bIns="50800" anchor="ctr"/>
          <a:lstStyle/>
          <a:p>
            <a:endParaRPr/>
          </a:p>
        </p:txBody>
      </p:sp>
      <p:sp>
        <p:nvSpPr>
          <p:cNvPr id="3" name="GC cleaning garbage…">
            <a:extLst>
              <a:ext uri="{FF2B5EF4-FFF2-40B4-BE49-F238E27FC236}">
                <a16:creationId xmlns:a16="http://schemas.microsoft.com/office/drawing/2014/main" id="{49BC6845-834A-72AA-157C-3AB58A882804}"/>
              </a:ext>
            </a:extLst>
          </p:cNvPr>
          <p:cNvSpPr txBox="1"/>
          <p:nvPr/>
        </p:nvSpPr>
        <p:spPr>
          <a:xfrm>
            <a:off x="17006907" y="7407945"/>
            <a:ext cx="3943324" cy="995144"/>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50800" tIns="50800" rIns="50800" bIns="50800" anchor="ctr">
            <a:spAutoFit/>
          </a:bodyPr>
          <a:lstStyle/>
          <a:p>
            <a:pPr>
              <a:defRPr sz="2900" i="1"/>
            </a:pPr>
            <a:r>
              <a:rPr sz="2900" dirty="0">
                <a:solidFill>
                  <a:schemeClr val="bg1"/>
                </a:solidFill>
              </a:rPr>
              <a:t>GC cleaning garbage </a:t>
            </a:r>
          </a:p>
          <a:p>
            <a:pPr>
              <a:defRPr sz="2900" i="1"/>
            </a:pPr>
            <a:r>
              <a:rPr sz="2900" dirty="0">
                <a:solidFill>
                  <a:schemeClr val="bg1"/>
                </a:solidFill>
              </a:rPr>
              <a:t>and reclaiming memory</a:t>
            </a:r>
          </a:p>
        </p:txBody>
      </p:sp>
      <p:sp>
        <p:nvSpPr>
          <p:cNvPr id="5" name="Memory compaction">
            <a:extLst>
              <a:ext uri="{FF2B5EF4-FFF2-40B4-BE49-F238E27FC236}">
                <a16:creationId xmlns:a16="http://schemas.microsoft.com/office/drawing/2014/main" id="{05B779F8-C74A-A1AE-8446-EFCD9F417B60}"/>
              </a:ext>
            </a:extLst>
          </p:cNvPr>
          <p:cNvSpPr txBox="1"/>
          <p:nvPr/>
        </p:nvSpPr>
        <p:spPr>
          <a:xfrm>
            <a:off x="17127209" y="10638212"/>
            <a:ext cx="3490379" cy="548868"/>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50800" tIns="50800" rIns="50800" bIns="50800" anchor="ctr">
            <a:spAutoFit/>
          </a:bodyPr>
          <a:lstStyle>
            <a:lvl1pPr>
              <a:defRPr sz="2900" i="1"/>
            </a:lvl1pPr>
          </a:lstStyle>
          <a:p>
            <a:r>
              <a:rPr dirty="0">
                <a:solidFill>
                  <a:schemeClr val="bg1"/>
                </a:solidFill>
              </a:rPr>
              <a:t>Memory compaction</a:t>
            </a:r>
          </a:p>
        </p:txBody>
      </p:sp>
      <p:grpSp>
        <p:nvGrpSpPr>
          <p:cNvPr id="6" name="Group">
            <a:extLst>
              <a:ext uri="{FF2B5EF4-FFF2-40B4-BE49-F238E27FC236}">
                <a16:creationId xmlns:a16="http://schemas.microsoft.com/office/drawing/2014/main" id="{CB3A07BA-5752-2C4A-A421-52B7AA5A793E}"/>
              </a:ext>
            </a:extLst>
          </p:cNvPr>
          <p:cNvGrpSpPr/>
          <p:nvPr/>
        </p:nvGrpSpPr>
        <p:grpSpPr>
          <a:xfrm>
            <a:off x="11308488" y="5350724"/>
            <a:ext cx="10783889" cy="1830895"/>
            <a:chOff x="0" y="-375"/>
            <a:chExt cx="10783888" cy="1830894"/>
          </a:xfrm>
        </p:grpSpPr>
        <p:sp>
          <p:nvSpPr>
            <p:cNvPr id="7" name="Rectangle">
              <a:extLst>
                <a:ext uri="{FF2B5EF4-FFF2-40B4-BE49-F238E27FC236}">
                  <a16:creationId xmlns:a16="http://schemas.microsoft.com/office/drawing/2014/main" id="{B823F045-0451-B71D-B71E-48F219035414}"/>
                </a:ext>
              </a:extLst>
            </p:cNvPr>
            <p:cNvSpPr/>
            <p:nvPr/>
          </p:nvSpPr>
          <p:spPr>
            <a:xfrm>
              <a:off x="0" y="560518"/>
              <a:ext cx="2135188" cy="1270001"/>
            </a:xfrm>
            <a:prstGeom prst="rect">
              <a:avLst/>
            </a:prstGeom>
            <a:solidFill>
              <a:schemeClr val="accent5"/>
            </a:solidFill>
            <a:ln w="12700" cap="flat">
              <a:noFill/>
              <a:miter lim="400000"/>
            </a:ln>
            <a:effectLst/>
          </p:spPr>
          <p:txBody>
            <a:bodyPr wrap="square" lIns="50800" tIns="50800" rIns="50800" bIns="50800" numCol="1" anchor="ctr">
              <a:noAutofit/>
            </a:bodyPr>
            <a:lstStyle/>
            <a:p>
              <a:pPr defTabSz="825500">
                <a:defRPr sz="3200">
                  <a:solidFill>
                    <a:srgbClr val="FFFFFF"/>
                  </a:solidFill>
                  <a:latin typeface="Helvetica Neue Medium"/>
                  <a:ea typeface="Helvetica Neue Medium"/>
                  <a:cs typeface="Helvetica Neue Medium"/>
                  <a:sym typeface="Helvetica Neue Medium"/>
                </a:defRPr>
              </a:pPr>
              <a:endParaRPr sz="3200"/>
            </a:p>
          </p:txBody>
        </p:sp>
        <p:sp>
          <p:nvSpPr>
            <p:cNvPr id="8" name="Rectangle">
              <a:extLst>
                <a:ext uri="{FF2B5EF4-FFF2-40B4-BE49-F238E27FC236}">
                  <a16:creationId xmlns:a16="http://schemas.microsoft.com/office/drawing/2014/main" id="{4B98FB10-0142-D5C7-0103-FFD6072CD07B}"/>
                </a:ext>
              </a:extLst>
            </p:cNvPr>
            <p:cNvSpPr/>
            <p:nvPr/>
          </p:nvSpPr>
          <p:spPr>
            <a:xfrm>
              <a:off x="2118931" y="560518"/>
              <a:ext cx="968757" cy="1270001"/>
            </a:xfrm>
            <a:prstGeom prst="rect">
              <a:avLst/>
            </a:prstGeom>
            <a:solidFill>
              <a:srgbClr val="B7ECF5"/>
            </a:solidFill>
            <a:ln w="12700" cap="flat">
              <a:noFill/>
              <a:miter lim="400000"/>
            </a:ln>
            <a:effectLst/>
          </p:spPr>
          <p:txBody>
            <a:bodyPr wrap="square" lIns="50800" tIns="50800" rIns="50800" bIns="50800" numCol="1" anchor="ctr">
              <a:noAutofit/>
            </a:bodyPr>
            <a:lstStyle/>
            <a:p>
              <a:pPr defTabSz="825500">
                <a:defRPr sz="3200">
                  <a:solidFill>
                    <a:srgbClr val="000000"/>
                  </a:solidFill>
                  <a:latin typeface="Helvetica Neue Medium"/>
                  <a:ea typeface="Helvetica Neue Medium"/>
                  <a:cs typeface="Helvetica Neue Medium"/>
                  <a:sym typeface="Helvetica Neue Medium"/>
                </a:defRPr>
              </a:pPr>
              <a:endParaRPr sz="3200"/>
            </a:p>
          </p:txBody>
        </p:sp>
        <p:sp>
          <p:nvSpPr>
            <p:cNvPr id="9" name="Square">
              <a:extLst>
                <a:ext uri="{FF2B5EF4-FFF2-40B4-BE49-F238E27FC236}">
                  <a16:creationId xmlns:a16="http://schemas.microsoft.com/office/drawing/2014/main" id="{BD0143DF-1744-A231-FA29-D706DEAFD799}"/>
                </a:ext>
              </a:extLst>
            </p:cNvPr>
            <p:cNvSpPr/>
            <p:nvPr/>
          </p:nvSpPr>
          <p:spPr>
            <a:xfrm>
              <a:off x="3100387" y="560518"/>
              <a:ext cx="1270001" cy="1270001"/>
            </a:xfrm>
            <a:prstGeom prst="rect">
              <a:avLst/>
            </a:prstGeom>
            <a:solidFill>
              <a:srgbClr val="B7ECF5"/>
            </a:solidFill>
            <a:ln w="12700" cap="flat">
              <a:noFill/>
              <a:miter lim="400000"/>
            </a:ln>
            <a:effectLst/>
          </p:spPr>
          <p:txBody>
            <a:bodyPr wrap="square" lIns="50800" tIns="50800" rIns="50800" bIns="50800" numCol="1" anchor="ctr">
              <a:noAutofit/>
            </a:bodyPr>
            <a:lstStyle/>
            <a:p>
              <a:pPr defTabSz="825500">
                <a:defRPr sz="3200">
                  <a:solidFill>
                    <a:srgbClr val="000000"/>
                  </a:solidFill>
                  <a:latin typeface="Helvetica Neue Medium"/>
                  <a:ea typeface="Helvetica Neue Medium"/>
                  <a:cs typeface="Helvetica Neue Medium"/>
                  <a:sym typeface="Helvetica Neue Medium"/>
                </a:defRPr>
              </a:pPr>
              <a:endParaRPr sz="3200"/>
            </a:p>
          </p:txBody>
        </p:sp>
        <p:sp>
          <p:nvSpPr>
            <p:cNvPr id="10" name="Square">
              <a:extLst>
                <a:ext uri="{FF2B5EF4-FFF2-40B4-BE49-F238E27FC236}">
                  <a16:creationId xmlns:a16="http://schemas.microsoft.com/office/drawing/2014/main" id="{E9BA49AA-7425-824E-A5D4-21F6882D78B2}"/>
                </a:ext>
              </a:extLst>
            </p:cNvPr>
            <p:cNvSpPr/>
            <p:nvPr/>
          </p:nvSpPr>
          <p:spPr>
            <a:xfrm>
              <a:off x="4383087" y="560518"/>
              <a:ext cx="1270001" cy="1270001"/>
            </a:xfrm>
            <a:prstGeom prst="rect">
              <a:avLst/>
            </a:prstGeom>
            <a:solidFill>
              <a:schemeClr val="accent5"/>
            </a:solidFill>
            <a:ln w="12700" cap="flat">
              <a:noFill/>
              <a:miter lim="400000"/>
            </a:ln>
            <a:effectLst/>
          </p:spPr>
          <p:txBody>
            <a:bodyPr wrap="square" lIns="50800" tIns="50800" rIns="50800" bIns="50800" numCol="1" anchor="ctr">
              <a:noAutofit/>
            </a:bodyPr>
            <a:lstStyle/>
            <a:p>
              <a:pPr defTabSz="825500">
                <a:defRPr sz="3200">
                  <a:solidFill>
                    <a:srgbClr val="FFFFFF"/>
                  </a:solidFill>
                  <a:latin typeface="Helvetica Neue Medium"/>
                  <a:ea typeface="Helvetica Neue Medium"/>
                  <a:cs typeface="Helvetica Neue Medium"/>
                  <a:sym typeface="Helvetica Neue Medium"/>
                </a:defRPr>
              </a:pPr>
              <a:endParaRPr sz="3200"/>
            </a:p>
          </p:txBody>
        </p:sp>
        <p:sp>
          <p:nvSpPr>
            <p:cNvPr id="11" name="Rectangle">
              <a:extLst>
                <a:ext uri="{FF2B5EF4-FFF2-40B4-BE49-F238E27FC236}">
                  <a16:creationId xmlns:a16="http://schemas.microsoft.com/office/drawing/2014/main" id="{2F914617-40CB-0584-967B-EE69BD5880C9}"/>
                </a:ext>
              </a:extLst>
            </p:cNvPr>
            <p:cNvSpPr/>
            <p:nvPr/>
          </p:nvSpPr>
          <p:spPr>
            <a:xfrm>
              <a:off x="5665787" y="560518"/>
              <a:ext cx="1576897" cy="1270001"/>
            </a:xfrm>
            <a:prstGeom prst="rect">
              <a:avLst/>
            </a:prstGeom>
            <a:solidFill>
              <a:srgbClr val="B7ECF5"/>
            </a:solidFill>
            <a:ln w="12700" cap="flat">
              <a:noFill/>
              <a:miter lim="400000"/>
            </a:ln>
            <a:effectLst/>
          </p:spPr>
          <p:txBody>
            <a:bodyPr wrap="square" lIns="50800" tIns="50800" rIns="50800" bIns="50800" numCol="1" anchor="ctr">
              <a:noAutofit/>
            </a:bodyPr>
            <a:lstStyle/>
            <a:p>
              <a:pPr defTabSz="825500">
                <a:defRPr sz="3200">
                  <a:solidFill>
                    <a:srgbClr val="000000"/>
                  </a:solidFill>
                  <a:latin typeface="Helvetica Neue Medium"/>
                  <a:ea typeface="Helvetica Neue Medium"/>
                  <a:cs typeface="Helvetica Neue Medium"/>
                  <a:sym typeface="Helvetica Neue Medium"/>
                </a:defRPr>
              </a:pPr>
              <a:endParaRPr sz="3200" dirty="0"/>
            </a:p>
          </p:txBody>
        </p:sp>
        <p:sp>
          <p:nvSpPr>
            <p:cNvPr id="12" name="Rectangle">
              <a:extLst>
                <a:ext uri="{FF2B5EF4-FFF2-40B4-BE49-F238E27FC236}">
                  <a16:creationId xmlns:a16="http://schemas.microsoft.com/office/drawing/2014/main" id="{1246B961-D29D-FACA-F435-8AF260CAA883}"/>
                </a:ext>
              </a:extLst>
            </p:cNvPr>
            <p:cNvSpPr/>
            <p:nvPr/>
          </p:nvSpPr>
          <p:spPr>
            <a:xfrm>
              <a:off x="7249731" y="560518"/>
              <a:ext cx="968757" cy="1270001"/>
            </a:xfrm>
            <a:prstGeom prst="rect">
              <a:avLst/>
            </a:prstGeom>
            <a:solidFill>
              <a:schemeClr val="accent5"/>
            </a:solidFill>
            <a:ln w="12700" cap="flat">
              <a:noFill/>
              <a:miter lim="400000"/>
            </a:ln>
            <a:effectLst/>
          </p:spPr>
          <p:txBody>
            <a:bodyPr wrap="square" lIns="50800" tIns="50800" rIns="50800" bIns="50800" numCol="1" anchor="ctr">
              <a:noAutofit/>
            </a:bodyPr>
            <a:lstStyle/>
            <a:p>
              <a:pPr defTabSz="825500">
                <a:defRPr sz="3200">
                  <a:solidFill>
                    <a:srgbClr val="FFFFFF"/>
                  </a:solidFill>
                  <a:latin typeface="Helvetica Neue Medium"/>
                  <a:ea typeface="Helvetica Neue Medium"/>
                  <a:cs typeface="Helvetica Neue Medium"/>
                  <a:sym typeface="Helvetica Neue Medium"/>
                </a:defRPr>
              </a:pPr>
              <a:endParaRPr sz="3200"/>
            </a:p>
          </p:txBody>
        </p:sp>
        <p:sp>
          <p:nvSpPr>
            <p:cNvPr id="13" name="Square">
              <a:extLst>
                <a:ext uri="{FF2B5EF4-FFF2-40B4-BE49-F238E27FC236}">
                  <a16:creationId xmlns:a16="http://schemas.microsoft.com/office/drawing/2014/main" id="{DB7BCFAA-5872-60D2-3A4E-9AAB602A4534}"/>
                </a:ext>
              </a:extLst>
            </p:cNvPr>
            <p:cNvSpPr/>
            <p:nvPr/>
          </p:nvSpPr>
          <p:spPr>
            <a:xfrm>
              <a:off x="8231187" y="560518"/>
              <a:ext cx="1270001" cy="1270001"/>
            </a:xfrm>
            <a:prstGeom prst="rect">
              <a:avLst/>
            </a:prstGeom>
            <a:solidFill>
              <a:srgbClr val="B7ECF5"/>
            </a:solidFill>
            <a:ln w="12700" cap="flat">
              <a:noFill/>
              <a:miter lim="400000"/>
            </a:ln>
            <a:effectLst/>
          </p:spPr>
          <p:txBody>
            <a:bodyPr wrap="square" lIns="50800" tIns="50800" rIns="50800" bIns="50800" numCol="1" anchor="ctr">
              <a:noAutofit/>
            </a:bodyPr>
            <a:lstStyle/>
            <a:p>
              <a:pPr defTabSz="825500">
                <a:defRPr sz="3200">
                  <a:solidFill>
                    <a:srgbClr val="000000"/>
                  </a:solidFill>
                  <a:latin typeface="Helvetica Neue Medium"/>
                  <a:ea typeface="Helvetica Neue Medium"/>
                  <a:cs typeface="Helvetica Neue Medium"/>
                  <a:sym typeface="Helvetica Neue Medium"/>
                </a:defRPr>
              </a:pPr>
              <a:endParaRPr sz="3200" dirty="0"/>
            </a:p>
          </p:txBody>
        </p:sp>
        <p:sp>
          <p:nvSpPr>
            <p:cNvPr id="14" name="Square">
              <a:extLst>
                <a:ext uri="{FF2B5EF4-FFF2-40B4-BE49-F238E27FC236}">
                  <a16:creationId xmlns:a16="http://schemas.microsoft.com/office/drawing/2014/main" id="{8B1238DF-8710-6101-41A8-AC0D694B5531}"/>
                </a:ext>
              </a:extLst>
            </p:cNvPr>
            <p:cNvSpPr/>
            <p:nvPr/>
          </p:nvSpPr>
          <p:spPr>
            <a:xfrm>
              <a:off x="9513887" y="560518"/>
              <a:ext cx="1270001" cy="1270001"/>
            </a:xfrm>
            <a:prstGeom prst="rect">
              <a:avLst/>
            </a:prstGeom>
            <a:solidFill>
              <a:srgbClr val="F29111"/>
            </a:solidFill>
            <a:ln w="12700" cap="flat">
              <a:noFill/>
              <a:miter lim="400000"/>
            </a:ln>
            <a:effectLst/>
          </p:spPr>
          <p:txBody>
            <a:bodyPr wrap="square" lIns="50800" tIns="50800" rIns="50800" bIns="50800" numCol="1" anchor="ctr">
              <a:noAutofit/>
            </a:bodyPr>
            <a:lstStyle/>
            <a:p>
              <a:pPr defTabSz="825500">
                <a:defRPr sz="3200">
                  <a:solidFill>
                    <a:srgbClr val="000000"/>
                  </a:solidFill>
                  <a:latin typeface="Helvetica Neue Medium"/>
                  <a:ea typeface="Helvetica Neue Medium"/>
                  <a:cs typeface="Helvetica Neue Medium"/>
                  <a:sym typeface="Helvetica Neue Medium"/>
                </a:defRPr>
              </a:pPr>
              <a:endParaRPr sz="3200" dirty="0"/>
            </a:p>
          </p:txBody>
        </p:sp>
        <p:sp>
          <p:nvSpPr>
            <p:cNvPr id="15" name="Garb…">
              <a:extLst>
                <a:ext uri="{FF2B5EF4-FFF2-40B4-BE49-F238E27FC236}">
                  <a16:creationId xmlns:a16="http://schemas.microsoft.com/office/drawing/2014/main" id="{4737D98A-FCE5-7C1A-763C-3278F8FF2CA9}"/>
                </a:ext>
              </a:extLst>
            </p:cNvPr>
            <p:cNvSpPr txBox="1"/>
            <p:nvPr/>
          </p:nvSpPr>
          <p:spPr>
            <a:xfrm>
              <a:off x="7352436" y="820536"/>
              <a:ext cx="727507" cy="810478"/>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50800" tIns="50800" rIns="50800" bIns="50800" numCol="1" anchor="ctr">
              <a:spAutoFit/>
            </a:bodyPr>
            <a:lstStyle/>
            <a:p>
              <a:pPr>
                <a:defRPr sz="2300">
                  <a:solidFill>
                    <a:srgbClr val="D5D5D5"/>
                  </a:solidFill>
                </a:defRPr>
              </a:pPr>
              <a:r>
                <a:rPr sz="2300"/>
                <a:t>Garb</a:t>
              </a:r>
            </a:p>
            <a:p>
              <a:pPr>
                <a:defRPr sz="2300">
                  <a:solidFill>
                    <a:srgbClr val="D5D5D5"/>
                  </a:solidFill>
                </a:defRPr>
              </a:pPr>
              <a:r>
                <a:rPr sz="2300"/>
                <a:t>age</a:t>
              </a:r>
            </a:p>
          </p:txBody>
        </p:sp>
        <p:sp>
          <p:nvSpPr>
            <p:cNvPr id="16" name="Garbage">
              <a:extLst>
                <a:ext uri="{FF2B5EF4-FFF2-40B4-BE49-F238E27FC236}">
                  <a16:creationId xmlns:a16="http://schemas.microsoft.com/office/drawing/2014/main" id="{32EAC97A-0462-A93E-E835-1907DB74B299}"/>
                </a:ext>
              </a:extLst>
            </p:cNvPr>
            <p:cNvSpPr txBox="1"/>
            <p:nvPr/>
          </p:nvSpPr>
          <p:spPr>
            <a:xfrm>
              <a:off x="4401311" y="1036391"/>
              <a:ext cx="1200393" cy="456535"/>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50800" tIns="50800" rIns="50800" bIns="50800" numCol="1" anchor="ctr">
              <a:spAutoFit/>
            </a:bodyPr>
            <a:lstStyle>
              <a:lvl1pPr>
                <a:defRPr sz="2300">
                  <a:solidFill>
                    <a:srgbClr val="D5D5D5"/>
                  </a:solidFill>
                </a:defRPr>
              </a:lvl1pPr>
            </a:lstStyle>
            <a:p>
              <a:r>
                <a:t>Garbage</a:t>
              </a:r>
            </a:p>
          </p:txBody>
        </p:sp>
        <p:sp>
          <p:nvSpPr>
            <p:cNvPr id="17" name="Garbage">
              <a:extLst>
                <a:ext uri="{FF2B5EF4-FFF2-40B4-BE49-F238E27FC236}">
                  <a16:creationId xmlns:a16="http://schemas.microsoft.com/office/drawing/2014/main" id="{210F69AB-58CC-5AFA-570D-EDEDF8BEDAF2}"/>
                </a:ext>
              </a:extLst>
            </p:cNvPr>
            <p:cNvSpPr txBox="1"/>
            <p:nvPr/>
          </p:nvSpPr>
          <p:spPr>
            <a:xfrm>
              <a:off x="445230" y="1042564"/>
              <a:ext cx="1200393" cy="456535"/>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50800" tIns="50800" rIns="50800" bIns="50800" numCol="1" anchor="ctr">
              <a:spAutoFit/>
            </a:bodyPr>
            <a:lstStyle>
              <a:lvl1pPr>
                <a:defRPr sz="2300">
                  <a:solidFill>
                    <a:srgbClr val="D5D5D5"/>
                  </a:solidFill>
                </a:defRPr>
              </a:lvl1pPr>
            </a:lstStyle>
            <a:p>
              <a:r>
                <a:t>Garbage</a:t>
              </a:r>
            </a:p>
          </p:txBody>
        </p:sp>
        <p:sp>
          <p:nvSpPr>
            <p:cNvPr id="18" name="Live">
              <a:extLst>
                <a:ext uri="{FF2B5EF4-FFF2-40B4-BE49-F238E27FC236}">
                  <a16:creationId xmlns:a16="http://schemas.microsoft.com/office/drawing/2014/main" id="{340ABC3F-9017-591E-FC64-F37DE6F637B8}"/>
                </a:ext>
              </a:extLst>
            </p:cNvPr>
            <p:cNvSpPr txBox="1"/>
            <p:nvPr/>
          </p:nvSpPr>
          <p:spPr>
            <a:xfrm>
              <a:off x="2226118" y="1074863"/>
              <a:ext cx="515462" cy="379591"/>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50800" tIns="50800" rIns="50800" bIns="50800" numCol="1" anchor="ctr">
              <a:spAutoFit/>
            </a:bodyPr>
            <a:lstStyle>
              <a:lvl1pPr>
                <a:defRPr>
                  <a:solidFill>
                    <a:srgbClr val="000000"/>
                  </a:solidFill>
                </a:defRPr>
              </a:lvl1pPr>
            </a:lstStyle>
            <a:p>
              <a:r>
                <a:t>Live</a:t>
              </a:r>
            </a:p>
          </p:txBody>
        </p:sp>
        <p:sp>
          <p:nvSpPr>
            <p:cNvPr id="19" name="Live">
              <a:extLst>
                <a:ext uri="{FF2B5EF4-FFF2-40B4-BE49-F238E27FC236}">
                  <a16:creationId xmlns:a16="http://schemas.microsoft.com/office/drawing/2014/main" id="{68023CE1-ECCA-7A71-2379-4427D5FA2D08}"/>
                </a:ext>
              </a:extLst>
            </p:cNvPr>
            <p:cNvSpPr txBox="1"/>
            <p:nvPr/>
          </p:nvSpPr>
          <p:spPr>
            <a:xfrm>
              <a:off x="3401631" y="1074863"/>
              <a:ext cx="515462" cy="379591"/>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50800" tIns="50800" rIns="50800" bIns="50800" numCol="1" anchor="ctr">
              <a:spAutoFit/>
            </a:bodyPr>
            <a:lstStyle>
              <a:lvl1pPr>
                <a:defRPr>
                  <a:solidFill>
                    <a:srgbClr val="000000"/>
                  </a:solidFill>
                </a:defRPr>
              </a:lvl1pPr>
            </a:lstStyle>
            <a:p>
              <a:r>
                <a:t>Live</a:t>
              </a:r>
            </a:p>
          </p:txBody>
        </p:sp>
        <p:sp>
          <p:nvSpPr>
            <p:cNvPr id="20" name="Live">
              <a:extLst>
                <a:ext uri="{FF2B5EF4-FFF2-40B4-BE49-F238E27FC236}">
                  <a16:creationId xmlns:a16="http://schemas.microsoft.com/office/drawing/2014/main" id="{8DF42D18-BC57-C74F-1B7F-027235E21BC8}"/>
                </a:ext>
              </a:extLst>
            </p:cNvPr>
            <p:cNvSpPr txBox="1"/>
            <p:nvPr/>
          </p:nvSpPr>
          <p:spPr>
            <a:xfrm>
              <a:off x="6094031" y="1074863"/>
              <a:ext cx="515462" cy="379591"/>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50800" tIns="50800" rIns="50800" bIns="50800" numCol="1" anchor="ctr">
              <a:spAutoFit/>
            </a:bodyPr>
            <a:lstStyle>
              <a:lvl1pPr>
                <a:defRPr>
                  <a:solidFill>
                    <a:srgbClr val="000000"/>
                  </a:solidFill>
                </a:defRPr>
              </a:lvl1pPr>
            </a:lstStyle>
            <a:p>
              <a:r>
                <a:t>Live</a:t>
              </a:r>
            </a:p>
          </p:txBody>
        </p:sp>
        <p:sp>
          <p:nvSpPr>
            <p:cNvPr id="21" name="Live">
              <a:extLst>
                <a:ext uri="{FF2B5EF4-FFF2-40B4-BE49-F238E27FC236}">
                  <a16:creationId xmlns:a16="http://schemas.microsoft.com/office/drawing/2014/main" id="{887A77DB-F711-83CF-7BC7-96F13A16A083}"/>
                </a:ext>
              </a:extLst>
            </p:cNvPr>
            <p:cNvSpPr txBox="1"/>
            <p:nvPr/>
          </p:nvSpPr>
          <p:spPr>
            <a:xfrm>
              <a:off x="8532431" y="1074863"/>
              <a:ext cx="515462" cy="379591"/>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50800" tIns="50800" rIns="50800" bIns="50800" numCol="1" anchor="ctr">
              <a:spAutoFit/>
            </a:bodyPr>
            <a:lstStyle>
              <a:lvl1pPr>
                <a:defRPr>
                  <a:solidFill>
                    <a:srgbClr val="000000"/>
                  </a:solidFill>
                </a:defRPr>
              </a:lvl1pPr>
            </a:lstStyle>
            <a:p>
              <a:r>
                <a:t>Live</a:t>
              </a:r>
            </a:p>
          </p:txBody>
        </p:sp>
        <p:sp>
          <p:nvSpPr>
            <p:cNvPr id="22" name="Heap Before GC">
              <a:extLst>
                <a:ext uri="{FF2B5EF4-FFF2-40B4-BE49-F238E27FC236}">
                  <a16:creationId xmlns:a16="http://schemas.microsoft.com/office/drawing/2014/main" id="{59E37422-C770-6B66-FC90-C3ADB650F5DB}"/>
                </a:ext>
              </a:extLst>
            </p:cNvPr>
            <p:cNvSpPr txBox="1"/>
            <p:nvPr/>
          </p:nvSpPr>
          <p:spPr>
            <a:xfrm>
              <a:off x="3865181" y="-375"/>
              <a:ext cx="2801601" cy="548868"/>
            </a:xfrm>
            <a:prstGeom prst="rect">
              <a:avLst/>
            </a:prstGeom>
            <a:noFill/>
            <a:ln w="12700" cap="flat">
              <a:solidFill>
                <a:schemeClr val="bg1"/>
              </a:solidFill>
              <a:prstDash val="solid"/>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50800" tIns="50800" rIns="50800" bIns="50800" numCol="1" anchor="ctr">
              <a:spAutoFit/>
            </a:bodyPr>
            <a:lstStyle>
              <a:lvl1pPr>
                <a:defRPr sz="2900" b="1"/>
              </a:lvl1pPr>
            </a:lstStyle>
            <a:p>
              <a:r>
                <a:rPr dirty="0">
                  <a:solidFill>
                    <a:schemeClr val="bg1"/>
                  </a:solidFill>
                </a:rPr>
                <a:t>Heap Before GC</a:t>
              </a:r>
            </a:p>
          </p:txBody>
        </p:sp>
      </p:grpSp>
      <p:grpSp>
        <p:nvGrpSpPr>
          <p:cNvPr id="23" name="Group">
            <a:extLst>
              <a:ext uri="{FF2B5EF4-FFF2-40B4-BE49-F238E27FC236}">
                <a16:creationId xmlns:a16="http://schemas.microsoft.com/office/drawing/2014/main" id="{53806C46-EA76-1BD5-BAF3-0D988598FC53}"/>
              </a:ext>
            </a:extLst>
          </p:cNvPr>
          <p:cNvGrpSpPr/>
          <p:nvPr/>
        </p:nvGrpSpPr>
        <p:grpSpPr>
          <a:xfrm>
            <a:off x="11267415" y="8890737"/>
            <a:ext cx="10783890" cy="1270001"/>
            <a:chOff x="0" y="0"/>
            <a:chExt cx="10783888" cy="1270000"/>
          </a:xfrm>
        </p:grpSpPr>
        <p:sp>
          <p:nvSpPr>
            <p:cNvPr id="24" name="Rectangle">
              <a:extLst>
                <a:ext uri="{FF2B5EF4-FFF2-40B4-BE49-F238E27FC236}">
                  <a16:creationId xmlns:a16="http://schemas.microsoft.com/office/drawing/2014/main" id="{00C22415-52EE-A532-DFAD-ED7496A5AB0F}"/>
                </a:ext>
              </a:extLst>
            </p:cNvPr>
            <p:cNvSpPr/>
            <p:nvPr/>
          </p:nvSpPr>
          <p:spPr>
            <a:xfrm>
              <a:off x="0" y="0"/>
              <a:ext cx="2135188" cy="1270000"/>
            </a:xfrm>
            <a:prstGeom prst="rect">
              <a:avLst/>
            </a:prstGeom>
            <a:solidFill>
              <a:srgbClr val="F29111"/>
            </a:solidFill>
            <a:ln w="12700" cap="flat">
              <a:noFill/>
              <a:miter lim="400000"/>
            </a:ln>
            <a:effectLst/>
          </p:spPr>
          <p:txBody>
            <a:bodyPr wrap="square" lIns="50800" tIns="50800" rIns="50800" bIns="50800" numCol="1" anchor="ctr">
              <a:noAutofit/>
            </a:bodyPr>
            <a:lstStyle/>
            <a:p>
              <a:pPr defTabSz="825500">
                <a:defRPr sz="3200">
                  <a:solidFill>
                    <a:srgbClr val="000000"/>
                  </a:solidFill>
                  <a:latin typeface="Helvetica Neue Medium"/>
                  <a:ea typeface="Helvetica Neue Medium"/>
                  <a:cs typeface="Helvetica Neue Medium"/>
                  <a:sym typeface="Helvetica Neue Medium"/>
                </a:defRPr>
              </a:pPr>
              <a:endParaRPr sz="3200" dirty="0"/>
            </a:p>
          </p:txBody>
        </p:sp>
        <p:sp>
          <p:nvSpPr>
            <p:cNvPr id="25" name="Rectangle">
              <a:extLst>
                <a:ext uri="{FF2B5EF4-FFF2-40B4-BE49-F238E27FC236}">
                  <a16:creationId xmlns:a16="http://schemas.microsoft.com/office/drawing/2014/main" id="{E950061E-E6AE-7D96-B5FB-081C73935470}"/>
                </a:ext>
              </a:extLst>
            </p:cNvPr>
            <p:cNvSpPr/>
            <p:nvPr/>
          </p:nvSpPr>
          <p:spPr>
            <a:xfrm>
              <a:off x="2118931" y="0"/>
              <a:ext cx="968757" cy="1270000"/>
            </a:xfrm>
            <a:prstGeom prst="rect">
              <a:avLst/>
            </a:prstGeom>
            <a:solidFill>
              <a:srgbClr val="B7ECF5"/>
            </a:solidFill>
            <a:ln w="12700" cap="flat">
              <a:noFill/>
              <a:miter lim="400000"/>
            </a:ln>
            <a:effectLst/>
          </p:spPr>
          <p:txBody>
            <a:bodyPr wrap="square" lIns="50800" tIns="50800" rIns="50800" bIns="50800" numCol="1" anchor="ctr">
              <a:noAutofit/>
            </a:bodyPr>
            <a:lstStyle/>
            <a:p>
              <a:pPr defTabSz="825500">
                <a:defRPr sz="3200">
                  <a:solidFill>
                    <a:srgbClr val="000000"/>
                  </a:solidFill>
                  <a:latin typeface="Helvetica Neue Medium"/>
                  <a:ea typeface="Helvetica Neue Medium"/>
                  <a:cs typeface="Helvetica Neue Medium"/>
                  <a:sym typeface="Helvetica Neue Medium"/>
                </a:defRPr>
              </a:pPr>
              <a:endParaRPr sz="3200"/>
            </a:p>
          </p:txBody>
        </p:sp>
        <p:sp>
          <p:nvSpPr>
            <p:cNvPr id="26" name="Square">
              <a:extLst>
                <a:ext uri="{FF2B5EF4-FFF2-40B4-BE49-F238E27FC236}">
                  <a16:creationId xmlns:a16="http://schemas.microsoft.com/office/drawing/2014/main" id="{B49A958B-BF94-472D-F6DA-5C3D3F9C66E5}"/>
                </a:ext>
              </a:extLst>
            </p:cNvPr>
            <p:cNvSpPr/>
            <p:nvPr/>
          </p:nvSpPr>
          <p:spPr>
            <a:xfrm>
              <a:off x="3100387" y="0"/>
              <a:ext cx="1270001" cy="1270000"/>
            </a:xfrm>
            <a:prstGeom prst="rect">
              <a:avLst/>
            </a:prstGeom>
            <a:solidFill>
              <a:srgbClr val="B7ECF5"/>
            </a:solidFill>
            <a:ln w="12700" cap="flat">
              <a:noFill/>
              <a:miter lim="400000"/>
            </a:ln>
            <a:effectLst/>
          </p:spPr>
          <p:txBody>
            <a:bodyPr wrap="square" lIns="50800" tIns="50800" rIns="50800" bIns="50800" numCol="1" anchor="ctr">
              <a:noAutofit/>
            </a:bodyPr>
            <a:lstStyle/>
            <a:p>
              <a:pPr defTabSz="825500">
                <a:defRPr sz="3200">
                  <a:solidFill>
                    <a:srgbClr val="000000"/>
                  </a:solidFill>
                  <a:latin typeface="Helvetica Neue Medium"/>
                  <a:ea typeface="Helvetica Neue Medium"/>
                  <a:cs typeface="Helvetica Neue Medium"/>
                  <a:sym typeface="Helvetica Neue Medium"/>
                </a:defRPr>
              </a:pPr>
              <a:endParaRPr sz="3200"/>
            </a:p>
          </p:txBody>
        </p:sp>
        <p:sp>
          <p:nvSpPr>
            <p:cNvPr id="27" name="Square">
              <a:extLst>
                <a:ext uri="{FF2B5EF4-FFF2-40B4-BE49-F238E27FC236}">
                  <a16:creationId xmlns:a16="http://schemas.microsoft.com/office/drawing/2014/main" id="{5F57B51B-B559-05DA-18FB-5B18CAE7FF68}"/>
                </a:ext>
              </a:extLst>
            </p:cNvPr>
            <p:cNvSpPr/>
            <p:nvPr/>
          </p:nvSpPr>
          <p:spPr>
            <a:xfrm>
              <a:off x="4383087" y="0"/>
              <a:ext cx="1270001" cy="1270000"/>
            </a:xfrm>
            <a:prstGeom prst="rect">
              <a:avLst/>
            </a:prstGeom>
            <a:solidFill>
              <a:srgbClr val="F29111"/>
            </a:solidFill>
            <a:ln w="12700" cap="flat">
              <a:noFill/>
              <a:miter lim="400000"/>
            </a:ln>
            <a:effectLst/>
          </p:spPr>
          <p:txBody>
            <a:bodyPr wrap="square" lIns="50800" tIns="50800" rIns="50800" bIns="50800" numCol="1" anchor="ctr">
              <a:noAutofit/>
            </a:bodyPr>
            <a:lstStyle/>
            <a:p>
              <a:pPr defTabSz="825500">
                <a:defRPr sz="3200">
                  <a:solidFill>
                    <a:srgbClr val="000000"/>
                  </a:solidFill>
                  <a:latin typeface="Helvetica Neue Medium"/>
                  <a:ea typeface="Helvetica Neue Medium"/>
                  <a:cs typeface="Helvetica Neue Medium"/>
                  <a:sym typeface="Helvetica Neue Medium"/>
                </a:defRPr>
              </a:pPr>
              <a:endParaRPr sz="3200"/>
            </a:p>
          </p:txBody>
        </p:sp>
        <p:sp>
          <p:nvSpPr>
            <p:cNvPr id="28" name="Rectangle">
              <a:extLst>
                <a:ext uri="{FF2B5EF4-FFF2-40B4-BE49-F238E27FC236}">
                  <a16:creationId xmlns:a16="http://schemas.microsoft.com/office/drawing/2014/main" id="{58FB340B-A2FF-1923-9173-4895C31A9500}"/>
                </a:ext>
              </a:extLst>
            </p:cNvPr>
            <p:cNvSpPr/>
            <p:nvPr/>
          </p:nvSpPr>
          <p:spPr>
            <a:xfrm>
              <a:off x="5665787" y="0"/>
              <a:ext cx="1576897" cy="1270000"/>
            </a:xfrm>
            <a:prstGeom prst="rect">
              <a:avLst/>
            </a:prstGeom>
            <a:solidFill>
              <a:srgbClr val="B7ECF5"/>
            </a:solidFill>
            <a:ln w="12700" cap="flat">
              <a:noFill/>
              <a:miter lim="400000"/>
            </a:ln>
            <a:effectLst/>
          </p:spPr>
          <p:txBody>
            <a:bodyPr wrap="square" lIns="50800" tIns="50800" rIns="50800" bIns="50800" numCol="1" anchor="ctr">
              <a:noAutofit/>
            </a:bodyPr>
            <a:lstStyle/>
            <a:p>
              <a:pPr defTabSz="825500">
                <a:defRPr sz="3200">
                  <a:solidFill>
                    <a:srgbClr val="000000"/>
                  </a:solidFill>
                  <a:latin typeface="Helvetica Neue Medium"/>
                  <a:ea typeface="Helvetica Neue Medium"/>
                  <a:cs typeface="Helvetica Neue Medium"/>
                  <a:sym typeface="Helvetica Neue Medium"/>
                </a:defRPr>
              </a:pPr>
              <a:endParaRPr sz="3200"/>
            </a:p>
          </p:txBody>
        </p:sp>
        <p:sp>
          <p:nvSpPr>
            <p:cNvPr id="29" name="Rectangle">
              <a:extLst>
                <a:ext uri="{FF2B5EF4-FFF2-40B4-BE49-F238E27FC236}">
                  <a16:creationId xmlns:a16="http://schemas.microsoft.com/office/drawing/2014/main" id="{B20E11F0-136E-3E1D-4DD8-6B6D05BFD40C}"/>
                </a:ext>
              </a:extLst>
            </p:cNvPr>
            <p:cNvSpPr/>
            <p:nvPr/>
          </p:nvSpPr>
          <p:spPr>
            <a:xfrm>
              <a:off x="7249731" y="0"/>
              <a:ext cx="968757" cy="1270000"/>
            </a:xfrm>
            <a:prstGeom prst="rect">
              <a:avLst/>
            </a:prstGeom>
            <a:solidFill>
              <a:srgbClr val="F29111"/>
            </a:solidFill>
            <a:ln w="12700" cap="flat">
              <a:noFill/>
              <a:miter lim="400000"/>
            </a:ln>
            <a:effectLst/>
          </p:spPr>
          <p:txBody>
            <a:bodyPr wrap="square" lIns="50800" tIns="50800" rIns="50800" bIns="50800" numCol="1" anchor="ctr">
              <a:noAutofit/>
            </a:bodyPr>
            <a:lstStyle/>
            <a:p>
              <a:pPr defTabSz="825500">
                <a:defRPr sz="3200">
                  <a:solidFill>
                    <a:srgbClr val="000000"/>
                  </a:solidFill>
                  <a:latin typeface="Helvetica Neue Medium"/>
                  <a:ea typeface="Helvetica Neue Medium"/>
                  <a:cs typeface="Helvetica Neue Medium"/>
                  <a:sym typeface="Helvetica Neue Medium"/>
                </a:defRPr>
              </a:pPr>
              <a:endParaRPr sz="3200"/>
            </a:p>
          </p:txBody>
        </p:sp>
        <p:sp>
          <p:nvSpPr>
            <p:cNvPr id="30" name="Square">
              <a:extLst>
                <a:ext uri="{FF2B5EF4-FFF2-40B4-BE49-F238E27FC236}">
                  <a16:creationId xmlns:a16="http://schemas.microsoft.com/office/drawing/2014/main" id="{E442B740-CEB8-3799-D2D3-9114DFD58322}"/>
                </a:ext>
              </a:extLst>
            </p:cNvPr>
            <p:cNvSpPr/>
            <p:nvPr/>
          </p:nvSpPr>
          <p:spPr>
            <a:xfrm>
              <a:off x="8231187" y="0"/>
              <a:ext cx="1270001" cy="1270000"/>
            </a:xfrm>
            <a:prstGeom prst="rect">
              <a:avLst/>
            </a:prstGeom>
            <a:solidFill>
              <a:srgbClr val="B7ECF5"/>
            </a:solidFill>
            <a:ln w="12700" cap="flat">
              <a:noFill/>
              <a:miter lim="400000"/>
            </a:ln>
            <a:effectLst/>
          </p:spPr>
          <p:txBody>
            <a:bodyPr wrap="square" lIns="50800" tIns="50800" rIns="50800" bIns="50800" numCol="1" anchor="ctr">
              <a:noAutofit/>
            </a:bodyPr>
            <a:lstStyle/>
            <a:p>
              <a:pPr defTabSz="825500">
                <a:defRPr sz="3200">
                  <a:solidFill>
                    <a:srgbClr val="000000"/>
                  </a:solidFill>
                  <a:latin typeface="Helvetica Neue Medium"/>
                  <a:ea typeface="Helvetica Neue Medium"/>
                  <a:cs typeface="Helvetica Neue Medium"/>
                  <a:sym typeface="Helvetica Neue Medium"/>
                </a:defRPr>
              </a:pPr>
              <a:endParaRPr sz="3200"/>
            </a:p>
          </p:txBody>
        </p:sp>
        <p:sp>
          <p:nvSpPr>
            <p:cNvPr id="31" name="Square">
              <a:extLst>
                <a:ext uri="{FF2B5EF4-FFF2-40B4-BE49-F238E27FC236}">
                  <a16:creationId xmlns:a16="http://schemas.microsoft.com/office/drawing/2014/main" id="{C9991C65-58BE-7115-E590-3CD01BC93923}"/>
                </a:ext>
              </a:extLst>
            </p:cNvPr>
            <p:cNvSpPr/>
            <p:nvPr/>
          </p:nvSpPr>
          <p:spPr>
            <a:xfrm>
              <a:off x="9513887" y="0"/>
              <a:ext cx="1270001" cy="1270000"/>
            </a:xfrm>
            <a:prstGeom prst="rect">
              <a:avLst/>
            </a:prstGeom>
            <a:solidFill>
              <a:srgbClr val="F29111"/>
            </a:solidFill>
            <a:ln w="12700" cap="flat">
              <a:noFill/>
              <a:miter lim="400000"/>
            </a:ln>
            <a:effectLst/>
          </p:spPr>
          <p:txBody>
            <a:bodyPr wrap="square" lIns="50800" tIns="50800" rIns="50800" bIns="50800" numCol="1" anchor="ctr">
              <a:noAutofit/>
            </a:bodyPr>
            <a:lstStyle/>
            <a:p>
              <a:pPr defTabSz="825500">
                <a:defRPr sz="3200">
                  <a:solidFill>
                    <a:srgbClr val="000000"/>
                  </a:solidFill>
                  <a:latin typeface="Helvetica Neue Medium"/>
                  <a:ea typeface="Helvetica Neue Medium"/>
                  <a:cs typeface="Helvetica Neue Medium"/>
                  <a:sym typeface="Helvetica Neue Medium"/>
                </a:defRPr>
              </a:pPr>
              <a:endParaRPr sz="3200" dirty="0"/>
            </a:p>
          </p:txBody>
        </p:sp>
        <p:sp>
          <p:nvSpPr>
            <p:cNvPr id="32" name="Live">
              <a:extLst>
                <a:ext uri="{FF2B5EF4-FFF2-40B4-BE49-F238E27FC236}">
                  <a16:creationId xmlns:a16="http://schemas.microsoft.com/office/drawing/2014/main" id="{8EC718FA-2C51-9B40-9961-8DAFBD05A66C}"/>
                </a:ext>
              </a:extLst>
            </p:cNvPr>
            <p:cNvSpPr txBox="1"/>
            <p:nvPr/>
          </p:nvSpPr>
          <p:spPr>
            <a:xfrm>
              <a:off x="2226118" y="514344"/>
              <a:ext cx="515462" cy="379591"/>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50800" tIns="50800" rIns="50800" bIns="50800" numCol="1" anchor="ctr">
              <a:spAutoFit/>
            </a:bodyPr>
            <a:lstStyle>
              <a:lvl1pPr>
                <a:defRPr>
                  <a:solidFill>
                    <a:srgbClr val="000000"/>
                  </a:solidFill>
                </a:defRPr>
              </a:lvl1pPr>
            </a:lstStyle>
            <a:p>
              <a:r>
                <a:t>Live</a:t>
              </a:r>
            </a:p>
          </p:txBody>
        </p:sp>
        <p:sp>
          <p:nvSpPr>
            <p:cNvPr id="33" name="Live">
              <a:extLst>
                <a:ext uri="{FF2B5EF4-FFF2-40B4-BE49-F238E27FC236}">
                  <a16:creationId xmlns:a16="http://schemas.microsoft.com/office/drawing/2014/main" id="{D7462E87-E2B9-1AB6-F09A-4E7D192B112E}"/>
                </a:ext>
              </a:extLst>
            </p:cNvPr>
            <p:cNvSpPr txBox="1"/>
            <p:nvPr/>
          </p:nvSpPr>
          <p:spPr>
            <a:xfrm>
              <a:off x="3401631" y="514344"/>
              <a:ext cx="515462" cy="379591"/>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50800" tIns="50800" rIns="50800" bIns="50800" numCol="1" anchor="ctr">
              <a:spAutoFit/>
            </a:bodyPr>
            <a:lstStyle>
              <a:lvl1pPr>
                <a:defRPr>
                  <a:solidFill>
                    <a:srgbClr val="000000"/>
                  </a:solidFill>
                </a:defRPr>
              </a:lvl1pPr>
            </a:lstStyle>
            <a:p>
              <a:r>
                <a:t>Live</a:t>
              </a:r>
            </a:p>
          </p:txBody>
        </p:sp>
        <p:sp>
          <p:nvSpPr>
            <p:cNvPr id="34" name="Live">
              <a:extLst>
                <a:ext uri="{FF2B5EF4-FFF2-40B4-BE49-F238E27FC236}">
                  <a16:creationId xmlns:a16="http://schemas.microsoft.com/office/drawing/2014/main" id="{D0106E8E-0559-2E59-36B6-F5E3478B0EE0}"/>
                </a:ext>
              </a:extLst>
            </p:cNvPr>
            <p:cNvSpPr txBox="1"/>
            <p:nvPr/>
          </p:nvSpPr>
          <p:spPr>
            <a:xfrm>
              <a:off x="6094031" y="514344"/>
              <a:ext cx="515462" cy="379591"/>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50800" tIns="50800" rIns="50800" bIns="50800" numCol="1" anchor="ctr">
              <a:spAutoFit/>
            </a:bodyPr>
            <a:lstStyle>
              <a:lvl1pPr>
                <a:defRPr>
                  <a:solidFill>
                    <a:srgbClr val="000000"/>
                  </a:solidFill>
                </a:defRPr>
              </a:lvl1pPr>
            </a:lstStyle>
            <a:p>
              <a:r>
                <a:t>Live</a:t>
              </a:r>
            </a:p>
          </p:txBody>
        </p:sp>
        <p:sp>
          <p:nvSpPr>
            <p:cNvPr id="35" name="Live">
              <a:extLst>
                <a:ext uri="{FF2B5EF4-FFF2-40B4-BE49-F238E27FC236}">
                  <a16:creationId xmlns:a16="http://schemas.microsoft.com/office/drawing/2014/main" id="{EB08081F-51FA-17BA-C414-FF8489A01945}"/>
                </a:ext>
              </a:extLst>
            </p:cNvPr>
            <p:cNvSpPr txBox="1"/>
            <p:nvPr/>
          </p:nvSpPr>
          <p:spPr>
            <a:xfrm>
              <a:off x="8532431" y="514344"/>
              <a:ext cx="515462" cy="379591"/>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50800" tIns="50800" rIns="50800" bIns="50800" numCol="1" anchor="ctr">
              <a:spAutoFit/>
            </a:bodyPr>
            <a:lstStyle>
              <a:lvl1pPr>
                <a:defRPr>
                  <a:solidFill>
                    <a:srgbClr val="000000"/>
                  </a:solidFill>
                </a:defRPr>
              </a:lvl1pPr>
            </a:lstStyle>
            <a:p>
              <a:r>
                <a:t>Live</a:t>
              </a:r>
            </a:p>
          </p:txBody>
        </p:sp>
      </p:grpSp>
      <p:sp>
        <p:nvSpPr>
          <p:cNvPr id="36" name="Line">
            <a:extLst>
              <a:ext uri="{FF2B5EF4-FFF2-40B4-BE49-F238E27FC236}">
                <a16:creationId xmlns:a16="http://schemas.microsoft.com/office/drawing/2014/main" id="{40581BBE-B7E0-5308-0E87-1B3BEA9AAE82}"/>
              </a:ext>
            </a:extLst>
          </p:cNvPr>
          <p:cNvSpPr/>
          <p:nvPr/>
        </p:nvSpPr>
        <p:spPr>
          <a:xfrm>
            <a:off x="16950394" y="10183920"/>
            <a:ext cx="1" cy="1457453"/>
          </a:xfrm>
          <a:prstGeom prst="line">
            <a:avLst/>
          </a:prstGeom>
          <a:ln w="25400">
            <a:solidFill>
              <a:schemeClr val="bg1"/>
            </a:solidFill>
            <a:miter lim="400000"/>
            <a:tailEnd type="triangle"/>
          </a:ln>
        </p:spPr>
        <p:txBody>
          <a:bodyPr lIns="50800" tIns="50800" rIns="50800" bIns="50800" anchor="ctr"/>
          <a:lstStyle/>
          <a:p>
            <a:endParaRPr/>
          </a:p>
        </p:txBody>
      </p:sp>
      <p:grpSp>
        <p:nvGrpSpPr>
          <p:cNvPr id="37" name="Group">
            <a:extLst>
              <a:ext uri="{FF2B5EF4-FFF2-40B4-BE49-F238E27FC236}">
                <a16:creationId xmlns:a16="http://schemas.microsoft.com/office/drawing/2014/main" id="{33B448CF-2D87-BF1E-EAB2-7D2846764085}"/>
              </a:ext>
            </a:extLst>
          </p:cNvPr>
          <p:cNvGrpSpPr/>
          <p:nvPr/>
        </p:nvGrpSpPr>
        <p:grpSpPr>
          <a:xfrm>
            <a:off x="11275753" y="11666221"/>
            <a:ext cx="10775552" cy="1270001"/>
            <a:chOff x="0" y="0"/>
            <a:chExt cx="10775551" cy="1270000"/>
          </a:xfrm>
        </p:grpSpPr>
        <p:sp>
          <p:nvSpPr>
            <p:cNvPr id="38" name="Rectangle">
              <a:extLst>
                <a:ext uri="{FF2B5EF4-FFF2-40B4-BE49-F238E27FC236}">
                  <a16:creationId xmlns:a16="http://schemas.microsoft.com/office/drawing/2014/main" id="{C14A23FC-4E94-5F68-37BF-2B26F1F8BC67}"/>
                </a:ext>
              </a:extLst>
            </p:cNvPr>
            <p:cNvSpPr/>
            <p:nvPr/>
          </p:nvSpPr>
          <p:spPr>
            <a:xfrm>
              <a:off x="5127425" y="0"/>
              <a:ext cx="2135188" cy="1270000"/>
            </a:xfrm>
            <a:prstGeom prst="rect">
              <a:avLst/>
            </a:prstGeom>
            <a:solidFill>
              <a:srgbClr val="F29111"/>
            </a:solidFill>
            <a:ln w="12700" cap="flat">
              <a:noFill/>
              <a:miter lim="400000"/>
            </a:ln>
            <a:effectLst/>
          </p:spPr>
          <p:txBody>
            <a:bodyPr wrap="square" lIns="50800" tIns="50800" rIns="50800" bIns="50800" numCol="1" anchor="ctr">
              <a:noAutofit/>
            </a:bodyPr>
            <a:lstStyle/>
            <a:p>
              <a:pPr defTabSz="825500">
                <a:defRPr sz="3200">
                  <a:solidFill>
                    <a:srgbClr val="000000"/>
                  </a:solidFill>
                  <a:latin typeface="Helvetica Neue Medium"/>
                  <a:ea typeface="Helvetica Neue Medium"/>
                  <a:cs typeface="Helvetica Neue Medium"/>
                  <a:sym typeface="Helvetica Neue Medium"/>
                </a:defRPr>
              </a:pPr>
              <a:endParaRPr sz="3200" dirty="0"/>
            </a:p>
          </p:txBody>
        </p:sp>
        <p:sp>
          <p:nvSpPr>
            <p:cNvPr id="39" name="Rectangle">
              <a:extLst>
                <a:ext uri="{FF2B5EF4-FFF2-40B4-BE49-F238E27FC236}">
                  <a16:creationId xmlns:a16="http://schemas.microsoft.com/office/drawing/2014/main" id="{2A09C9DB-E51E-0348-F077-6AC4AB622F77}"/>
                </a:ext>
              </a:extLst>
            </p:cNvPr>
            <p:cNvSpPr/>
            <p:nvPr/>
          </p:nvSpPr>
          <p:spPr>
            <a:xfrm>
              <a:off x="0" y="0"/>
              <a:ext cx="968756" cy="1270000"/>
            </a:xfrm>
            <a:prstGeom prst="rect">
              <a:avLst/>
            </a:prstGeom>
            <a:solidFill>
              <a:srgbClr val="B7ECF5"/>
            </a:solidFill>
            <a:ln w="12700" cap="flat">
              <a:noFill/>
              <a:miter lim="400000"/>
            </a:ln>
            <a:effectLst/>
          </p:spPr>
          <p:txBody>
            <a:bodyPr wrap="square" lIns="50800" tIns="50800" rIns="50800" bIns="50800" numCol="1" anchor="ctr">
              <a:noAutofit/>
            </a:bodyPr>
            <a:lstStyle/>
            <a:p>
              <a:pPr defTabSz="825500">
                <a:defRPr sz="3200">
                  <a:solidFill>
                    <a:srgbClr val="000000"/>
                  </a:solidFill>
                  <a:latin typeface="Helvetica Neue Medium"/>
                  <a:ea typeface="Helvetica Neue Medium"/>
                  <a:cs typeface="Helvetica Neue Medium"/>
                  <a:sym typeface="Helvetica Neue Medium"/>
                </a:defRPr>
              </a:pPr>
              <a:endParaRPr sz="3200"/>
            </a:p>
          </p:txBody>
        </p:sp>
        <p:sp>
          <p:nvSpPr>
            <p:cNvPr id="40" name="Square">
              <a:extLst>
                <a:ext uri="{FF2B5EF4-FFF2-40B4-BE49-F238E27FC236}">
                  <a16:creationId xmlns:a16="http://schemas.microsoft.com/office/drawing/2014/main" id="{36EA056A-4847-7213-2DD9-FE544911C7FA}"/>
                </a:ext>
              </a:extLst>
            </p:cNvPr>
            <p:cNvSpPr/>
            <p:nvPr/>
          </p:nvSpPr>
          <p:spPr>
            <a:xfrm>
              <a:off x="981456" y="0"/>
              <a:ext cx="1270001" cy="1270000"/>
            </a:xfrm>
            <a:prstGeom prst="rect">
              <a:avLst/>
            </a:prstGeom>
            <a:solidFill>
              <a:srgbClr val="B7ECF5"/>
            </a:solidFill>
            <a:ln w="12700" cap="flat">
              <a:noFill/>
              <a:miter lim="400000"/>
            </a:ln>
            <a:effectLst/>
          </p:spPr>
          <p:txBody>
            <a:bodyPr wrap="square" lIns="50800" tIns="50800" rIns="50800" bIns="50800" numCol="1" anchor="ctr">
              <a:noAutofit/>
            </a:bodyPr>
            <a:lstStyle/>
            <a:p>
              <a:pPr defTabSz="825500">
                <a:defRPr sz="3200">
                  <a:solidFill>
                    <a:srgbClr val="000000"/>
                  </a:solidFill>
                  <a:latin typeface="Helvetica Neue Medium"/>
                  <a:ea typeface="Helvetica Neue Medium"/>
                  <a:cs typeface="Helvetica Neue Medium"/>
                  <a:sym typeface="Helvetica Neue Medium"/>
                </a:defRPr>
              </a:pPr>
              <a:endParaRPr sz="3200"/>
            </a:p>
          </p:txBody>
        </p:sp>
        <p:sp>
          <p:nvSpPr>
            <p:cNvPr id="41" name="Square">
              <a:extLst>
                <a:ext uri="{FF2B5EF4-FFF2-40B4-BE49-F238E27FC236}">
                  <a16:creationId xmlns:a16="http://schemas.microsoft.com/office/drawing/2014/main" id="{DECAB814-1312-33F5-5626-5C861B96ACB0}"/>
                </a:ext>
              </a:extLst>
            </p:cNvPr>
            <p:cNvSpPr/>
            <p:nvPr/>
          </p:nvSpPr>
          <p:spPr>
            <a:xfrm>
              <a:off x="8235550" y="0"/>
              <a:ext cx="1270001" cy="1270000"/>
            </a:xfrm>
            <a:prstGeom prst="rect">
              <a:avLst/>
            </a:prstGeom>
            <a:solidFill>
              <a:srgbClr val="F29111"/>
            </a:solidFill>
            <a:ln w="12700" cap="flat">
              <a:noFill/>
              <a:miter lim="400000"/>
            </a:ln>
            <a:effectLst/>
          </p:spPr>
          <p:txBody>
            <a:bodyPr wrap="square" lIns="50800" tIns="50800" rIns="50800" bIns="50800" numCol="1" anchor="ctr">
              <a:noAutofit/>
            </a:bodyPr>
            <a:lstStyle/>
            <a:p>
              <a:pPr defTabSz="825500">
                <a:defRPr sz="3200">
                  <a:solidFill>
                    <a:srgbClr val="000000"/>
                  </a:solidFill>
                  <a:latin typeface="Helvetica Neue Medium"/>
                  <a:ea typeface="Helvetica Neue Medium"/>
                  <a:cs typeface="Helvetica Neue Medium"/>
                  <a:sym typeface="Helvetica Neue Medium"/>
                </a:defRPr>
              </a:pPr>
              <a:endParaRPr sz="3200"/>
            </a:p>
          </p:txBody>
        </p:sp>
        <p:sp>
          <p:nvSpPr>
            <p:cNvPr id="42" name="Rectangle">
              <a:extLst>
                <a:ext uri="{FF2B5EF4-FFF2-40B4-BE49-F238E27FC236}">
                  <a16:creationId xmlns:a16="http://schemas.microsoft.com/office/drawing/2014/main" id="{8DD143C2-F4F1-ACF0-E676-BD5A1C164247}"/>
                </a:ext>
              </a:extLst>
            </p:cNvPr>
            <p:cNvSpPr/>
            <p:nvPr/>
          </p:nvSpPr>
          <p:spPr>
            <a:xfrm>
              <a:off x="2263723" y="0"/>
              <a:ext cx="1576897" cy="1270000"/>
            </a:xfrm>
            <a:prstGeom prst="rect">
              <a:avLst/>
            </a:prstGeom>
            <a:solidFill>
              <a:srgbClr val="B7ECF5"/>
            </a:solidFill>
            <a:ln w="12700" cap="flat">
              <a:noFill/>
              <a:miter lim="400000"/>
            </a:ln>
            <a:effectLst/>
          </p:spPr>
          <p:txBody>
            <a:bodyPr wrap="square" lIns="50800" tIns="50800" rIns="50800" bIns="50800" numCol="1" anchor="ctr">
              <a:noAutofit/>
            </a:bodyPr>
            <a:lstStyle/>
            <a:p>
              <a:pPr defTabSz="825500">
                <a:defRPr sz="3200">
                  <a:solidFill>
                    <a:srgbClr val="000000"/>
                  </a:solidFill>
                  <a:latin typeface="Helvetica Neue Medium"/>
                  <a:ea typeface="Helvetica Neue Medium"/>
                  <a:cs typeface="Helvetica Neue Medium"/>
                  <a:sym typeface="Helvetica Neue Medium"/>
                </a:defRPr>
              </a:pPr>
              <a:endParaRPr sz="3200"/>
            </a:p>
          </p:txBody>
        </p:sp>
        <p:sp>
          <p:nvSpPr>
            <p:cNvPr id="43" name="Rectangle">
              <a:extLst>
                <a:ext uri="{FF2B5EF4-FFF2-40B4-BE49-F238E27FC236}">
                  <a16:creationId xmlns:a16="http://schemas.microsoft.com/office/drawing/2014/main" id="{CA846F1D-F913-FCDB-B94C-7F56784F1187}"/>
                </a:ext>
              </a:extLst>
            </p:cNvPr>
            <p:cNvSpPr/>
            <p:nvPr/>
          </p:nvSpPr>
          <p:spPr>
            <a:xfrm>
              <a:off x="7266793" y="0"/>
              <a:ext cx="968757" cy="1270000"/>
            </a:xfrm>
            <a:prstGeom prst="rect">
              <a:avLst/>
            </a:prstGeom>
            <a:solidFill>
              <a:srgbClr val="F29111"/>
            </a:solidFill>
            <a:ln w="12700" cap="flat">
              <a:noFill/>
              <a:miter lim="400000"/>
            </a:ln>
            <a:effectLst/>
          </p:spPr>
          <p:txBody>
            <a:bodyPr wrap="square" lIns="50800" tIns="50800" rIns="50800" bIns="50800" numCol="1" anchor="ctr">
              <a:noAutofit/>
            </a:bodyPr>
            <a:lstStyle/>
            <a:p>
              <a:pPr defTabSz="825500">
                <a:defRPr sz="3200">
                  <a:solidFill>
                    <a:srgbClr val="000000"/>
                  </a:solidFill>
                  <a:latin typeface="Helvetica Neue Medium"/>
                  <a:ea typeface="Helvetica Neue Medium"/>
                  <a:cs typeface="Helvetica Neue Medium"/>
                  <a:sym typeface="Helvetica Neue Medium"/>
                </a:defRPr>
              </a:pPr>
              <a:endParaRPr sz="3200"/>
            </a:p>
          </p:txBody>
        </p:sp>
        <p:sp>
          <p:nvSpPr>
            <p:cNvPr id="44" name="Square">
              <a:extLst>
                <a:ext uri="{FF2B5EF4-FFF2-40B4-BE49-F238E27FC236}">
                  <a16:creationId xmlns:a16="http://schemas.microsoft.com/office/drawing/2014/main" id="{6C07BA8D-ABDA-66DD-1BB0-3B959CC89E30}"/>
                </a:ext>
              </a:extLst>
            </p:cNvPr>
            <p:cNvSpPr/>
            <p:nvPr/>
          </p:nvSpPr>
          <p:spPr>
            <a:xfrm>
              <a:off x="3851075" y="0"/>
              <a:ext cx="1270001" cy="1270000"/>
            </a:xfrm>
            <a:prstGeom prst="rect">
              <a:avLst/>
            </a:prstGeom>
            <a:solidFill>
              <a:srgbClr val="B7ECF5"/>
            </a:solidFill>
            <a:ln w="12700" cap="flat">
              <a:noFill/>
              <a:miter lim="400000"/>
            </a:ln>
            <a:effectLst/>
          </p:spPr>
          <p:txBody>
            <a:bodyPr wrap="square" lIns="50800" tIns="50800" rIns="50800" bIns="50800" numCol="1" anchor="ctr">
              <a:noAutofit/>
            </a:bodyPr>
            <a:lstStyle/>
            <a:p>
              <a:pPr defTabSz="825500">
                <a:defRPr sz="3200">
                  <a:solidFill>
                    <a:srgbClr val="000000"/>
                  </a:solidFill>
                  <a:latin typeface="Helvetica Neue Medium"/>
                  <a:ea typeface="Helvetica Neue Medium"/>
                  <a:cs typeface="Helvetica Neue Medium"/>
                  <a:sym typeface="Helvetica Neue Medium"/>
                </a:defRPr>
              </a:pPr>
              <a:endParaRPr sz="3200"/>
            </a:p>
          </p:txBody>
        </p:sp>
        <p:sp>
          <p:nvSpPr>
            <p:cNvPr id="45" name="Square">
              <a:extLst>
                <a:ext uri="{FF2B5EF4-FFF2-40B4-BE49-F238E27FC236}">
                  <a16:creationId xmlns:a16="http://schemas.microsoft.com/office/drawing/2014/main" id="{CCC30AFB-B512-53C1-E457-968294D887FC}"/>
                </a:ext>
              </a:extLst>
            </p:cNvPr>
            <p:cNvSpPr/>
            <p:nvPr/>
          </p:nvSpPr>
          <p:spPr>
            <a:xfrm>
              <a:off x="9505550" y="0"/>
              <a:ext cx="1270001" cy="1270000"/>
            </a:xfrm>
            <a:prstGeom prst="rect">
              <a:avLst/>
            </a:prstGeom>
            <a:solidFill>
              <a:srgbClr val="F29111"/>
            </a:solidFill>
            <a:ln w="12700" cap="flat">
              <a:noFill/>
              <a:miter lim="400000"/>
            </a:ln>
            <a:effectLst/>
          </p:spPr>
          <p:txBody>
            <a:bodyPr wrap="square" lIns="50800" tIns="50800" rIns="50800" bIns="50800" numCol="1" anchor="ctr">
              <a:noAutofit/>
            </a:bodyPr>
            <a:lstStyle/>
            <a:p>
              <a:pPr defTabSz="825500">
                <a:defRPr sz="3200">
                  <a:solidFill>
                    <a:srgbClr val="000000"/>
                  </a:solidFill>
                  <a:latin typeface="Helvetica Neue Medium"/>
                  <a:ea typeface="Helvetica Neue Medium"/>
                  <a:cs typeface="Helvetica Neue Medium"/>
                  <a:sym typeface="Helvetica Neue Medium"/>
                </a:defRPr>
              </a:pPr>
              <a:endParaRPr sz="3200" dirty="0"/>
            </a:p>
          </p:txBody>
        </p:sp>
        <p:sp>
          <p:nvSpPr>
            <p:cNvPr id="46" name="Live">
              <a:extLst>
                <a:ext uri="{FF2B5EF4-FFF2-40B4-BE49-F238E27FC236}">
                  <a16:creationId xmlns:a16="http://schemas.microsoft.com/office/drawing/2014/main" id="{A2B935EA-ECE0-D8FC-71CD-10C28B69656C}"/>
                </a:ext>
              </a:extLst>
            </p:cNvPr>
            <p:cNvSpPr txBox="1"/>
            <p:nvPr/>
          </p:nvSpPr>
          <p:spPr>
            <a:xfrm>
              <a:off x="81787" y="514344"/>
              <a:ext cx="515462" cy="379591"/>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50800" tIns="50800" rIns="50800" bIns="50800" numCol="1" anchor="ctr">
              <a:spAutoFit/>
            </a:bodyPr>
            <a:lstStyle>
              <a:lvl1pPr>
                <a:defRPr>
                  <a:solidFill>
                    <a:srgbClr val="000000"/>
                  </a:solidFill>
                </a:defRPr>
              </a:lvl1pPr>
            </a:lstStyle>
            <a:p>
              <a:r>
                <a:t>Live</a:t>
              </a:r>
            </a:p>
          </p:txBody>
        </p:sp>
        <p:sp>
          <p:nvSpPr>
            <p:cNvPr id="47" name="Live">
              <a:extLst>
                <a:ext uri="{FF2B5EF4-FFF2-40B4-BE49-F238E27FC236}">
                  <a16:creationId xmlns:a16="http://schemas.microsoft.com/office/drawing/2014/main" id="{CD013862-2DF3-130C-B19B-839219D40BF2}"/>
                </a:ext>
              </a:extLst>
            </p:cNvPr>
            <p:cNvSpPr txBox="1"/>
            <p:nvPr/>
          </p:nvSpPr>
          <p:spPr>
            <a:xfrm>
              <a:off x="1295400" y="514344"/>
              <a:ext cx="515462" cy="379591"/>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50800" tIns="50800" rIns="50800" bIns="50800" numCol="1" anchor="ctr">
              <a:spAutoFit/>
            </a:bodyPr>
            <a:lstStyle>
              <a:lvl1pPr>
                <a:defRPr>
                  <a:solidFill>
                    <a:srgbClr val="000000"/>
                  </a:solidFill>
                </a:defRPr>
              </a:lvl1pPr>
            </a:lstStyle>
            <a:p>
              <a:r>
                <a:t>Live</a:t>
              </a:r>
            </a:p>
          </p:txBody>
        </p:sp>
        <p:sp>
          <p:nvSpPr>
            <p:cNvPr id="48" name="Live">
              <a:extLst>
                <a:ext uri="{FF2B5EF4-FFF2-40B4-BE49-F238E27FC236}">
                  <a16:creationId xmlns:a16="http://schemas.microsoft.com/office/drawing/2014/main" id="{7B5C3413-37A3-5BC2-AC7D-6CE08EC46840}"/>
                </a:ext>
              </a:extLst>
            </p:cNvPr>
            <p:cNvSpPr txBox="1"/>
            <p:nvPr/>
          </p:nvSpPr>
          <p:spPr>
            <a:xfrm>
              <a:off x="2603067" y="514344"/>
              <a:ext cx="515462" cy="379591"/>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50800" tIns="50800" rIns="50800" bIns="50800" numCol="1" anchor="ctr">
              <a:spAutoFit/>
            </a:bodyPr>
            <a:lstStyle>
              <a:lvl1pPr>
                <a:defRPr>
                  <a:solidFill>
                    <a:srgbClr val="000000"/>
                  </a:solidFill>
                </a:defRPr>
              </a:lvl1pPr>
            </a:lstStyle>
            <a:p>
              <a:r>
                <a:t>Live</a:t>
              </a:r>
            </a:p>
          </p:txBody>
        </p:sp>
        <p:sp>
          <p:nvSpPr>
            <p:cNvPr id="49" name="Live">
              <a:extLst>
                <a:ext uri="{FF2B5EF4-FFF2-40B4-BE49-F238E27FC236}">
                  <a16:creationId xmlns:a16="http://schemas.microsoft.com/office/drawing/2014/main" id="{5028B7D2-C20E-9299-0C2A-2770D6DE2D95}"/>
                </a:ext>
              </a:extLst>
            </p:cNvPr>
            <p:cNvSpPr txBox="1"/>
            <p:nvPr/>
          </p:nvSpPr>
          <p:spPr>
            <a:xfrm>
              <a:off x="4037736" y="514344"/>
              <a:ext cx="515462" cy="379591"/>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50800" tIns="50800" rIns="50800" bIns="50800" numCol="1" anchor="ctr">
              <a:spAutoFit/>
            </a:bodyPr>
            <a:lstStyle>
              <a:lvl1pPr>
                <a:defRPr>
                  <a:solidFill>
                    <a:srgbClr val="000000"/>
                  </a:solidFill>
                </a:defRPr>
              </a:lvl1pPr>
            </a:lstStyle>
            <a:p>
              <a:r>
                <a:t>Live</a:t>
              </a:r>
            </a:p>
          </p:txBody>
        </p:sp>
      </p:grpSp>
      <p:sp>
        <p:nvSpPr>
          <p:cNvPr id="52" name="Slide Number Placeholder 4">
            <a:extLst>
              <a:ext uri="{FF2B5EF4-FFF2-40B4-BE49-F238E27FC236}">
                <a16:creationId xmlns:a16="http://schemas.microsoft.com/office/drawing/2014/main" id="{98763CB9-8DE5-39C6-89A2-2183F7311C26}"/>
              </a:ext>
            </a:extLst>
          </p:cNvPr>
          <p:cNvSpPr txBox="1">
            <a:spLocks/>
          </p:cNvSpPr>
          <p:nvPr/>
        </p:nvSpPr>
        <p:spPr>
          <a:xfrm>
            <a:off x="449152" y="13158747"/>
            <a:ext cx="871646" cy="730250"/>
          </a:xfrm>
          <a:prstGeom prst="rect">
            <a:avLst/>
          </a:prstGeom>
        </p:spPr>
        <p:txBody>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defRPr/>
            </a:pPr>
            <a:fld id="{CFF4B978-1D82-7745-80C5-DBABA6B131D3}" type="slidenum">
              <a:rPr lang="en-US" sz="1600" smtClean="0">
                <a:solidFill>
                  <a:srgbClr val="E3E1DD"/>
                </a:solidFill>
                <a:latin typeface="Oracle Sans" panose="020B0503020204020204" pitchFamily="34" charset="0"/>
                <a:cs typeface="Oracle Sans" panose="020B0503020204020204" pitchFamily="34" charset="0"/>
              </a:rPr>
              <a:pPr>
                <a:defRPr/>
              </a:pPr>
              <a:t>25</a:t>
            </a:fld>
            <a:endParaRPr lang="en-US" sz="1600" dirty="0">
              <a:solidFill>
                <a:srgbClr val="E3E1DD"/>
              </a:solidFill>
              <a:latin typeface="Oracle Sans" panose="020B0503020204020204" pitchFamily="34" charset="0"/>
              <a:cs typeface="Oracle Sans" panose="020B0503020204020204" pitchFamily="34" charset="0"/>
            </a:endParaRPr>
          </a:p>
        </p:txBody>
      </p:sp>
    </p:spTree>
    <p:extLst>
      <p:ext uri="{BB962C8B-B14F-4D97-AF65-F5344CB8AC3E}">
        <p14:creationId xmlns:p14="http://schemas.microsoft.com/office/powerpoint/2010/main" val="296685253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bg>
      <p:bgPr>
        <a:solidFill>
          <a:srgbClr val="00798E"/>
        </a:solidFill>
        <a:effectLst/>
      </p:bgPr>
    </p:bg>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A4187513-48A4-4F51-B76F-3D53F63EDF6B}"/>
              </a:ext>
            </a:extLst>
          </p:cNvPr>
          <p:cNvSpPr>
            <a:spLocks noGrp="1"/>
          </p:cNvSpPr>
          <p:nvPr/>
        </p:nvSpPr>
        <p:spPr>
          <a:xfrm>
            <a:off x="952500" y="809625"/>
            <a:ext cx="22098000" cy="1714500"/>
          </a:xfrm>
          <a:prstGeom prst="rect">
            <a:avLst/>
          </a:prstGeom>
          <a:noFill/>
          <a:ln w="0">
            <a:noFill/>
          </a:ln>
        </p:spPr>
        <p:txBody>
          <a:bodyPr>
            <a:noAutofit/>
          </a:bodyPr>
          <a:lstStyle/>
          <a:p>
            <a:pPr>
              <a:defRPr sz="6000" b="0">
                <a:solidFill>
                  <a:srgbClr val="FFFFFF"/>
                </a:solidFill>
                <a:latin typeface="Arial"/>
                <a:ea typeface="Arial"/>
                <a:cs typeface="Arial"/>
              </a:defRPr>
            </a:pPr>
            <a:r>
              <a:rPr sz="6000" b="0">
                <a:solidFill>
                  <a:srgbClr val="FFFFFF"/>
                </a:solidFill>
                <a:latin typeface="Arial"/>
                <a:ea typeface="Arial"/>
                <a:cs typeface="Arial"/>
              </a:rPr>
              <a:t>How these jobs differ by collector</a:t>
            </a:r>
          </a:p>
        </p:txBody>
      </p:sp>
      <p:graphicFrame>
        <p:nvGraphicFramePr>
          <p:cNvPr id="5" name="Table 4"/>
          <p:cNvGraphicFramePr/>
          <p:nvPr/>
        </p:nvGraphicFramePr>
        <p:xfrm>
          <a:off x="1381125" y="3333750"/>
          <a:ext cx="21621750" cy="7715250"/>
        </p:xfrm>
        <a:graphic>
          <a:graphicData uri="http://schemas.openxmlformats.org/drawingml/2006/table">
            <a:tbl>
              <a:tblPr/>
              <a:tblGrid>
                <a:gridCol w="4095750">
                  <a:extLst>
                    <a:ext uri="{9D8B030D-6E8A-4147-A177-3AD203B41FA5}">
                      <a16:colId xmlns:a16="http://schemas.microsoft.com/office/drawing/2014/main" val="20000"/>
                    </a:ext>
                  </a:extLst>
                </a:gridCol>
                <a:gridCol w="10477500">
                  <a:extLst>
                    <a:ext uri="{9D8B030D-6E8A-4147-A177-3AD203B41FA5}">
                      <a16:colId xmlns:a16="http://schemas.microsoft.com/office/drawing/2014/main" val="20001"/>
                    </a:ext>
                  </a:extLst>
                </a:gridCol>
                <a:gridCol w="7048500">
                  <a:extLst>
                    <a:ext uri="{9D8B030D-6E8A-4147-A177-3AD203B41FA5}">
                      <a16:colId xmlns:a16="http://schemas.microsoft.com/office/drawing/2014/main" val="20002"/>
                    </a:ext>
                  </a:extLst>
                </a:gridCol>
              </a:tblGrid>
              <a:tr h="1543050">
                <a:tc>
                  <a:txBody>
                    <a:bodyPr/>
                    <a:lstStyle/>
                    <a:p>
                      <a:r>
                        <a:rPr sz="3225" b="1">
                          <a:solidFill>
                            <a:srgbClr val="FFFFFF"/>
                          </a:solidFill>
                          <a:latin typeface="Arial"/>
                          <a:ea typeface="Arial"/>
                          <a:cs typeface="Arial"/>
                        </a:rPr>
                        <a:t>Collector</a:t>
                      </a:r>
                    </a:p>
                  </a:txBody>
                  <a:tcPr>
                    <a:solidFill>
                      <a:srgbClr val="043F4D"/>
                    </a:solidFill>
                  </a:tcPr>
                </a:tc>
                <a:tc>
                  <a:txBody>
                    <a:bodyPr/>
                    <a:lstStyle/>
                    <a:p>
                      <a:r>
                        <a:rPr sz="3225" b="1">
                          <a:solidFill>
                            <a:srgbClr val="FFFFFF"/>
                          </a:solidFill>
                          <a:latin typeface="Arial"/>
                          <a:ea typeface="Arial"/>
                          <a:cs typeface="Arial"/>
                        </a:rPr>
                        <a:t>Typical collection work</a:t>
                      </a:r>
                    </a:p>
                  </a:txBody>
                  <a:tcPr>
                    <a:solidFill>
                      <a:srgbClr val="043F4D"/>
                    </a:solidFill>
                  </a:tcPr>
                </a:tc>
                <a:tc>
                  <a:txBody>
                    <a:bodyPr/>
                    <a:lstStyle/>
                    <a:p>
                      <a:r>
                        <a:rPr sz="3225" b="1">
                          <a:solidFill>
                            <a:srgbClr val="FFFFFF"/>
                          </a:solidFill>
                          <a:latin typeface="Arial"/>
                          <a:ea typeface="Arial"/>
                          <a:cs typeface="Arial"/>
                        </a:rPr>
                        <a:t>What pauses?</a:t>
                      </a:r>
                    </a:p>
                  </a:txBody>
                  <a:tcPr>
                    <a:solidFill>
                      <a:srgbClr val="043F4D"/>
                    </a:solidFill>
                  </a:tcPr>
                </a:tc>
                <a:extLst>
                  <a:ext uri="{0D108BD9-81ED-4DB2-BD59-A6C34878D82A}">
                    <a16:rowId xmlns:a16="http://schemas.microsoft.com/office/drawing/2014/main" val="10000"/>
                  </a:ext>
                </a:extLst>
              </a:tr>
              <a:tr h="1543050">
                <a:tc>
                  <a:txBody>
                    <a:bodyPr/>
                    <a:lstStyle/>
                    <a:p>
                      <a:r>
                        <a:rPr sz="3225" b="0">
                          <a:solidFill>
                            <a:srgbClr val="043F4D"/>
                          </a:solidFill>
                          <a:latin typeface="Arial"/>
                          <a:ea typeface="Arial"/>
                          <a:cs typeface="Arial"/>
                        </a:rPr>
                        <a:t>Serial / Parallel</a:t>
                      </a:r>
                    </a:p>
                  </a:txBody>
                  <a:tcPr>
                    <a:solidFill>
                      <a:srgbClr val="E8F2F3"/>
                    </a:solidFill>
                  </a:tcPr>
                </a:tc>
                <a:tc>
                  <a:txBody>
                    <a:bodyPr/>
                    <a:lstStyle/>
                    <a:p>
                      <a:r>
                        <a:rPr sz="3225" b="0">
                          <a:solidFill>
                            <a:srgbClr val="043F4D"/>
                          </a:solidFill>
                          <a:latin typeface="Arial"/>
                          <a:ea typeface="Arial"/>
                          <a:cs typeface="Arial"/>
                        </a:rPr>
                        <a:t>Copy young survivors, compact old objects</a:t>
                      </a:r>
                    </a:p>
                  </a:txBody>
                  <a:tcPr>
                    <a:solidFill>
                      <a:srgbClr val="E8F2F3"/>
                    </a:solidFill>
                  </a:tcPr>
                </a:tc>
                <a:tc>
                  <a:txBody>
                    <a:bodyPr/>
                    <a:lstStyle/>
                    <a:p>
                      <a:r>
                        <a:rPr sz="3225" b="0">
                          <a:solidFill>
                            <a:srgbClr val="043F4D"/>
                          </a:solidFill>
                          <a:latin typeface="Arial"/>
                          <a:ea typeface="Arial"/>
                          <a:cs typeface="Arial"/>
                        </a:rPr>
                        <a:t>Collection work</a:t>
                      </a:r>
                    </a:p>
                  </a:txBody>
                  <a:tcPr>
                    <a:solidFill>
                      <a:srgbClr val="E8F2F3"/>
                    </a:solidFill>
                  </a:tcPr>
                </a:tc>
                <a:extLst>
                  <a:ext uri="{0D108BD9-81ED-4DB2-BD59-A6C34878D82A}">
                    <a16:rowId xmlns:a16="http://schemas.microsoft.com/office/drawing/2014/main" val="10001"/>
                  </a:ext>
                </a:extLst>
              </a:tr>
              <a:tr h="1543050">
                <a:tc>
                  <a:txBody>
                    <a:bodyPr/>
                    <a:lstStyle/>
                    <a:p>
                      <a:r>
                        <a:rPr sz="3225" b="0">
                          <a:solidFill>
                            <a:srgbClr val="043F4D"/>
                          </a:solidFill>
                          <a:latin typeface="Arial"/>
                          <a:ea typeface="Arial"/>
                          <a:cs typeface="Arial"/>
                        </a:rPr>
                        <a:t>CMS (historical)</a:t>
                      </a:r>
                    </a:p>
                  </a:txBody>
                  <a:tcPr>
                    <a:solidFill>
                      <a:srgbClr val="D2E5E8"/>
                    </a:solidFill>
                  </a:tcPr>
                </a:tc>
                <a:tc>
                  <a:txBody>
                    <a:bodyPr/>
                    <a:lstStyle/>
                    <a:p>
                      <a:r>
                        <a:rPr sz="3225" b="0">
                          <a:solidFill>
                            <a:srgbClr val="043F4D"/>
                          </a:solidFill>
                          <a:latin typeface="Arial"/>
                          <a:ea typeface="Arial"/>
                          <a:cs typeface="Arial"/>
                        </a:rPr>
                        <a:t>Concurrent marking and sweeping</a:t>
                      </a:r>
                    </a:p>
                  </a:txBody>
                  <a:tcPr>
                    <a:solidFill>
                      <a:srgbClr val="D2E5E8"/>
                    </a:solidFill>
                  </a:tcPr>
                </a:tc>
                <a:tc>
                  <a:txBody>
                    <a:bodyPr/>
                    <a:lstStyle/>
                    <a:p>
                      <a:r>
                        <a:rPr sz="3225" b="0">
                          <a:solidFill>
                            <a:srgbClr val="043F4D"/>
                          </a:solidFill>
                          <a:latin typeface="Arial"/>
                          <a:ea typeface="Arial"/>
                          <a:cs typeface="Arial"/>
                        </a:rPr>
                        <a:t>Initial mark, remark and young GC</a:t>
                      </a:r>
                    </a:p>
                  </a:txBody>
                  <a:tcPr>
                    <a:solidFill>
                      <a:srgbClr val="D2E5E8"/>
                    </a:solidFill>
                  </a:tcPr>
                </a:tc>
                <a:extLst>
                  <a:ext uri="{0D108BD9-81ED-4DB2-BD59-A6C34878D82A}">
                    <a16:rowId xmlns:a16="http://schemas.microsoft.com/office/drawing/2014/main" val="10002"/>
                  </a:ext>
                </a:extLst>
              </a:tr>
              <a:tr h="1543050">
                <a:tc>
                  <a:txBody>
                    <a:bodyPr/>
                    <a:lstStyle/>
                    <a:p>
                      <a:r>
                        <a:rPr sz="3225" b="0">
                          <a:solidFill>
                            <a:srgbClr val="043F4D"/>
                          </a:solidFill>
                          <a:latin typeface="Arial"/>
                          <a:ea typeface="Arial"/>
                          <a:cs typeface="Arial"/>
                        </a:rPr>
                        <a:t>G1</a:t>
                      </a:r>
                    </a:p>
                  </a:txBody>
                  <a:tcPr>
                    <a:solidFill>
                      <a:srgbClr val="E8F2F3"/>
                    </a:solidFill>
                  </a:tcPr>
                </a:tc>
                <a:tc>
                  <a:txBody>
                    <a:bodyPr/>
                    <a:lstStyle/>
                    <a:p>
                      <a:r>
                        <a:rPr sz="3225" b="0">
                          <a:solidFill>
                            <a:srgbClr val="043F4D"/>
                          </a:solidFill>
                          <a:latin typeface="Arial"/>
                          <a:ea typeface="Arial"/>
                          <a:cs typeface="Arial"/>
                        </a:rPr>
                        <a:t>Concurrent marking, region evacuation</a:t>
                      </a:r>
                    </a:p>
                  </a:txBody>
                  <a:tcPr>
                    <a:solidFill>
                      <a:srgbClr val="E8F2F3"/>
                    </a:solidFill>
                  </a:tcPr>
                </a:tc>
                <a:tc>
                  <a:txBody>
                    <a:bodyPr/>
                    <a:lstStyle/>
                    <a:p>
                      <a:r>
                        <a:rPr sz="3225" b="0">
                          <a:solidFill>
                            <a:srgbClr val="043F4D"/>
                          </a:solidFill>
                          <a:latin typeface="Arial"/>
                          <a:ea typeface="Arial"/>
                          <a:cs typeface="Arial"/>
                        </a:rPr>
                        <a:t>Evacuation and coordination</a:t>
                      </a:r>
                    </a:p>
                  </a:txBody>
                  <a:tcPr>
                    <a:solidFill>
                      <a:srgbClr val="E8F2F3"/>
                    </a:solidFill>
                  </a:tcPr>
                </a:tc>
                <a:extLst>
                  <a:ext uri="{0D108BD9-81ED-4DB2-BD59-A6C34878D82A}">
                    <a16:rowId xmlns:a16="http://schemas.microsoft.com/office/drawing/2014/main" val="10003"/>
                  </a:ext>
                </a:extLst>
              </a:tr>
              <a:tr h="1543050">
                <a:tc>
                  <a:txBody>
                    <a:bodyPr/>
                    <a:lstStyle/>
                    <a:p>
                      <a:r>
                        <a:rPr sz="3225" b="0">
                          <a:solidFill>
                            <a:srgbClr val="043F4D"/>
                          </a:solidFill>
                          <a:latin typeface="Arial"/>
                          <a:ea typeface="Arial"/>
                          <a:cs typeface="Arial"/>
                        </a:rPr>
                        <a:t>ZGC</a:t>
                      </a:r>
                    </a:p>
                  </a:txBody>
                  <a:tcPr>
                    <a:solidFill>
                      <a:srgbClr val="D2E5E8"/>
                    </a:solidFill>
                  </a:tcPr>
                </a:tc>
                <a:tc>
                  <a:txBody>
                    <a:bodyPr/>
                    <a:lstStyle/>
                    <a:p>
                      <a:r>
                        <a:rPr sz="3225" b="0">
                          <a:solidFill>
                            <a:srgbClr val="043F4D"/>
                          </a:solidFill>
                          <a:latin typeface="Arial"/>
                          <a:ea typeface="Arial"/>
                          <a:cs typeface="Arial"/>
                        </a:rPr>
                        <a:t>Concurrent marking and relocation</a:t>
                      </a:r>
                    </a:p>
                  </a:txBody>
                  <a:tcPr>
                    <a:solidFill>
                      <a:srgbClr val="D2E5E8"/>
                    </a:solidFill>
                  </a:tcPr>
                </a:tc>
                <a:tc>
                  <a:txBody>
                    <a:bodyPr/>
                    <a:lstStyle/>
                    <a:p>
                      <a:r>
                        <a:rPr sz="3225" b="0">
                          <a:solidFill>
                            <a:srgbClr val="043F4D"/>
                          </a:solidFill>
                          <a:latin typeface="Arial"/>
                          <a:ea typeface="Arial"/>
                          <a:cs typeface="Arial"/>
                        </a:rPr>
                        <a:t>Brief coordination steps</a:t>
                      </a:r>
                    </a:p>
                  </a:txBody>
                  <a:tcPr>
                    <a:solidFill>
                      <a:srgbClr val="D2E5E8"/>
                    </a:solidFill>
                  </a:tcPr>
                </a:tc>
                <a:extLst>
                  <a:ext uri="{0D108BD9-81ED-4DB2-BD59-A6C34878D82A}">
                    <a16:rowId xmlns:a16="http://schemas.microsoft.com/office/drawing/2014/main" val="10004"/>
                  </a:ext>
                </a:extLst>
              </a:tr>
            </a:tbl>
          </a:graphicData>
        </a:graphic>
      </p:graphicFrame>
      <p:sp>
        <p:nvSpPr>
          <p:cNvPr id="3" name="Rectangle 2">
            <a:extLst>
              <a:ext uri="{FF2B5EF4-FFF2-40B4-BE49-F238E27FC236}">
                <a16:creationId xmlns:a16="http://schemas.microsoft.com/office/drawing/2014/main" id="{DE6AC356-1C41-4C11-AF79-68523449A868}"/>
              </a:ext>
            </a:extLst>
          </p:cNvPr>
          <p:cNvSpPr>
            <a:spLocks noGrp="1"/>
          </p:cNvSpPr>
          <p:nvPr/>
        </p:nvSpPr>
        <p:spPr>
          <a:xfrm>
            <a:off x="1333500" y="12096750"/>
            <a:ext cx="21812250" cy="1095375"/>
          </a:xfrm>
          <a:prstGeom prst="rect">
            <a:avLst/>
          </a:prstGeom>
          <a:noFill/>
          <a:ln w="0">
            <a:noFill/>
          </a:ln>
        </p:spPr>
        <p:txBody>
          <a:bodyPr>
            <a:noAutofit/>
          </a:bodyPr>
          <a:lstStyle/>
          <a:p>
            <a:pPr>
              <a:defRPr sz="2850" b="0">
                <a:solidFill>
                  <a:srgbClr val="D1EDF1"/>
                </a:solidFill>
                <a:latin typeface="Arial"/>
                <a:ea typeface="Arial"/>
                <a:cs typeface="Arial"/>
              </a:defRPr>
            </a:pPr>
            <a:r>
              <a:rPr sz="2850" b="0">
                <a:solidFill>
                  <a:srgbClr val="D1EDF1"/>
                </a:solidFill>
                <a:latin typeface="Arial"/>
                <a:ea typeface="Arial"/>
                <a:cs typeface="Arial"/>
              </a:rPr>
              <a:t>A single root–mark–remark–sweep–compact sequence does not describe every collector.</a:t>
            </a:r>
          </a:p>
        </p:txBody>
      </p:sp>
      <p:sp>
        <p:nvSpPr>
          <p:cNvPr id="9000" name="Slide Number Placeholder 4">
            <a:extLst>
              <a:ext uri="{FF2B5EF4-FFF2-40B4-BE49-F238E27FC236}">
                <a16:creationId xmlns:a16="http://schemas.microsoft.com/office/drawing/2014/main" id="{1037AC3D-012A-C975-7CD2-D2048CA2BFAA}"/>
              </a:ext>
            </a:extLst>
          </p:cNvPr>
          <p:cNvSpPr txBox="1">
            <a:spLocks/>
          </p:cNvSpPr>
          <p:nvPr/>
        </p:nvSpPr>
        <p:spPr>
          <a:xfrm>
            <a:off x="449152" y="13158747"/>
            <a:ext cx="871646" cy="730250"/>
          </a:xfrm>
          <a:prstGeom prst="rect">
            <a:avLst/>
          </a:prstGeom>
        </p:spPr>
        <p:txBody>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defRPr/>
            </a:pPr>
            <a:fld id="{CFF4B978-1D82-7745-80C5-DBABA6B131D3}" type="slidenum">
              <a:rPr lang="en-US" sz="1600" smtClean="0">
                <a:solidFill>
                  <a:srgbClr val="E3E1DD"/>
                </a:solidFill>
                <a:latin typeface="Oracle Sans" panose="020B0503020204020204" pitchFamily="34" charset="0"/>
                <a:cs typeface="Oracle Sans" panose="020B0503020204020204" pitchFamily="34" charset="0"/>
              </a:rPr>
              <a:pPr>
                <a:defRPr/>
              </a:pPr>
              <a:t>26</a:t>
            </a:fld>
            <a:endParaRPr lang="en-US" sz="1600" dirty="0">
              <a:solidFill>
                <a:srgbClr val="E3E1DD"/>
              </a:solidFill>
              <a:latin typeface="Oracle Sans" panose="020B0503020204020204" pitchFamily="34" charset="0"/>
              <a:cs typeface="Oracle Sans" panose="020B0503020204020204" pitchFamily="34" charset="0"/>
            </a:endParaRPr>
          </a:p>
        </p:txBody>
      </p:sp>
    </p:spTree>
    <p:extLst>
      <p:ext uri="{BB962C8B-B14F-4D97-AF65-F5344CB8AC3E}">
        <p14:creationId xmlns:p14="http://schemas.microsoft.com/office/powerpoint/2010/main" val="107329677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rgbClr val="00798E"/>
        </a:solidFill>
        <a:effectLst/>
      </p:bgPr>
    </p:bg>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46FB2EBA-5BC8-4CA5-AAE2-7AC71EDEF285}"/>
              </a:ext>
            </a:extLst>
          </p:cNvPr>
          <p:cNvSpPr>
            <a:spLocks noGrp="1"/>
          </p:cNvSpPr>
          <p:nvPr/>
        </p:nvSpPr>
        <p:spPr>
          <a:xfrm>
            <a:off x="952500" y="809625"/>
            <a:ext cx="22098000" cy="1714500"/>
          </a:xfrm>
          <a:prstGeom prst="rect">
            <a:avLst/>
          </a:prstGeom>
          <a:noFill/>
          <a:ln w="0">
            <a:noFill/>
          </a:ln>
        </p:spPr>
        <p:txBody>
          <a:bodyPr>
            <a:noAutofit/>
          </a:bodyPr>
          <a:lstStyle/>
          <a:p>
            <a:pPr>
              <a:defRPr sz="6000" b="0">
                <a:solidFill>
                  <a:srgbClr val="FFFFFF"/>
                </a:solidFill>
                <a:latin typeface="Arial"/>
                <a:ea typeface="Arial"/>
                <a:cs typeface="Arial"/>
              </a:defRPr>
            </a:pPr>
            <a:r>
              <a:rPr sz="6000" b="0">
                <a:solidFill>
                  <a:srgbClr val="FFFFFF"/>
                </a:solidFill>
                <a:latin typeface="Arial"/>
                <a:ea typeface="Arial"/>
                <a:cs typeface="Arial"/>
              </a:rPr>
              <a:t>Why new collectors were introduced</a:t>
            </a:r>
          </a:p>
        </p:txBody>
      </p:sp>
      <p:graphicFrame>
        <p:nvGraphicFramePr>
          <p:cNvPr id="5" name="Table 4"/>
          <p:cNvGraphicFramePr/>
          <p:nvPr/>
        </p:nvGraphicFramePr>
        <p:xfrm>
          <a:off x="1381125" y="3333750"/>
          <a:ext cx="21621750" cy="7715250"/>
        </p:xfrm>
        <a:graphic>
          <a:graphicData uri="http://schemas.openxmlformats.org/drawingml/2006/table">
            <a:tbl>
              <a:tblPr/>
              <a:tblGrid>
                <a:gridCol w="7239000">
                  <a:extLst>
                    <a:ext uri="{9D8B030D-6E8A-4147-A177-3AD203B41FA5}">
                      <a16:colId xmlns:a16="http://schemas.microsoft.com/office/drawing/2014/main" val="20000"/>
                    </a:ext>
                  </a:extLst>
                </a:gridCol>
                <a:gridCol w="7810500">
                  <a:extLst>
                    <a:ext uri="{9D8B030D-6E8A-4147-A177-3AD203B41FA5}">
                      <a16:colId xmlns:a16="http://schemas.microsoft.com/office/drawing/2014/main" val="20001"/>
                    </a:ext>
                  </a:extLst>
                </a:gridCol>
                <a:gridCol w="6572250">
                  <a:extLst>
                    <a:ext uri="{9D8B030D-6E8A-4147-A177-3AD203B41FA5}">
                      <a16:colId xmlns:a16="http://schemas.microsoft.com/office/drawing/2014/main" val="20002"/>
                    </a:ext>
                  </a:extLst>
                </a:gridCol>
              </a:tblGrid>
              <a:tr h="1543050">
                <a:tc>
                  <a:txBody>
                    <a:bodyPr/>
                    <a:lstStyle/>
                    <a:p>
                      <a:r>
                        <a:rPr sz="3225" b="1">
                          <a:solidFill>
                            <a:srgbClr val="FFFFFF"/>
                          </a:solidFill>
                          <a:latin typeface="Arial"/>
                          <a:ea typeface="Arial"/>
                          <a:cs typeface="Arial"/>
                        </a:rPr>
                        <a:t>Earlier limitation</a:t>
                      </a:r>
                    </a:p>
                  </a:txBody>
                  <a:tcPr>
                    <a:solidFill>
                      <a:srgbClr val="043F4D"/>
                    </a:solidFill>
                  </a:tcPr>
                </a:tc>
                <a:tc>
                  <a:txBody>
                    <a:bodyPr/>
                    <a:lstStyle/>
                    <a:p>
                      <a:r>
                        <a:rPr sz="3225" b="1">
                          <a:solidFill>
                            <a:srgbClr val="FFFFFF"/>
                          </a:solidFill>
                          <a:latin typeface="Arial"/>
                          <a:ea typeface="Arial"/>
                          <a:cs typeface="Arial"/>
                        </a:rPr>
                        <a:t>New approach</a:t>
                      </a:r>
                    </a:p>
                  </a:txBody>
                  <a:tcPr>
                    <a:solidFill>
                      <a:srgbClr val="043F4D"/>
                    </a:solidFill>
                  </a:tcPr>
                </a:tc>
                <a:tc>
                  <a:txBody>
                    <a:bodyPr/>
                    <a:lstStyle/>
                    <a:p>
                      <a:r>
                        <a:rPr sz="3225" b="1">
                          <a:solidFill>
                            <a:srgbClr val="FFFFFF"/>
                          </a:solidFill>
                          <a:latin typeface="Arial"/>
                          <a:ea typeface="Arial"/>
                          <a:cs typeface="Arial"/>
                        </a:rPr>
                        <a:t>Remaining trade-off</a:t>
                      </a:r>
                    </a:p>
                  </a:txBody>
                  <a:tcPr>
                    <a:solidFill>
                      <a:srgbClr val="043F4D"/>
                    </a:solidFill>
                  </a:tcPr>
                </a:tc>
                <a:extLst>
                  <a:ext uri="{0D108BD9-81ED-4DB2-BD59-A6C34878D82A}">
                    <a16:rowId xmlns:a16="http://schemas.microsoft.com/office/drawing/2014/main" val="10000"/>
                  </a:ext>
                </a:extLst>
              </a:tr>
              <a:tr h="1543050">
                <a:tc>
                  <a:txBody>
                    <a:bodyPr/>
                    <a:lstStyle/>
                    <a:p>
                      <a:r>
                        <a:rPr sz="3225" b="0">
                          <a:solidFill>
                            <a:srgbClr val="043F4D"/>
                          </a:solidFill>
                          <a:latin typeface="Arial"/>
                          <a:ea typeface="Arial"/>
                          <a:cs typeface="Arial"/>
                        </a:rPr>
                        <a:t>Serial: one worker</a:t>
                      </a:r>
                    </a:p>
                  </a:txBody>
                  <a:tcPr>
                    <a:solidFill>
                      <a:srgbClr val="E8F2F3"/>
                    </a:solidFill>
                  </a:tcPr>
                </a:tc>
                <a:tc>
                  <a:txBody>
                    <a:bodyPr/>
                    <a:lstStyle/>
                    <a:p>
                      <a:r>
                        <a:rPr sz="3225" b="0">
                          <a:solidFill>
                            <a:srgbClr val="043F4D"/>
                          </a:solidFill>
                          <a:latin typeface="Arial"/>
                          <a:ea typeface="Arial"/>
                          <a:cs typeface="Arial"/>
                        </a:rPr>
                        <a:t>Parallel uses several GC workers</a:t>
                      </a:r>
                    </a:p>
                  </a:txBody>
                  <a:tcPr>
                    <a:solidFill>
                      <a:srgbClr val="E8F2F3"/>
                    </a:solidFill>
                  </a:tcPr>
                </a:tc>
                <a:tc>
                  <a:txBody>
                    <a:bodyPr/>
                    <a:lstStyle/>
                    <a:p>
                      <a:r>
                        <a:rPr sz="3225" b="0">
                          <a:solidFill>
                            <a:srgbClr val="043F4D"/>
                          </a:solidFill>
                          <a:latin typeface="Arial"/>
                          <a:ea typeface="Arial"/>
                          <a:cs typeface="Arial"/>
                        </a:rPr>
                        <a:t>Application still pauses</a:t>
                      </a:r>
                    </a:p>
                  </a:txBody>
                  <a:tcPr>
                    <a:solidFill>
                      <a:srgbClr val="E8F2F3"/>
                    </a:solidFill>
                  </a:tcPr>
                </a:tc>
                <a:extLst>
                  <a:ext uri="{0D108BD9-81ED-4DB2-BD59-A6C34878D82A}">
                    <a16:rowId xmlns:a16="http://schemas.microsoft.com/office/drawing/2014/main" val="10001"/>
                  </a:ext>
                </a:extLst>
              </a:tr>
              <a:tr h="1543050">
                <a:tc>
                  <a:txBody>
                    <a:bodyPr/>
                    <a:lstStyle/>
                    <a:p>
                      <a:r>
                        <a:rPr sz="3225" b="0">
                          <a:solidFill>
                            <a:srgbClr val="043F4D"/>
                          </a:solidFill>
                          <a:latin typeface="Arial"/>
                          <a:ea typeface="Arial"/>
                          <a:cs typeface="Arial"/>
                        </a:rPr>
                        <a:t>Long application pauses</a:t>
                      </a:r>
                    </a:p>
                  </a:txBody>
                  <a:tcPr>
                    <a:solidFill>
                      <a:srgbClr val="D2E5E8"/>
                    </a:solidFill>
                  </a:tcPr>
                </a:tc>
                <a:tc>
                  <a:txBody>
                    <a:bodyPr/>
                    <a:lstStyle/>
                    <a:p>
                      <a:r>
                        <a:rPr sz="3225" b="0">
                          <a:solidFill>
                            <a:srgbClr val="043F4D"/>
                          </a:solidFill>
                          <a:latin typeface="Arial"/>
                          <a:ea typeface="Arial"/>
                          <a:cs typeface="Arial"/>
                        </a:rPr>
                        <a:t>CMS moves much old-gen work alongside the app</a:t>
                      </a:r>
                    </a:p>
                  </a:txBody>
                  <a:tcPr>
                    <a:solidFill>
                      <a:srgbClr val="D2E5E8"/>
                    </a:solidFill>
                  </a:tcPr>
                </a:tc>
                <a:tc>
                  <a:txBody>
                    <a:bodyPr/>
                    <a:lstStyle/>
                    <a:p>
                      <a:r>
                        <a:rPr sz="3225" b="0">
                          <a:solidFill>
                            <a:srgbClr val="043F4D"/>
                          </a:solidFill>
                          <a:latin typeface="Arial"/>
                          <a:ea typeface="Arial"/>
                          <a:cs typeface="Arial"/>
                        </a:rPr>
                        <a:t>Fragmentation and CPU overhead</a:t>
                      </a:r>
                    </a:p>
                  </a:txBody>
                  <a:tcPr>
                    <a:solidFill>
                      <a:srgbClr val="D2E5E8"/>
                    </a:solidFill>
                  </a:tcPr>
                </a:tc>
                <a:extLst>
                  <a:ext uri="{0D108BD9-81ED-4DB2-BD59-A6C34878D82A}">
                    <a16:rowId xmlns:a16="http://schemas.microsoft.com/office/drawing/2014/main" val="10002"/>
                  </a:ext>
                </a:extLst>
              </a:tr>
              <a:tr h="1543050">
                <a:tc>
                  <a:txBody>
                    <a:bodyPr/>
                    <a:lstStyle/>
                    <a:p>
                      <a:r>
                        <a:rPr sz="3225" b="0">
                          <a:solidFill>
                            <a:srgbClr val="043F4D"/>
                          </a:solidFill>
                          <a:latin typeface="Arial"/>
                          <a:ea typeface="Arial"/>
                          <a:cs typeface="Arial"/>
                        </a:rPr>
                        <a:t>CMS leaves scattered gaps</a:t>
                      </a:r>
                    </a:p>
                  </a:txBody>
                  <a:tcPr>
                    <a:solidFill>
                      <a:srgbClr val="E8F2F3"/>
                    </a:solidFill>
                  </a:tcPr>
                </a:tc>
                <a:tc>
                  <a:txBody>
                    <a:bodyPr/>
                    <a:lstStyle/>
                    <a:p>
                      <a:r>
                        <a:rPr sz="3225" b="0">
                          <a:solidFill>
                            <a:srgbClr val="043F4D"/>
                          </a:solidFill>
                          <a:latin typeface="Arial"/>
                          <a:ea typeface="Arial"/>
                          <a:cs typeface="Arial"/>
                        </a:rPr>
                        <a:t>G1 evacuates regions and plans pause work</a:t>
                      </a:r>
                    </a:p>
                  </a:txBody>
                  <a:tcPr>
                    <a:solidFill>
                      <a:srgbClr val="E8F2F3"/>
                    </a:solidFill>
                  </a:tcPr>
                </a:tc>
                <a:tc>
                  <a:txBody>
                    <a:bodyPr/>
                    <a:lstStyle/>
                    <a:p>
                      <a:r>
                        <a:rPr sz="3225" b="0">
                          <a:solidFill>
                            <a:srgbClr val="043F4D"/>
                          </a:solidFill>
                          <a:latin typeface="Arial"/>
                          <a:ea typeface="Arial"/>
                          <a:cs typeface="Arial"/>
                        </a:rPr>
                        <a:t>Copying still needs pauses</a:t>
                      </a:r>
                    </a:p>
                  </a:txBody>
                  <a:tcPr>
                    <a:solidFill>
                      <a:srgbClr val="E8F2F3"/>
                    </a:solidFill>
                  </a:tcPr>
                </a:tc>
                <a:extLst>
                  <a:ext uri="{0D108BD9-81ED-4DB2-BD59-A6C34878D82A}">
                    <a16:rowId xmlns:a16="http://schemas.microsoft.com/office/drawing/2014/main" val="10003"/>
                  </a:ext>
                </a:extLst>
              </a:tr>
              <a:tr h="1543050">
                <a:tc>
                  <a:txBody>
                    <a:bodyPr/>
                    <a:lstStyle/>
                    <a:p>
                      <a:r>
                        <a:rPr sz="3225" b="0">
                          <a:solidFill>
                            <a:srgbClr val="043F4D"/>
                          </a:solidFill>
                          <a:latin typeface="Arial"/>
                          <a:ea typeface="Arial"/>
                          <a:cs typeface="Arial"/>
                        </a:rPr>
                        <a:t>G1 moves objects during pauses</a:t>
                      </a:r>
                    </a:p>
                  </a:txBody>
                  <a:tcPr>
                    <a:solidFill>
                      <a:srgbClr val="D2E5E8"/>
                    </a:solidFill>
                  </a:tcPr>
                </a:tc>
                <a:tc>
                  <a:txBody>
                    <a:bodyPr/>
                    <a:lstStyle/>
                    <a:p>
                      <a:r>
                        <a:rPr sz="3225" b="0">
                          <a:solidFill>
                            <a:srgbClr val="043F4D"/>
                          </a:solidFill>
                          <a:latin typeface="Arial"/>
                          <a:ea typeface="Arial"/>
                          <a:cs typeface="Arial"/>
                        </a:rPr>
                        <a:t>ZGC relocates objects concurrently</a:t>
                      </a:r>
                    </a:p>
                  </a:txBody>
                  <a:tcPr>
                    <a:solidFill>
                      <a:srgbClr val="D2E5E8"/>
                    </a:solidFill>
                  </a:tcPr>
                </a:tc>
                <a:tc>
                  <a:txBody>
                    <a:bodyPr/>
                    <a:lstStyle/>
                    <a:p>
                      <a:r>
                        <a:rPr sz="3225" b="0">
                          <a:solidFill>
                            <a:srgbClr val="043F4D"/>
                          </a:solidFill>
                          <a:latin typeface="Arial"/>
                          <a:ea typeface="Arial"/>
                          <a:cs typeface="Arial"/>
                        </a:rPr>
                        <a:t>Needs CPU and memory headroom</a:t>
                      </a:r>
                    </a:p>
                  </a:txBody>
                  <a:tcPr>
                    <a:solidFill>
                      <a:srgbClr val="D2E5E8"/>
                    </a:solidFill>
                  </a:tcPr>
                </a:tc>
                <a:extLst>
                  <a:ext uri="{0D108BD9-81ED-4DB2-BD59-A6C34878D82A}">
                    <a16:rowId xmlns:a16="http://schemas.microsoft.com/office/drawing/2014/main" val="10004"/>
                  </a:ext>
                </a:extLst>
              </a:tr>
            </a:tbl>
          </a:graphicData>
        </a:graphic>
      </p:graphicFrame>
      <p:sp>
        <p:nvSpPr>
          <p:cNvPr id="3" name="Rectangle 2">
            <a:extLst>
              <a:ext uri="{FF2B5EF4-FFF2-40B4-BE49-F238E27FC236}">
                <a16:creationId xmlns:a16="http://schemas.microsoft.com/office/drawing/2014/main" id="{A1631E18-7C2B-4C4E-B66E-056C344415D7}"/>
              </a:ext>
            </a:extLst>
          </p:cNvPr>
          <p:cNvSpPr>
            <a:spLocks noGrp="1"/>
          </p:cNvSpPr>
          <p:nvPr/>
        </p:nvSpPr>
        <p:spPr>
          <a:xfrm>
            <a:off x="1333500" y="12096750"/>
            <a:ext cx="21812250" cy="1095375"/>
          </a:xfrm>
          <a:prstGeom prst="rect">
            <a:avLst/>
          </a:prstGeom>
          <a:noFill/>
          <a:ln w="0">
            <a:noFill/>
          </a:ln>
        </p:spPr>
        <p:txBody>
          <a:bodyPr>
            <a:noAutofit/>
          </a:bodyPr>
          <a:lstStyle/>
          <a:p>
            <a:pPr>
              <a:defRPr sz="2850" b="0">
                <a:solidFill>
                  <a:srgbClr val="D1EDF1"/>
                </a:solidFill>
                <a:latin typeface="Arial"/>
                <a:ea typeface="Arial"/>
                <a:cs typeface="Arial"/>
              </a:defRPr>
            </a:pPr>
            <a:r>
              <a:rPr sz="2850" b="0">
                <a:solidFill>
                  <a:srgbClr val="D1EDF1"/>
                </a:solidFill>
                <a:latin typeface="Arial"/>
                <a:ea typeface="Arial"/>
                <a:cs typeface="Arial"/>
              </a:rPr>
              <a:t>Parallel and CMS pursued different goals. Newer does not mean best for every workload.</a:t>
            </a:r>
          </a:p>
        </p:txBody>
      </p:sp>
      <p:sp>
        <p:nvSpPr>
          <p:cNvPr id="9000" name="Slide Number Placeholder 4">
            <a:extLst>
              <a:ext uri="{FF2B5EF4-FFF2-40B4-BE49-F238E27FC236}">
                <a16:creationId xmlns:a16="http://schemas.microsoft.com/office/drawing/2014/main" id="{1037AC3D-012A-C975-7CD2-D2048CA2BFAA}"/>
              </a:ext>
            </a:extLst>
          </p:cNvPr>
          <p:cNvSpPr txBox="1">
            <a:spLocks/>
          </p:cNvSpPr>
          <p:nvPr/>
        </p:nvSpPr>
        <p:spPr>
          <a:xfrm>
            <a:off x="449152" y="13158747"/>
            <a:ext cx="871646" cy="730250"/>
          </a:xfrm>
          <a:prstGeom prst="rect">
            <a:avLst/>
          </a:prstGeom>
        </p:spPr>
        <p:txBody>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defRPr/>
            </a:pPr>
            <a:fld id="{CFF4B978-1D82-7745-80C5-DBABA6B131D3}" type="slidenum">
              <a:rPr lang="en-US" sz="1600" smtClean="0">
                <a:solidFill>
                  <a:srgbClr val="E3E1DD"/>
                </a:solidFill>
                <a:latin typeface="Oracle Sans" panose="020B0503020204020204" pitchFamily="34" charset="0"/>
                <a:cs typeface="Oracle Sans" panose="020B0503020204020204" pitchFamily="34" charset="0"/>
              </a:rPr>
              <a:pPr>
                <a:defRPr/>
              </a:pPr>
              <a:t>27</a:t>
            </a:fld>
            <a:endParaRPr lang="en-US" sz="1600" dirty="0">
              <a:solidFill>
                <a:srgbClr val="E3E1DD"/>
              </a:solidFill>
              <a:latin typeface="Oracle Sans" panose="020B0503020204020204" pitchFamily="34" charset="0"/>
              <a:cs typeface="Oracle Sans" panose="020B0503020204020204" pitchFamily="34" charset="0"/>
            </a:endParaRPr>
          </a:p>
        </p:txBody>
      </p:sp>
    </p:spTree>
    <p:extLst>
      <p:ext uri="{BB962C8B-B14F-4D97-AF65-F5344CB8AC3E}">
        <p14:creationId xmlns:p14="http://schemas.microsoft.com/office/powerpoint/2010/main" val="65319516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rgbClr val="00798E"/>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3350856A-7BE6-4625-BC58-063A91AC31BB}"/>
              </a:ext>
            </a:extLst>
          </p:cNvPr>
          <p:cNvSpPr>
            <a:spLocks noGrp="1"/>
          </p:cNvSpPr>
          <p:nvPr/>
        </p:nvSpPr>
        <p:spPr>
          <a:xfrm>
            <a:off x="952500" y="809625"/>
            <a:ext cx="22098000" cy="1714500"/>
          </a:xfrm>
          <a:prstGeom prst="rect">
            <a:avLst/>
          </a:prstGeom>
          <a:noFill/>
          <a:ln w="0">
            <a:noFill/>
          </a:ln>
        </p:spPr>
        <p:txBody>
          <a:bodyPr>
            <a:noAutofit/>
          </a:bodyPr>
          <a:lstStyle/>
          <a:p>
            <a:pPr>
              <a:defRPr sz="6000" b="0">
                <a:solidFill>
                  <a:srgbClr val="FFFFFF"/>
                </a:solidFill>
                <a:latin typeface="Arial"/>
                <a:ea typeface="Arial"/>
                <a:cs typeface="Arial"/>
              </a:defRPr>
            </a:pPr>
            <a:r>
              <a:rPr sz="6000" b="0">
                <a:solidFill>
                  <a:srgbClr val="FFFFFF"/>
                </a:solidFill>
                <a:latin typeface="Arial"/>
                <a:ea typeface="Arial"/>
                <a:cs typeface="Arial"/>
              </a:rPr>
              <a:t>Serial GC: simple collection with one worker</a:t>
            </a:r>
          </a:p>
        </p:txBody>
      </p:sp>
      <p:sp>
        <p:nvSpPr>
          <p:cNvPr id="2" name="Rectangle 1">
            <a:extLst>
              <a:ext uri="{FF2B5EF4-FFF2-40B4-BE49-F238E27FC236}">
                <a16:creationId xmlns:a16="http://schemas.microsoft.com/office/drawing/2014/main" id="{32527527-3933-4351-A830-6886A5550C88}"/>
              </a:ext>
            </a:extLst>
          </p:cNvPr>
          <p:cNvSpPr>
            <a:spLocks noGrp="1"/>
          </p:cNvSpPr>
          <p:nvPr/>
        </p:nvSpPr>
        <p:spPr>
          <a:xfrm>
            <a:off x="1381125" y="3190875"/>
            <a:ext cx="4191000" cy="1047750"/>
          </a:xfrm>
          <a:prstGeom prst="rect">
            <a:avLst/>
          </a:prstGeom>
          <a:noFill/>
          <a:ln w="0">
            <a:noFill/>
          </a:ln>
        </p:spPr>
        <p:txBody>
          <a:bodyPr>
            <a:noAutofit/>
          </a:bodyPr>
          <a:lstStyle/>
          <a:p>
            <a:pPr>
              <a:defRPr sz="3600" b="1">
                <a:solidFill>
                  <a:srgbClr val="D1EDF1"/>
                </a:solidFill>
                <a:latin typeface="Arial"/>
                <a:ea typeface="Arial"/>
                <a:cs typeface="Arial"/>
              </a:defRPr>
            </a:pPr>
            <a:r>
              <a:rPr sz="3600" b="1">
                <a:solidFill>
                  <a:srgbClr val="D1EDF1"/>
                </a:solidFill>
                <a:latin typeface="Arial"/>
                <a:ea typeface="Arial"/>
                <a:cs typeface="Arial"/>
              </a:rPr>
              <a:t>How it works</a:t>
            </a:r>
          </a:p>
        </p:txBody>
      </p:sp>
      <p:sp>
        <p:nvSpPr>
          <p:cNvPr id="3" name="Rectangle 2">
            <a:extLst>
              <a:ext uri="{FF2B5EF4-FFF2-40B4-BE49-F238E27FC236}">
                <a16:creationId xmlns:a16="http://schemas.microsoft.com/office/drawing/2014/main" id="{54ACD8B8-5294-4C48-A97D-1BC9B99410ED}"/>
              </a:ext>
            </a:extLst>
          </p:cNvPr>
          <p:cNvSpPr>
            <a:spLocks noGrp="1"/>
          </p:cNvSpPr>
          <p:nvPr/>
        </p:nvSpPr>
        <p:spPr>
          <a:xfrm>
            <a:off x="6000750" y="3190875"/>
            <a:ext cx="16668750" cy="1905000"/>
          </a:xfrm>
          <a:prstGeom prst="rect">
            <a:avLst/>
          </a:prstGeom>
          <a:noFill/>
          <a:ln w="0">
            <a:noFill/>
          </a:ln>
        </p:spPr>
        <p:txBody>
          <a:bodyPr>
            <a:noAutofit/>
          </a:bodyPr>
          <a:lstStyle/>
          <a:p>
            <a:pPr>
              <a:defRPr sz="3900" b="0">
                <a:solidFill>
                  <a:srgbClr val="FFFFFF"/>
                </a:solidFill>
                <a:latin typeface="Arial"/>
                <a:ea typeface="Arial"/>
                <a:cs typeface="Arial"/>
              </a:defRPr>
            </a:pPr>
            <a:r>
              <a:rPr sz="3900" b="0">
                <a:solidFill>
                  <a:srgbClr val="FFFFFF"/>
                </a:solidFill>
                <a:latin typeface="Arial"/>
                <a:ea typeface="Arial"/>
                <a:cs typeface="Arial"/>
              </a:rPr>
              <a:t>Pauses the application and lets one GC worker reclaim memory.</a:t>
            </a:r>
          </a:p>
        </p:txBody>
      </p:sp>
      <p:sp>
        <p:nvSpPr>
          <p:cNvPr id="4" name="Rectangle 3">
            <a:extLst>
              <a:ext uri="{FF2B5EF4-FFF2-40B4-BE49-F238E27FC236}">
                <a16:creationId xmlns:a16="http://schemas.microsoft.com/office/drawing/2014/main" id="{A616B26A-915D-45FB-A7DE-EC4B3CB7D62F}"/>
              </a:ext>
            </a:extLst>
          </p:cNvPr>
          <p:cNvSpPr>
            <a:spLocks noGrp="1"/>
          </p:cNvSpPr>
          <p:nvPr/>
        </p:nvSpPr>
        <p:spPr>
          <a:xfrm>
            <a:off x="1381125" y="5286375"/>
            <a:ext cx="4191000" cy="1047750"/>
          </a:xfrm>
          <a:prstGeom prst="rect">
            <a:avLst/>
          </a:prstGeom>
          <a:noFill/>
          <a:ln w="0">
            <a:noFill/>
          </a:ln>
        </p:spPr>
        <p:txBody>
          <a:bodyPr>
            <a:noAutofit/>
          </a:bodyPr>
          <a:lstStyle/>
          <a:p>
            <a:pPr>
              <a:defRPr sz="3600" b="1">
                <a:solidFill>
                  <a:srgbClr val="D1EDF1"/>
                </a:solidFill>
                <a:latin typeface="Arial"/>
                <a:ea typeface="Arial"/>
                <a:cs typeface="Arial"/>
              </a:defRPr>
            </a:pPr>
            <a:r>
              <a:rPr sz="3600" b="1">
                <a:solidFill>
                  <a:srgbClr val="D1EDF1"/>
                </a:solidFill>
                <a:latin typeface="Arial"/>
                <a:ea typeface="Arial"/>
                <a:cs typeface="Arial"/>
              </a:rPr>
              <a:t>Strength</a:t>
            </a:r>
          </a:p>
        </p:txBody>
      </p:sp>
      <p:sp>
        <p:nvSpPr>
          <p:cNvPr id="5" name="Rectangle 4">
            <a:extLst>
              <a:ext uri="{FF2B5EF4-FFF2-40B4-BE49-F238E27FC236}">
                <a16:creationId xmlns:a16="http://schemas.microsoft.com/office/drawing/2014/main" id="{3BD89BD8-F4CC-4E4E-886A-0A3B7E0D1C24}"/>
              </a:ext>
            </a:extLst>
          </p:cNvPr>
          <p:cNvSpPr>
            <a:spLocks noGrp="1"/>
          </p:cNvSpPr>
          <p:nvPr/>
        </p:nvSpPr>
        <p:spPr>
          <a:xfrm>
            <a:off x="6000750" y="5286375"/>
            <a:ext cx="16668750" cy="1905000"/>
          </a:xfrm>
          <a:prstGeom prst="rect">
            <a:avLst/>
          </a:prstGeom>
          <a:noFill/>
          <a:ln w="0">
            <a:noFill/>
          </a:ln>
        </p:spPr>
        <p:txBody>
          <a:bodyPr>
            <a:noAutofit/>
          </a:bodyPr>
          <a:lstStyle/>
          <a:p>
            <a:pPr>
              <a:defRPr sz="3900" b="0">
                <a:solidFill>
                  <a:srgbClr val="FFFFFF"/>
                </a:solidFill>
                <a:latin typeface="Arial"/>
                <a:ea typeface="Arial"/>
                <a:cs typeface="Arial"/>
              </a:defRPr>
            </a:pPr>
            <a:r>
              <a:rPr sz="3900" b="0">
                <a:solidFill>
                  <a:srgbClr val="FFFFFF"/>
                </a:solidFill>
                <a:latin typeface="Arial"/>
                <a:ea typeface="Arial"/>
                <a:cs typeface="Arial"/>
              </a:rPr>
              <a:t>Low coordination overhead for a small heap or limited CPU resources.</a:t>
            </a:r>
          </a:p>
        </p:txBody>
      </p:sp>
      <p:sp>
        <p:nvSpPr>
          <p:cNvPr id="6" name="Rectangle 5">
            <a:extLst>
              <a:ext uri="{FF2B5EF4-FFF2-40B4-BE49-F238E27FC236}">
                <a16:creationId xmlns:a16="http://schemas.microsoft.com/office/drawing/2014/main" id="{83DE50AB-3181-4B63-A88E-D1607587F406}"/>
              </a:ext>
            </a:extLst>
          </p:cNvPr>
          <p:cNvSpPr>
            <a:spLocks noGrp="1"/>
          </p:cNvSpPr>
          <p:nvPr/>
        </p:nvSpPr>
        <p:spPr>
          <a:xfrm>
            <a:off x="1381125" y="7381875"/>
            <a:ext cx="4191000" cy="1047750"/>
          </a:xfrm>
          <a:prstGeom prst="rect">
            <a:avLst/>
          </a:prstGeom>
          <a:noFill/>
          <a:ln w="0">
            <a:noFill/>
          </a:ln>
        </p:spPr>
        <p:txBody>
          <a:bodyPr>
            <a:noAutofit/>
          </a:bodyPr>
          <a:lstStyle/>
          <a:p>
            <a:pPr>
              <a:defRPr sz="3600" b="1">
                <a:solidFill>
                  <a:srgbClr val="D1EDF1"/>
                </a:solidFill>
                <a:latin typeface="Arial"/>
                <a:ea typeface="Arial"/>
                <a:cs typeface="Arial"/>
              </a:defRPr>
            </a:pPr>
            <a:r>
              <a:rPr sz="3600" b="1">
                <a:solidFill>
                  <a:srgbClr val="D1EDF1"/>
                </a:solidFill>
                <a:latin typeface="Arial"/>
                <a:ea typeface="Arial"/>
                <a:cs typeface="Arial"/>
              </a:rPr>
              <a:t>Limitation</a:t>
            </a:r>
          </a:p>
        </p:txBody>
      </p:sp>
      <p:sp>
        <p:nvSpPr>
          <p:cNvPr id="7" name="Rectangle 6">
            <a:extLst>
              <a:ext uri="{FF2B5EF4-FFF2-40B4-BE49-F238E27FC236}">
                <a16:creationId xmlns:a16="http://schemas.microsoft.com/office/drawing/2014/main" id="{486F62CA-C9A0-476A-A105-9FD01E0989DF}"/>
              </a:ext>
            </a:extLst>
          </p:cNvPr>
          <p:cNvSpPr>
            <a:spLocks noGrp="1"/>
          </p:cNvSpPr>
          <p:nvPr/>
        </p:nvSpPr>
        <p:spPr>
          <a:xfrm>
            <a:off x="6000750" y="7381875"/>
            <a:ext cx="16668750" cy="1905000"/>
          </a:xfrm>
          <a:prstGeom prst="rect">
            <a:avLst/>
          </a:prstGeom>
          <a:noFill/>
          <a:ln w="0">
            <a:noFill/>
          </a:ln>
        </p:spPr>
        <p:txBody>
          <a:bodyPr>
            <a:noAutofit/>
          </a:bodyPr>
          <a:lstStyle/>
          <a:p>
            <a:pPr>
              <a:defRPr sz="3900" b="0">
                <a:solidFill>
                  <a:srgbClr val="FFFFFF"/>
                </a:solidFill>
                <a:latin typeface="Arial"/>
                <a:ea typeface="Arial"/>
                <a:cs typeface="Arial"/>
              </a:defRPr>
            </a:pPr>
            <a:r>
              <a:rPr sz="3900" b="0">
                <a:solidFill>
                  <a:srgbClr val="FFFFFF"/>
                </a:solidFill>
                <a:latin typeface="Arial"/>
                <a:ea typeface="Arial"/>
                <a:cs typeface="Arial"/>
              </a:rPr>
              <a:t>One worker cannot use extra CPU cores to shorten GC work.</a:t>
            </a:r>
          </a:p>
        </p:txBody>
      </p:sp>
      <p:sp>
        <p:nvSpPr>
          <p:cNvPr id="8" name="Rectangle 7">
            <a:extLst>
              <a:ext uri="{FF2B5EF4-FFF2-40B4-BE49-F238E27FC236}">
                <a16:creationId xmlns:a16="http://schemas.microsoft.com/office/drawing/2014/main" id="{B5CB67E5-C68B-4FF2-993F-DF56D563FAF9}"/>
              </a:ext>
            </a:extLst>
          </p:cNvPr>
          <p:cNvSpPr>
            <a:spLocks noGrp="1"/>
          </p:cNvSpPr>
          <p:nvPr/>
        </p:nvSpPr>
        <p:spPr>
          <a:xfrm>
            <a:off x="1381125" y="9477375"/>
            <a:ext cx="4191000" cy="1047750"/>
          </a:xfrm>
          <a:prstGeom prst="rect">
            <a:avLst/>
          </a:prstGeom>
          <a:noFill/>
          <a:ln w="0">
            <a:noFill/>
          </a:ln>
        </p:spPr>
        <p:txBody>
          <a:bodyPr>
            <a:noAutofit/>
          </a:bodyPr>
          <a:lstStyle/>
          <a:p>
            <a:pPr>
              <a:defRPr sz="3600" b="1">
                <a:solidFill>
                  <a:srgbClr val="D1EDF1"/>
                </a:solidFill>
                <a:latin typeface="Arial"/>
                <a:ea typeface="Arial"/>
                <a:cs typeface="Arial"/>
              </a:defRPr>
            </a:pPr>
            <a:r>
              <a:rPr sz="3600" b="1">
                <a:solidFill>
                  <a:srgbClr val="D1EDF1"/>
                </a:solidFill>
                <a:latin typeface="Arial"/>
                <a:ea typeface="Arial"/>
                <a:cs typeface="Arial"/>
              </a:rPr>
              <a:t>What came next</a:t>
            </a:r>
          </a:p>
        </p:txBody>
      </p:sp>
      <p:sp>
        <p:nvSpPr>
          <p:cNvPr id="9" name="Rectangle 8">
            <a:extLst>
              <a:ext uri="{FF2B5EF4-FFF2-40B4-BE49-F238E27FC236}">
                <a16:creationId xmlns:a16="http://schemas.microsoft.com/office/drawing/2014/main" id="{F6DD8136-1329-44AF-9D99-789948D1D001}"/>
              </a:ext>
            </a:extLst>
          </p:cNvPr>
          <p:cNvSpPr>
            <a:spLocks noGrp="1"/>
          </p:cNvSpPr>
          <p:nvPr/>
        </p:nvSpPr>
        <p:spPr>
          <a:xfrm>
            <a:off x="6000750" y="9477375"/>
            <a:ext cx="16668750" cy="1905000"/>
          </a:xfrm>
          <a:prstGeom prst="rect">
            <a:avLst/>
          </a:prstGeom>
          <a:noFill/>
          <a:ln w="0">
            <a:noFill/>
          </a:ln>
        </p:spPr>
        <p:txBody>
          <a:bodyPr>
            <a:noAutofit/>
          </a:bodyPr>
          <a:lstStyle/>
          <a:p>
            <a:pPr>
              <a:defRPr sz="3900" b="0">
                <a:solidFill>
                  <a:srgbClr val="FFFFFF"/>
                </a:solidFill>
                <a:latin typeface="Arial"/>
                <a:ea typeface="Arial"/>
                <a:cs typeface="Arial"/>
              </a:defRPr>
            </a:pPr>
            <a:r>
              <a:rPr sz="3900" b="0">
                <a:solidFill>
                  <a:srgbClr val="FFFFFF"/>
                </a:solidFill>
                <a:latin typeface="Arial"/>
                <a:ea typeface="Arial"/>
                <a:cs typeface="Arial"/>
              </a:rPr>
              <a:t>Parallel GC adds workers. CMS targets shorter application pauses.</a:t>
            </a:r>
          </a:p>
        </p:txBody>
      </p:sp>
      <p:sp>
        <p:nvSpPr>
          <p:cNvPr id="10" name="Rectangle 9">
            <a:extLst>
              <a:ext uri="{FF2B5EF4-FFF2-40B4-BE49-F238E27FC236}">
                <a16:creationId xmlns:a16="http://schemas.microsoft.com/office/drawing/2014/main" id="{63076E11-9D94-4A40-88D8-924723E38719}"/>
              </a:ext>
            </a:extLst>
          </p:cNvPr>
          <p:cNvSpPr>
            <a:spLocks noGrp="1"/>
          </p:cNvSpPr>
          <p:nvPr/>
        </p:nvSpPr>
        <p:spPr>
          <a:xfrm>
            <a:off x="1333500" y="12096750"/>
            <a:ext cx="21812250" cy="1095375"/>
          </a:xfrm>
          <a:prstGeom prst="rect">
            <a:avLst/>
          </a:prstGeom>
          <a:noFill/>
          <a:ln w="0">
            <a:noFill/>
          </a:ln>
        </p:spPr>
        <p:txBody>
          <a:bodyPr>
            <a:noAutofit/>
          </a:bodyPr>
          <a:lstStyle/>
          <a:p>
            <a:pPr>
              <a:defRPr sz="2850" b="0">
                <a:solidFill>
                  <a:srgbClr val="D1EDF1"/>
                </a:solidFill>
                <a:latin typeface="Arial"/>
                <a:ea typeface="Arial"/>
                <a:cs typeface="Arial"/>
              </a:defRPr>
            </a:pPr>
            <a:r>
              <a:rPr sz="2850" b="0">
                <a:solidFill>
                  <a:srgbClr val="D1EDF1"/>
                </a:solidFill>
                <a:latin typeface="Arial"/>
                <a:ea typeface="Arial"/>
                <a:cs typeface="Arial"/>
              </a:rPr>
              <a:t>Selection flag: -XX:+UseSerialGC</a:t>
            </a:r>
          </a:p>
        </p:txBody>
      </p:sp>
      <p:sp>
        <p:nvSpPr>
          <p:cNvPr id="9000" name="Slide Number Placeholder 4">
            <a:extLst>
              <a:ext uri="{FF2B5EF4-FFF2-40B4-BE49-F238E27FC236}">
                <a16:creationId xmlns:a16="http://schemas.microsoft.com/office/drawing/2014/main" id="{1037AC3D-012A-C975-7CD2-D2048CA2BFAA}"/>
              </a:ext>
            </a:extLst>
          </p:cNvPr>
          <p:cNvSpPr txBox="1">
            <a:spLocks/>
          </p:cNvSpPr>
          <p:nvPr/>
        </p:nvSpPr>
        <p:spPr>
          <a:xfrm>
            <a:off x="449152" y="13158747"/>
            <a:ext cx="871646" cy="730250"/>
          </a:xfrm>
          <a:prstGeom prst="rect">
            <a:avLst/>
          </a:prstGeom>
        </p:spPr>
        <p:txBody>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defRPr/>
            </a:pPr>
            <a:fld id="{CFF4B978-1D82-7745-80C5-DBABA6B131D3}" type="slidenum">
              <a:rPr lang="en-US" sz="1600" smtClean="0">
                <a:solidFill>
                  <a:srgbClr val="E3E1DD"/>
                </a:solidFill>
                <a:latin typeface="Oracle Sans" panose="020B0503020204020204" pitchFamily="34" charset="0"/>
                <a:cs typeface="Oracle Sans" panose="020B0503020204020204" pitchFamily="34" charset="0"/>
              </a:rPr>
              <a:pPr>
                <a:defRPr/>
              </a:pPr>
              <a:t>28</a:t>
            </a:fld>
            <a:endParaRPr lang="en-US" sz="1600" dirty="0">
              <a:solidFill>
                <a:srgbClr val="E3E1DD"/>
              </a:solidFill>
              <a:latin typeface="Oracle Sans" panose="020B0503020204020204" pitchFamily="34" charset="0"/>
              <a:cs typeface="Oracle Sans" panose="020B0503020204020204" pitchFamily="34" charset="0"/>
            </a:endParaRPr>
          </a:p>
        </p:txBody>
      </p:sp>
    </p:spTree>
    <p:extLst>
      <p:ext uri="{BB962C8B-B14F-4D97-AF65-F5344CB8AC3E}">
        <p14:creationId xmlns:p14="http://schemas.microsoft.com/office/powerpoint/2010/main" val="120401810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rgbClr val="00798E"/>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F60133B0-6DBB-4600-AA15-6FC592401E23}"/>
              </a:ext>
            </a:extLst>
          </p:cNvPr>
          <p:cNvSpPr>
            <a:spLocks noGrp="1"/>
          </p:cNvSpPr>
          <p:nvPr/>
        </p:nvSpPr>
        <p:spPr>
          <a:xfrm>
            <a:off x="952500" y="809625"/>
            <a:ext cx="22098000" cy="1714500"/>
          </a:xfrm>
          <a:prstGeom prst="rect">
            <a:avLst/>
          </a:prstGeom>
          <a:noFill/>
          <a:ln w="0">
            <a:noFill/>
          </a:ln>
        </p:spPr>
        <p:txBody>
          <a:bodyPr>
            <a:noAutofit/>
          </a:bodyPr>
          <a:lstStyle/>
          <a:p>
            <a:pPr>
              <a:defRPr sz="6000" b="0">
                <a:solidFill>
                  <a:srgbClr val="FFFFFF"/>
                </a:solidFill>
                <a:latin typeface="Arial"/>
                <a:ea typeface="Arial"/>
                <a:cs typeface="Arial"/>
              </a:defRPr>
            </a:pPr>
            <a:r>
              <a:rPr sz="6000" b="0">
                <a:solidFill>
                  <a:srgbClr val="FFFFFF"/>
                </a:solidFill>
                <a:latin typeface="Arial"/>
                <a:ea typeface="Arial"/>
                <a:cs typeface="Arial"/>
              </a:rPr>
              <a:t>Parallel GC: more throughput with multiple workers</a:t>
            </a:r>
          </a:p>
        </p:txBody>
      </p:sp>
      <p:sp>
        <p:nvSpPr>
          <p:cNvPr id="2" name="Rectangle 1">
            <a:extLst>
              <a:ext uri="{FF2B5EF4-FFF2-40B4-BE49-F238E27FC236}">
                <a16:creationId xmlns:a16="http://schemas.microsoft.com/office/drawing/2014/main" id="{CF78AC59-DE8C-4D74-8D78-647DF9BDBA13}"/>
              </a:ext>
            </a:extLst>
          </p:cNvPr>
          <p:cNvSpPr>
            <a:spLocks noGrp="1"/>
          </p:cNvSpPr>
          <p:nvPr/>
        </p:nvSpPr>
        <p:spPr>
          <a:xfrm>
            <a:off x="1381125" y="3190875"/>
            <a:ext cx="4191000" cy="1047750"/>
          </a:xfrm>
          <a:prstGeom prst="rect">
            <a:avLst/>
          </a:prstGeom>
          <a:noFill/>
          <a:ln w="0">
            <a:noFill/>
          </a:ln>
        </p:spPr>
        <p:txBody>
          <a:bodyPr>
            <a:noAutofit/>
          </a:bodyPr>
          <a:lstStyle/>
          <a:p>
            <a:pPr>
              <a:defRPr sz="3600" b="1">
                <a:solidFill>
                  <a:srgbClr val="D1EDF1"/>
                </a:solidFill>
                <a:latin typeface="Arial"/>
                <a:ea typeface="Arial"/>
                <a:cs typeface="Arial"/>
              </a:defRPr>
            </a:pPr>
            <a:r>
              <a:rPr sz="3600" b="1">
                <a:solidFill>
                  <a:srgbClr val="D1EDF1"/>
                </a:solidFill>
                <a:latin typeface="Arial"/>
                <a:ea typeface="Arial"/>
                <a:cs typeface="Arial"/>
              </a:rPr>
              <a:t>Problem addressed</a:t>
            </a:r>
          </a:p>
        </p:txBody>
      </p:sp>
      <p:sp>
        <p:nvSpPr>
          <p:cNvPr id="3" name="Rectangle 2">
            <a:extLst>
              <a:ext uri="{FF2B5EF4-FFF2-40B4-BE49-F238E27FC236}">
                <a16:creationId xmlns:a16="http://schemas.microsoft.com/office/drawing/2014/main" id="{4B1016A3-F9AD-4907-BDC2-5C0EB450937E}"/>
              </a:ext>
            </a:extLst>
          </p:cNvPr>
          <p:cNvSpPr>
            <a:spLocks noGrp="1"/>
          </p:cNvSpPr>
          <p:nvPr/>
        </p:nvSpPr>
        <p:spPr>
          <a:xfrm>
            <a:off x="6000750" y="3190875"/>
            <a:ext cx="16668750" cy="1905000"/>
          </a:xfrm>
          <a:prstGeom prst="rect">
            <a:avLst/>
          </a:prstGeom>
          <a:noFill/>
          <a:ln w="0">
            <a:noFill/>
          </a:ln>
        </p:spPr>
        <p:txBody>
          <a:bodyPr>
            <a:noAutofit/>
          </a:bodyPr>
          <a:lstStyle/>
          <a:p>
            <a:pPr>
              <a:defRPr sz="3900" b="0">
                <a:solidFill>
                  <a:srgbClr val="FFFFFF"/>
                </a:solidFill>
                <a:latin typeface="Arial"/>
                <a:ea typeface="Arial"/>
                <a:cs typeface="Arial"/>
              </a:defRPr>
            </a:pPr>
            <a:r>
              <a:rPr sz="3900" b="0">
                <a:solidFill>
                  <a:srgbClr val="FFFFFF"/>
                </a:solidFill>
                <a:latin typeface="Arial"/>
                <a:ea typeface="Arial"/>
                <a:cs typeface="Arial"/>
              </a:rPr>
              <a:t>Serial leaves extra CPU cores unused during collection.</a:t>
            </a:r>
          </a:p>
        </p:txBody>
      </p:sp>
      <p:sp>
        <p:nvSpPr>
          <p:cNvPr id="4" name="Rectangle 3">
            <a:extLst>
              <a:ext uri="{FF2B5EF4-FFF2-40B4-BE49-F238E27FC236}">
                <a16:creationId xmlns:a16="http://schemas.microsoft.com/office/drawing/2014/main" id="{2C8010A1-3CFE-42D6-ABFC-E13F88BA2468}"/>
              </a:ext>
            </a:extLst>
          </p:cNvPr>
          <p:cNvSpPr>
            <a:spLocks noGrp="1"/>
          </p:cNvSpPr>
          <p:nvPr/>
        </p:nvSpPr>
        <p:spPr>
          <a:xfrm>
            <a:off x="1381125" y="5286375"/>
            <a:ext cx="4191000" cy="1047750"/>
          </a:xfrm>
          <a:prstGeom prst="rect">
            <a:avLst/>
          </a:prstGeom>
          <a:noFill/>
          <a:ln w="0">
            <a:noFill/>
          </a:ln>
        </p:spPr>
        <p:txBody>
          <a:bodyPr>
            <a:noAutofit/>
          </a:bodyPr>
          <a:lstStyle/>
          <a:p>
            <a:pPr>
              <a:defRPr sz="3600" b="1">
                <a:solidFill>
                  <a:srgbClr val="D1EDF1"/>
                </a:solidFill>
                <a:latin typeface="Arial"/>
                <a:ea typeface="Arial"/>
                <a:cs typeface="Arial"/>
              </a:defRPr>
            </a:pPr>
            <a:r>
              <a:rPr sz="3600" b="1">
                <a:solidFill>
                  <a:srgbClr val="D1EDF1"/>
                </a:solidFill>
                <a:latin typeface="Arial"/>
                <a:ea typeface="Arial"/>
                <a:cs typeface="Arial"/>
              </a:rPr>
              <a:t>How it works</a:t>
            </a:r>
          </a:p>
        </p:txBody>
      </p:sp>
      <p:sp>
        <p:nvSpPr>
          <p:cNvPr id="5" name="Rectangle 4">
            <a:extLst>
              <a:ext uri="{FF2B5EF4-FFF2-40B4-BE49-F238E27FC236}">
                <a16:creationId xmlns:a16="http://schemas.microsoft.com/office/drawing/2014/main" id="{3AB51BB9-8DA8-423D-9BF7-2108FC9DCBF7}"/>
              </a:ext>
            </a:extLst>
          </p:cNvPr>
          <p:cNvSpPr>
            <a:spLocks noGrp="1"/>
          </p:cNvSpPr>
          <p:nvPr/>
        </p:nvSpPr>
        <p:spPr>
          <a:xfrm>
            <a:off x="6000750" y="5286375"/>
            <a:ext cx="16668750" cy="1905000"/>
          </a:xfrm>
          <a:prstGeom prst="rect">
            <a:avLst/>
          </a:prstGeom>
          <a:noFill/>
          <a:ln w="0">
            <a:noFill/>
          </a:ln>
        </p:spPr>
        <p:txBody>
          <a:bodyPr>
            <a:noAutofit/>
          </a:bodyPr>
          <a:lstStyle/>
          <a:p>
            <a:pPr>
              <a:defRPr sz="3900" b="0">
                <a:solidFill>
                  <a:srgbClr val="FFFFFF"/>
                </a:solidFill>
                <a:latin typeface="Arial"/>
                <a:ea typeface="Arial"/>
                <a:cs typeface="Arial"/>
              </a:defRPr>
            </a:pPr>
            <a:r>
              <a:rPr sz="3900" b="0">
                <a:solidFill>
                  <a:srgbClr val="FFFFFF"/>
                </a:solidFill>
                <a:latin typeface="Arial"/>
                <a:ea typeface="Arial"/>
                <a:cs typeface="Arial"/>
              </a:rPr>
              <a:t>Several workers collect together while application threads pause.</a:t>
            </a:r>
          </a:p>
        </p:txBody>
      </p:sp>
      <p:sp>
        <p:nvSpPr>
          <p:cNvPr id="6" name="Rectangle 5">
            <a:extLst>
              <a:ext uri="{FF2B5EF4-FFF2-40B4-BE49-F238E27FC236}">
                <a16:creationId xmlns:a16="http://schemas.microsoft.com/office/drawing/2014/main" id="{1A09AAF9-B387-472C-A4F6-E890B93460AF}"/>
              </a:ext>
            </a:extLst>
          </p:cNvPr>
          <p:cNvSpPr>
            <a:spLocks noGrp="1"/>
          </p:cNvSpPr>
          <p:nvPr/>
        </p:nvSpPr>
        <p:spPr>
          <a:xfrm>
            <a:off x="1381125" y="7381875"/>
            <a:ext cx="4191000" cy="1047750"/>
          </a:xfrm>
          <a:prstGeom prst="rect">
            <a:avLst/>
          </a:prstGeom>
          <a:noFill/>
          <a:ln w="0">
            <a:noFill/>
          </a:ln>
        </p:spPr>
        <p:txBody>
          <a:bodyPr>
            <a:noAutofit/>
          </a:bodyPr>
          <a:lstStyle/>
          <a:p>
            <a:pPr>
              <a:defRPr sz="3600" b="1">
                <a:solidFill>
                  <a:srgbClr val="D1EDF1"/>
                </a:solidFill>
                <a:latin typeface="Arial"/>
                <a:ea typeface="Arial"/>
                <a:cs typeface="Arial"/>
              </a:defRPr>
            </a:pPr>
            <a:r>
              <a:rPr sz="3600" b="1">
                <a:solidFill>
                  <a:srgbClr val="D1EDF1"/>
                </a:solidFill>
                <a:latin typeface="Arial"/>
                <a:ea typeface="Arial"/>
                <a:cs typeface="Arial"/>
              </a:rPr>
              <a:t>Suitable goal</a:t>
            </a:r>
          </a:p>
        </p:txBody>
      </p:sp>
      <p:sp>
        <p:nvSpPr>
          <p:cNvPr id="7" name="Rectangle 6">
            <a:extLst>
              <a:ext uri="{FF2B5EF4-FFF2-40B4-BE49-F238E27FC236}">
                <a16:creationId xmlns:a16="http://schemas.microsoft.com/office/drawing/2014/main" id="{794E5A02-D57A-48C0-9567-AB42EE0336E0}"/>
              </a:ext>
            </a:extLst>
          </p:cNvPr>
          <p:cNvSpPr>
            <a:spLocks noGrp="1"/>
          </p:cNvSpPr>
          <p:nvPr/>
        </p:nvSpPr>
        <p:spPr>
          <a:xfrm>
            <a:off x="6000750" y="7381875"/>
            <a:ext cx="16668750" cy="1905000"/>
          </a:xfrm>
          <a:prstGeom prst="rect">
            <a:avLst/>
          </a:prstGeom>
          <a:noFill/>
          <a:ln w="0">
            <a:noFill/>
          </a:ln>
        </p:spPr>
        <p:txBody>
          <a:bodyPr>
            <a:noAutofit/>
          </a:bodyPr>
          <a:lstStyle/>
          <a:p>
            <a:pPr>
              <a:defRPr sz="3900" b="0">
                <a:solidFill>
                  <a:srgbClr val="FFFFFF"/>
                </a:solidFill>
                <a:latin typeface="Arial"/>
                <a:ea typeface="Arial"/>
                <a:cs typeface="Arial"/>
              </a:defRPr>
            </a:pPr>
            <a:r>
              <a:rPr sz="3900" b="0">
                <a:solidFill>
                  <a:srgbClr val="FFFFFF"/>
                </a:solidFill>
                <a:latin typeface="Arial"/>
                <a:ea typeface="Arial"/>
                <a:cs typeface="Arial"/>
              </a:rPr>
              <a:t>Finish a batch or compute job quickly when pauses are acceptable.</a:t>
            </a:r>
          </a:p>
        </p:txBody>
      </p:sp>
      <p:sp>
        <p:nvSpPr>
          <p:cNvPr id="8" name="Rectangle 7">
            <a:extLst>
              <a:ext uri="{FF2B5EF4-FFF2-40B4-BE49-F238E27FC236}">
                <a16:creationId xmlns:a16="http://schemas.microsoft.com/office/drawing/2014/main" id="{8973B312-56E3-4291-AE3F-9E31077BEDBD}"/>
              </a:ext>
            </a:extLst>
          </p:cNvPr>
          <p:cNvSpPr>
            <a:spLocks noGrp="1"/>
          </p:cNvSpPr>
          <p:nvPr/>
        </p:nvSpPr>
        <p:spPr>
          <a:xfrm>
            <a:off x="1381125" y="9477375"/>
            <a:ext cx="4191000" cy="1047750"/>
          </a:xfrm>
          <a:prstGeom prst="rect">
            <a:avLst/>
          </a:prstGeom>
          <a:noFill/>
          <a:ln w="0">
            <a:noFill/>
          </a:ln>
        </p:spPr>
        <p:txBody>
          <a:bodyPr>
            <a:noAutofit/>
          </a:bodyPr>
          <a:lstStyle/>
          <a:p>
            <a:pPr>
              <a:defRPr sz="3600" b="1">
                <a:solidFill>
                  <a:srgbClr val="D1EDF1"/>
                </a:solidFill>
                <a:latin typeface="Arial"/>
                <a:ea typeface="Arial"/>
                <a:cs typeface="Arial"/>
              </a:defRPr>
            </a:pPr>
            <a:r>
              <a:rPr sz="3600" b="1">
                <a:solidFill>
                  <a:srgbClr val="D1EDF1"/>
                </a:solidFill>
                <a:latin typeface="Arial"/>
                <a:ea typeface="Arial"/>
                <a:cs typeface="Arial"/>
              </a:rPr>
              <a:t>Remaining issue</a:t>
            </a:r>
          </a:p>
        </p:txBody>
      </p:sp>
      <p:sp>
        <p:nvSpPr>
          <p:cNvPr id="9" name="Rectangle 8">
            <a:extLst>
              <a:ext uri="{FF2B5EF4-FFF2-40B4-BE49-F238E27FC236}">
                <a16:creationId xmlns:a16="http://schemas.microsoft.com/office/drawing/2014/main" id="{1126BA4F-82D2-4FD6-9AE5-1EB8A84D7C11}"/>
              </a:ext>
            </a:extLst>
          </p:cNvPr>
          <p:cNvSpPr>
            <a:spLocks noGrp="1"/>
          </p:cNvSpPr>
          <p:nvPr/>
        </p:nvSpPr>
        <p:spPr>
          <a:xfrm>
            <a:off x="6000750" y="9477375"/>
            <a:ext cx="16668750" cy="1905000"/>
          </a:xfrm>
          <a:prstGeom prst="rect">
            <a:avLst/>
          </a:prstGeom>
          <a:noFill/>
          <a:ln w="0">
            <a:noFill/>
          </a:ln>
        </p:spPr>
        <p:txBody>
          <a:bodyPr>
            <a:noAutofit/>
          </a:bodyPr>
          <a:lstStyle/>
          <a:p>
            <a:pPr>
              <a:defRPr sz="3900" b="0">
                <a:solidFill>
                  <a:srgbClr val="FFFFFF"/>
                </a:solidFill>
                <a:latin typeface="Arial"/>
                <a:ea typeface="Arial"/>
                <a:cs typeface="Arial"/>
              </a:defRPr>
            </a:pPr>
            <a:r>
              <a:rPr sz="3900" b="0">
                <a:solidFill>
                  <a:srgbClr val="FFFFFF"/>
                </a:solidFill>
                <a:latin typeface="Arial"/>
                <a:ea typeface="Arial"/>
                <a:cs typeface="Arial"/>
              </a:rPr>
              <a:t>Large collections can still create long pauses.</a:t>
            </a:r>
          </a:p>
        </p:txBody>
      </p:sp>
      <p:sp>
        <p:nvSpPr>
          <p:cNvPr id="10" name="Rectangle 9">
            <a:extLst>
              <a:ext uri="{FF2B5EF4-FFF2-40B4-BE49-F238E27FC236}">
                <a16:creationId xmlns:a16="http://schemas.microsoft.com/office/drawing/2014/main" id="{E9395AD5-E01F-465F-A4F8-54739F372BB2}"/>
              </a:ext>
            </a:extLst>
          </p:cNvPr>
          <p:cNvSpPr>
            <a:spLocks noGrp="1"/>
          </p:cNvSpPr>
          <p:nvPr/>
        </p:nvSpPr>
        <p:spPr>
          <a:xfrm>
            <a:off x="1333500" y="12096750"/>
            <a:ext cx="21812250" cy="1095375"/>
          </a:xfrm>
          <a:prstGeom prst="rect">
            <a:avLst/>
          </a:prstGeom>
          <a:noFill/>
          <a:ln w="0">
            <a:noFill/>
          </a:ln>
        </p:spPr>
        <p:txBody>
          <a:bodyPr>
            <a:noAutofit/>
          </a:bodyPr>
          <a:lstStyle/>
          <a:p>
            <a:pPr>
              <a:defRPr sz="2850" b="0">
                <a:solidFill>
                  <a:srgbClr val="D1EDF1"/>
                </a:solidFill>
                <a:latin typeface="Arial"/>
                <a:ea typeface="Arial"/>
                <a:cs typeface="Arial"/>
              </a:defRPr>
            </a:pPr>
            <a:r>
              <a:rPr sz="2850" b="0">
                <a:solidFill>
                  <a:srgbClr val="D1EDF1"/>
                </a:solidFill>
                <a:latin typeface="Arial"/>
                <a:ea typeface="Arial"/>
                <a:cs typeface="Arial"/>
              </a:rPr>
              <a:t>Selection flag: -XX:+UseParallelGC</a:t>
            </a:r>
          </a:p>
        </p:txBody>
      </p:sp>
      <p:sp>
        <p:nvSpPr>
          <p:cNvPr id="9000" name="Slide Number Placeholder 4">
            <a:extLst>
              <a:ext uri="{FF2B5EF4-FFF2-40B4-BE49-F238E27FC236}">
                <a16:creationId xmlns:a16="http://schemas.microsoft.com/office/drawing/2014/main" id="{1037AC3D-012A-C975-7CD2-D2048CA2BFAA}"/>
              </a:ext>
            </a:extLst>
          </p:cNvPr>
          <p:cNvSpPr txBox="1">
            <a:spLocks/>
          </p:cNvSpPr>
          <p:nvPr/>
        </p:nvSpPr>
        <p:spPr>
          <a:xfrm>
            <a:off x="449152" y="13158747"/>
            <a:ext cx="871646" cy="730250"/>
          </a:xfrm>
          <a:prstGeom prst="rect">
            <a:avLst/>
          </a:prstGeom>
        </p:spPr>
        <p:txBody>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defRPr/>
            </a:pPr>
            <a:fld id="{CFF4B978-1D82-7745-80C5-DBABA6B131D3}" type="slidenum">
              <a:rPr lang="en-US" sz="1600" smtClean="0">
                <a:solidFill>
                  <a:srgbClr val="E3E1DD"/>
                </a:solidFill>
                <a:latin typeface="Oracle Sans" panose="020B0503020204020204" pitchFamily="34" charset="0"/>
                <a:cs typeface="Oracle Sans" panose="020B0503020204020204" pitchFamily="34" charset="0"/>
              </a:rPr>
              <a:pPr>
                <a:defRPr/>
              </a:pPr>
              <a:t>29</a:t>
            </a:fld>
            <a:endParaRPr lang="en-US" sz="1600" dirty="0">
              <a:solidFill>
                <a:srgbClr val="E3E1DD"/>
              </a:solidFill>
              <a:latin typeface="Oracle Sans" panose="020B0503020204020204" pitchFamily="34" charset="0"/>
              <a:cs typeface="Oracle Sans" panose="020B0503020204020204" pitchFamily="34" charset="0"/>
            </a:endParaRPr>
          </a:p>
        </p:txBody>
      </p:sp>
    </p:spTree>
    <p:extLst>
      <p:ext uri="{BB962C8B-B14F-4D97-AF65-F5344CB8AC3E}">
        <p14:creationId xmlns:p14="http://schemas.microsoft.com/office/powerpoint/2010/main" val="179651765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rgbClr val="00798E"/>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BC7D919F-888A-4777-93F4-205E756D6938}"/>
              </a:ext>
            </a:extLst>
          </p:cNvPr>
          <p:cNvSpPr>
            <a:spLocks noGrp="1"/>
          </p:cNvSpPr>
          <p:nvPr/>
        </p:nvSpPr>
        <p:spPr>
          <a:xfrm>
            <a:off x="952500" y="809625"/>
            <a:ext cx="22098000" cy="1714500"/>
          </a:xfrm>
          <a:prstGeom prst="rect">
            <a:avLst/>
          </a:prstGeom>
          <a:noFill/>
          <a:ln w="0">
            <a:noFill/>
          </a:ln>
        </p:spPr>
        <p:txBody>
          <a:bodyPr>
            <a:noAutofit/>
          </a:bodyPr>
          <a:lstStyle/>
          <a:p>
            <a:pPr>
              <a:defRPr sz="6000" b="0">
                <a:solidFill>
                  <a:srgbClr val="FFFFFF"/>
                </a:solidFill>
                <a:latin typeface="Arial"/>
                <a:ea typeface="Arial"/>
                <a:cs typeface="Arial"/>
              </a:defRPr>
            </a:pPr>
            <a:r>
              <a:rPr sz="6000" b="0">
                <a:solidFill>
                  <a:srgbClr val="FFFFFF"/>
                </a:solidFill>
                <a:latin typeface="Arial"/>
                <a:ea typeface="Arial"/>
                <a:cs typeface="Arial"/>
              </a:rPr>
              <a:t>CMS: shorter pauses, but fragmented free space</a:t>
            </a:r>
          </a:p>
        </p:txBody>
      </p:sp>
      <p:sp>
        <p:nvSpPr>
          <p:cNvPr id="2" name="Rectangle 1">
            <a:extLst>
              <a:ext uri="{FF2B5EF4-FFF2-40B4-BE49-F238E27FC236}">
                <a16:creationId xmlns:a16="http://schemas.microsoft.com/office/drawing/2014/main" id="{890D58AA-70B0-4BA2-B622-F2BD8D9964CF}"/>
              </a:ext>
            </a:extLst>
          </p:cNvPr>
          <p:cNvSpPr>
            <a:spLocks noGrp="1"/>
          </p:cNvSpPr>
          <p:nvPr/>
        </p:nvSpPr>
        <p:spPr>
          <a:xfrm>
            <a:off x="1381125" y="3190875"/>
            <a:ext cx="4191000" cy="1047750"/>
          </a:xfrm>
          <a:prstGeom prst="rect">
            <a:avLst/>
          </a:prstGeom>
          <a:noFill/>
          <a:ln w="0">
            <a:noFill/>
          </a:ln>
        </p:spPr>
        <p:txBody>
          <a:bodyPr>
            <a:noAutofit/>
          </a:bodyPr>
          <a:lstStyle/>
          <a:p>
            <a:pPr>
              <a:defRPr sz="3600" b="1">
                <a:solidFill>
                  <a:srgbClr val="D1EDF1"/>
                </a:solidFill>
                <a:latin typeface="Arial"/>
                <a:ea typeface="Arial"/>
                <a:cs typeface="Arial"/>
              </a:defRPr>
            </a:pPr>
            <a:r>
              <a:rPr sz="3600" b="1">
                <a:solidFill>
                  <a:srgbClr val="D1EDF1"/>
                </a:solidFill>
                <a:latin typeface="Arial"/>
                <a:ea typeface="Arial"/>
                <a:cs typeface="Arial"/>
              </a:rPr>
              <a:t>Problem addressed</a:t>
            </a:r>
          </a:p>
        </p:txBody>
      </p:sp>
      <p:sp>
        <p:nvSpPr>
          <p:cNvPr id="3" name="Rectangle 2">
            <a:extLst>
              <a:ext uri="{FF2B5EF4-FFF2-40B4-BE49-F238E27FC236}">
                <a16:creationId xmlns:a16="http://schemas.microsoft.com/office/drawing/2014/main" id="{3ADB6B47-5548-4BED-A904-07EB65AC70B4}"/>
              </a:ext>
            </a:extLst>
          </p:cNvPr>
          <p:cNvSpPr>
            <a:spLocks noGrp="1"/>
          </p:cNvSpPr>
          <p:nvPr/>
        </p:nvSpPr>
        <p:spPr>
          <a:xfrm>
            <a:off x="6000750" y="3190875"/>
            <a:ext cx="16668750" cy="1905000"/>
          </a:xfrm>
          <a:prstGeom prst="rect">
            <a:avLst/>
          </a:prstGeom>
          <a:noFill/>
          <a:ln w="0">
            <a:noFill/>
          </a:ln>
        </p:spPr>
        <p:txBody>
          <a:bodyPr>
            <a:noAutofit/>
          </a:bodyPr>
          <a:lstStyle/>
          <a:p>
            <a:pPr>
              <a:defRPr sz="3900" b="0">
                <a:solidFill>
                  <a:srgbClr val="FFFFFF"/>
                </a:solidFill>
                <a:latin typeface="Arial"/>
                <a:ea typeface="Arial"/>
                <a:cs typeface="Arial"/>
              </a:defRPr>
            </a:pPr>
            <a:r>
              <a:rPr sz="3900" b="0">
                <a:solidFill>
                  <a:srgbClr val="FFFFFF"/>
                </a:solidFill>
                <a:latin typeface="Arial"/>
                <a:ea typeface="Arial"/>
                <a:cs typeface="Arial"/>
              </a:rPr>
              <a:t>Long old-generation pauses interrupt responsive applications.</a:t>
            </a:r>
          </a:p>
        </p:txBody>
      </p:sp>
      <p:sp>
        <p:nvSpPr>
          <p:cNvPr id="4" name="Rectangle 3">
            <a:extLst>
              <a:ext uri="{FF2B5EF4-FFF2-40B4-BE49-F238E27FC236}">
                <a16:creationId xmlns:a16="http://schemas.microsoft.com/office/drawing/2014/main" id="{2BBD034E-FC99-478C-A38C-F82FE7B5DB25}"/>
              </a:ext>
            </a:extLst>
          </p:cNvPr>
          <p:cNvSpPr>
            <a:spLocks noGrp="1"/>
          </p:cNvSpPr>
          <p:nvPr/>
        </p:nvSpPr>
        <p:spPr>
          <a:xfrm>
            <a:off x="1381125" y="5286375"/>
            <a:ext cx="4191000" cy="1047750"/>
          </a:xfrm>
          <a:prstGeom prst="rect">
            <a:avLst/>
          </a:prstGeom>
          <a:noFill/>
          <a:ln w="0">
            <a:noFill/>
          </a:ln>
        </p:spPr>
        <p:txBody>
          <a:bodyPr>
            <a:noAutofit/>
          </a:bodyPr>
          <a:lstStyle/>
          <a:p>
            <a:pPr>
              <a:defRPr sz="3600" b="1">
                <a:solidFill>
                  <a:srgbClr val="D1EDF1"/>
                </a:solidFill>
                <a:latin typeface="Arial"/>
                <a:ea typeface="Arial"/>
                <a:cs typeface="Arial"/>
              </a:defRPr>
            </a:pPr>
            <a:r>
              <a:rPr sz="3600" b="1">
                <a:solidFill>
                  <a:srgbClr val="D1EDF1"/>
                </a:solidFill>
                <a:latin typeface="Arial"/>
                <a:ea typeface="Arial"/>
                <a:cs typeface="Arial"/>
              </a:rPr>
              <a:t>How it worked</a:t>
            </a:r>
          </a:p>
        </p:txBody>
      </p:sp>
      <p:sp>
        <p:nvSpPr>
          <p:cNvPr id="5" name="Rectangle 4">
            <a:extLst>
              <a:ext uri="{FF2B5EF4-FFF2-40B4-BE49-F238E27FC236}">
                <a16:creationId xmlns:a16="http://schemas.microsoft.com/office/drawing/2014/main" id="{795D9379-A7DD-45CB-9661-F098F62F7BE5}"/>
              </a:ext>
            </a:extLst>
          </p:cNvPr>
          <p:cNvSpPr>
            <a:spLocks noGrp="1"/>
          </p:cNvSpPr>
          <p:nvPr/>
        </p:nvSpPr>
        <p:spPr>
          <a:xfrm>
            <a:off x="6000750" y="5286375"/>
            <a:ext cx="16668750" cy="1905000"/>
          </a:xfrm>
          <a:prstGeom prst="rect">
            <a:avLst/>
          </a:prstGeom>
          <a:noFill/>
          <a:ln w="0">
            <a:noFill/>
          </a:ln>
        </p:spPr>
        <p:txBody>
          <a:bodyPr>
            <a:noAutofit/>
          </a:bodyPr>
          <a:lstStyle/>
          <a:p>
            <a:pPr>
              <a:defRPr sz="3900" b="0">
                <a:solidFill>
                  <a:srgbClr val="FFFFFF"/>
                </a:solidFill>
                <a:latin typeface="Arial"/>
                <a:ea typeface="Arial"/>
                <a:cs typeface="Arial"/>
              </a:defRPr>
            </a:pPr>
            <a:r>
              <a:rPr sz="3900" b="0">
                <a:solidFill>
                  <a:srgbClr val="FFFFFF"/>
                </a:solidFill>
                <a:latin typeface="Arial"/>
                <a:ea typeface="Arial"/>
                <a:cs typeface="Arial"/>
              </a:rPr>
              <a:t>Concurrent Mark Sweep did much marking and sweeping beside the app.</a:t>
            </a:r>
          </a:p>
        </p:txBody>
      </p:sp>
      <p:sp>
        <p:nvSpPr>
          <p:cNvPr id="6" name="Rectangle 5">
            <a:extLst>
              <a:ext uri="{FF2B5EF4-FFF2-40B4-BE49-F238E27FC236}">
                <a16:creationId xmlns:a16="http://schemas.microsoft.com/office/drawing/2014/main" id="{F376C3ED-FA56-4613-9EB7-B575C08C5C18}"/>
              </a:ext>
            </a:extLst>
          </p:cNvPr>
          <p:cNvSpPr>
            <a:spLocks noGrp="1"/>
          </p:cNvSpPr>
          <p:nvPr/>
        </p:nvSpPr>
        <p:spPr>
          <a:xfrm>
            <a:off x="1381125" y="7381875"/>
            <a:ext cx="4191000" cy="1047750"/>
          </a:xfrm>
          <a:prstGeom prst="rect">
            <a:avLst/>
          </a:prstGeom>
          <a:noFill/>
          <a:ln w="0">
            <a:noFill/>
          </a:ln>
        </p:spPr>
        <p:txBody>
          <a:bodyPr>
            <a:noAutofit/>
          </a:bodyPr>
          <a:lstStyle/>
          <a:p>
            <a:pPr>
              <a:defRPr sz="3600" b="1">
                <a:solidFill>
                  <a:srgbClr val="D1EDF1"/>
                </a:solidFill>
                <a:latin typeface="Arial"/>
                <a:ea typeface="Arial"/>
                <a:cs typeface="Arial"/>
              </a:defRPr>
            </a:pPr>
            <a:r>
              <a:rPr sz="3600" b="1">
                <a:solidFill>
                  <a:srgbClr val="D1EDF1"/>
                </a:solidFill>
                <a:latin typeface="Arial"/>
                <a:ea typeface="Arial"/>
                <a:cs typeface="Arial"/>
              </a:rPr>
              <a:t>Remaining issue</a:t>
            </a:r>
          </a:p>
        </p:txBody>
      </p:sp>
      <p:sp>
        <p:nvSpPr>
          <p:cNvPr id="7" name="Rectangle 6">
            <a:extLst>
              <a:ext uri="{FF2B5EF4-FFF2-40B4-BE49-F238E27FC236}">
                <a16:creationId xmlns:a16="http://schemas.microsoft.com/office/drawing/2014/main" id="{087CDC20-B135-48F3-A791-1B8D5FDC1E77}"/>
              </a:ext>
            </a:extLst>
          </p:cNvPr>
          <p:cNvSpPr>
            <a:spLocks noGrp="1"/>
          </p:cNvSpPr>
          <p:nvPr/>
        </p:nvSpPr>
        <p:spPr>
          <a:xfrm>
            <a:off x="6000750" y="7381875"/>
            <a:ext cx="16668750" cy="1905000"/>
          </a:xfrm>
          <a:prstGeom prst="rect">
            <a:avLst/>
          </a:prstGeom>
          <a:noFill/>
          <a:ln w="0">
            <a:noFill/>
          </a:ln>
        </p:spPr>
        <p:txBody>
          <a:bodyPr>
            <a:noAutofit/>
          </a:bodyPr>
          <a:lstStyle/>
          <a:p>
            <a:pPr>
              <a:defRPr sz="3900" b="0">
                <a:solidFill>
                  <a:srgbClr val="FFFFFF"/>
                </a:solidFill>
                <a:latin typeface="Arial"/>
                <a:ea typeface="Arial"/>
                <a:cs typeface="Arial"/>
              </a:defRPr>
            </a:pPr>
            <a:r>
              <a:rPr sz="3900" b="0">
                <a:solidFill>
                  <a:srgbClr val="FFFFFF"/>
                </a:solidFill>
                <a:latin typeface="Arial"/>
                <a:ea typeface="Arial"/>
                <a:cs typeface="Arial"/>
              </a:rPr>
              <a:t>Normal cycles left gaps. A large object might not fit available holes.</a:t>
            </a:r>
          </a:p>
        </p:txBody>
      </p:sp>
      <p:sp>
        <p:nvSpPr>
          <p:cNvPr id="8" name="Rectangle 7">
            <a:extLst>
              <a:ext uri="{FF2B5EF4-FFF2-40B4-BE49-F238E27FC236}">
                <a16:creationId xmlns:a16="http://schemas.microsoft.com/office/drawing/2014/main" id="{1399E912-EEAE-44AE-8E90-615D42AD6E81}"/>
              </a:ext>
            </a:extLst>
          </p:cNvPr>
          <p:cNvSpPr>
            <a:spLocks noGrp="1"/>
          </p:cNvSpPr>
          <p:nvPr/>
        </p:nvSpPr>
        <p:spPr>
          <a:xfrm>
            <a:off x="1381125" y="9477375"/>
            <a:ext cx="4191000" cy="1047750"/>
          </a:xfrm>
          <a:prstGeom prst="rect">
            <a:avLst/>
          </a:prstGeom>
          <a:noFill/>
          <a:ln w="0">
            <a:noFill/>
          </a:ln>
        </p:spPr>
        <p:txBody>
          <a:bodyPr>
            <a:noAutofit/>
          </a:bodyPr>
          <a:lstStyle/>
          <a:p>
            <a:pPr>
              <a:defRPr sz="3600" b="1">
                <a:solidFill>
                  <a:srgbClr val="D1EDF1"/>
                </a:solidFill>
                <a:latin typeface="Arial"/>
                <a:ea typeface="Arial"/>
                <a:cs typeface="Arial"/>
              </a:defRPr>
            </a:pPr>
            <a:r>
              <a:rPr sz="3600" b="1">
                <a:solidFill>
                  <a:srgbClr val="D1EDF1"/>
                </a:solidFill>
                <a:latin typeface="Arial"/>
                <a:ea typeface="Arial"/>
                <a:cs typeface="Arial"/>
              </a:rPr>
              <a:t>Next approach</a:t>
            </a:r>
          </a:p>
        </p:txBody>
      </p:sp>
      <p:sp>
        <p:nvSpPr>
          <p:cNvPr id="9" name="Rectangle 8">
            <a:extLst>
              <a:ext uri="{FF2B5EF4-FFF2-40B4-BE49-F238E27FC236}">
                <a16:creationId xmlns:a16="http://schemas.microsoft.com/office/drawing/2014/main" id="{442F508E-DE2E-4D74-84DB-4C633FD0C3C1}"/>
              </a:ext>
            </a:extLst>
          </p:cNvPr>
          <p:cNvSpPr>
            <a:spLocks noGrp="1"/>
          </p:cNvSpPr>
          <p:nvPr/>
        </p:nvSpPr>
        <p:spPr>
          <a:xfrm>
            <a:off x="6000750" y="9477375"/>
            <a:ext cx="16668750" cy="1905000"/>
          </a:xfrm>
          <a:prstGeom prst="rect">
            <a:avLst/>
          </a:prstGeom>
          <a:noFill/>
          <a:ln w="0">
            <a:noFill/>
          </a:ln>
        </p:spPr>
        <p:txBody>
          <a:bodyPr>
            <a:noAutofit/>
          </a:bodyPr>
          <a:lstStyle/>
          <a:p>
            <a:pPr>
              <a:defRPr sz="3900" b="0">
                <a:solidFill>
                  <a:srgbClr val="FFFFFF"/>
                </a:solidFill>
                <a:latin typeface="Arial"/>
                <a:ea typeface="Arial"/>
                <a:cs typeface="Arial"/>
              </a:defRPr>
            </a:pPr>
            <a:r>
              <a:rPr sz="3900" b="0">
                <a:solidFill>
                  <a:srgbClr val="FFFFFF"/>
                </a:solidFill>
                <a:latin typeface="Arial"/>
                <a:ea typeface="Arial"/>
                <a:cs typeface="Arial"/>
              </a:rPr>
              <a:t>G1 moves live objects out of regions so complete regions become reusable.</a:t>
            </a:r>
          </a:p>
        </p:txBody>
      </p:sp>
      <p:sp>
        <p:nvSpPr>
          <p:cNvPr id="10" name="Rectangle 9">
            <a:extLst>
              <a:ext uri="{FF2B5EF4-FFF2-40B4-BE49-F238E27FC236}">
                <a16:creationId xmlns:a16="http://schemas.microsoft.com/office/drawing/2014/main" id="{F375AB32-6494-4F4D-A9D5-92E6B50B3277}"/>
              </a:ext>
            </a:extLst>
          </p:cNvPr>
          <p:cNvSpPr>
            <a:spLocks noGrp="1"/>
          </p:cNvSpPr>
          <p:nvPr/>
        </p:nvSpPr>
        <p:spPr>
          <a:xfrm>
            <a:off x="1333500" y="12096750"/>
            <a:ext cx="21812250" cy="1095375"/>
          </a:xfrm>
          <a:prstGeom prst="rect">
            <a:avLst/>
          </a:prstGeom>
          <a:noFill/>
          <a:ln w="0">
            <a:noFill/>
          </a:ln>
        </p:spPr>
        <p:txBody>
          <a:bodyPr>
            <a:noAutofit/>
          </a:bodyPr>
          <a:lstStyle/>
          <a:p>
            <a:pPr>
              <a:defRPr sz="2850" b="0">
                <a:solidFill>
                  <a:srgbClr val="D1EDF1"/>
                </a:solidFill>
                <a:latin typeface="Arial"/>
                <a:ea typeface="Arial"/>
                <a:cs typeface="Arial"/>
              </a:defRPr>
            </a:pPr>
            <a:r>
              <a:rPr sz="2850" b="0">
                <a:solidFill>
                  <a:srgbClr val="D1EDF1"/>
                </a:solidFill>
                <a:latin typeface="Arial"/>
                <a:ea typeface="Arial"/>
                <a:cs typeface="Arial"/>
              </a:rPr>
              <a:t>Historical collector. Removed in JDK 14.</a:t>
            </a:r>
          </a:p>
        </p:txBody>
      </p:sp>
      <p:sp>
        <p:nvSpPr>
          <p:cNvPr id="9000" name="Slide Number Placeholder 4">
            <a:extLst>
              <a:ext uri="{FF2B5EF4-FFF2-40B4-BE49-F238E27FC236}">
                <a16:creationId xmlns:a16="http://schemas.microsoft.com/office/drawing/2014/main" id="{1037AC3D-012A-C975-7CD2-D2048CA2BFAA}"/>
              </a:ext>
            </a:extLst>
          </p:cNvPr>
          <p:cNvSpPr txBox="1">
            <a:spLocks/>
          </p:cNvSpPr>
          <p:nvPr/>
        </p:nvSpPr>
        <p:spPr>
          <a:xfrm>
            <a:off x="449152" y="13158747"/>
            <a:ext cx="871646" cy="730250"/>
          </a:xfrm>
          <a:prstGeom prst="rect">
            <a:avLst/>
          </a:prstGeom>
        </p:spPr>
        <p:txBody>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defRPr/>
            </a:pPr>
            <a:fld id="{CFF4B978-1D82-7745-80C5-DBABA6B131D3}" type="slidenum">
              <a:rPr lang="en-US" sz="1600" smtClean="0">
                <a:solidFill>
                  <a:srgbClr val="E3E1DD"/>
                </a:solidFill>
                <a:latin typeface="Oracle Sans" panose="020B0503020204020204" pitchFamily="34" charset="0"/>
                <a:cs typeface="Oracle Sans" panose="020B0503020204020204" pitchFamily="34" charset="0"/>
              </a:rPr>
              <a:pPr>
                <a:defRPr/>
              </a:pPr>
              <a:t>30</a:t>
            </a:fld>
            <a:endParaRPr lang="en-US" sz="1600" dirty="0">
              <a:solidFill>
                <a:srgbClr val="E3E1DD"/>
              </a:solidFill>
              <a:latin typeface="Oracle Sans" panose="020B0503020204020204" pitchFamily="34" charset="0"/>
              <a:cs typeface="Oracle Sans" panose="020B0503020204020204" pitchFamily="34" charset="0"/>
            </a:endParaRPr>
          </a:p>
        </p:txBody>
      </p:sp>
    </p:spTree>
    <p:extLst>
      <p:ext uri="{BB962C8B-B14F-4D97-AF65-F5344CB8AC3E}">
        <p14:creationId xmlns:p14="http://schemas.microsoft.com/office/powerpoint/2010/main" val="185424473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rgbClr val="00798E"/>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709D02F4-3B6E-4595-A944-BD73C5AC6EFB}"/>
              </a:ext>
            </a:extLst>
          </p:cNvPr>
          <p:cNvSpPr>
            <a:spLocks noGrp="1"/>
          </p:cNvSpPr>
          <p:nvPr/>
        </p:nvSpPr>
        <p:spPr>
          <a:xfrm>
            <a:off x="952500" y="809625"/>
            <a:ext cx="22098000" cy="1714500"/>
          </a:xfrm>
          <a:prstGeom prst="rect">
            <a:avLst/>
          </a:prstGeom>
          <a:noFill/>
          <a:ln w="0">
            <a:noFill/>
          </a:ln>
        </p:spPr>
        <p:txBody>
          <a:bodyPr>
            <a:noAutofit/>
          </a:bodyPr>
          <a:lstStyle/>
          <a:p>
            <a:pPr>
              <a:defRPr sz="6000" b="0">
                <a:solidFill>
                  <a:srgbClr val="FFFFFF"/>
                </a:solidFill>
                <a:latin typeface="Arial"/>
                <a:ea typeface="Arial"/>
                <a:cs typeface="Arial"/>
              </a:defRPr>
            </a:pPr>
            <a:r>
              <a:rPr sz="6000" b="0">
                <a:solidFill>
                  <a:srgbClr val="FFFFFF"/>
                </a:solidFill>
                <a:latin typeface="Arial"/>
                <a:ea typeface="Arial"/>
                <a:cs typeface="Arial"/>
              </a:rPr>
              <a:t>G1: region-based collection with a pause-time goal</a:t>
            </a:r>
          </a:p>
        </p:txBody>
      </p:sp>
      <p:sp>
        <p:nvSpPr>
          <p:cNvPr id="2" name="Rectangle 1">
            <a:extLst>
              <a:ext uri="{FF2B5EF4-FFF2-40B4-BE49-F238E27FC236}">
                <a16:creationId xmlns:a16="http://schemas.microsoft.com/office/drawing/2014/main" id="{5A13CECB-B6CF-4D9B-B857-27B4E2367325}"/>
              </a:ext>
            </a:extLst>
          </p:cNvPr>
          <p:cNvSpPr>
            <a:spLocks noGrp="1"/>
          </p:cNvSpPr>
          <p:nvPr/>
        </p:nvSpPr>
        <p:spPr>
          <a:xfrm>
            <a:off x="1381125" y="3190875"/>
            <a:ext cx="4191000" cy="1047750"/>
          </a:xfrm>
          <a:prstGeom prst="rect">
            <a:avLst/>
          </a:prstGeom>
          <a:noFill/>
          <a:ln w="0">
            <a:noFill/>
          </a:ln>
        </p:spPr>
        <p:txBody>
          <a:bodyPr>
            <a:noAutofit/>
          </a:bodyPr>
          <a:lstStyle/>
          <a:p>
            <a:pPr>
              <a:defRPr sz="3600" b="1">
                <a:solidFill>
                  <a:srgbClr val="D1EDF1"/>
                </a:solidFill>
                <a:latin typeface="Arial"/>
                <a:ea typeface="Arial"/>
                <a:cs typeface="Arial"/>
              </a:defRPr>
            </a:pPr>
            <a:r>
              <a:rPr sz="3600" b="1">
                <a:solidFill>
                  <a:srgbClr val="D1EDF1"/>
                </a:solidFill>
                <a:latin typeface="Arial"/>
                <a:ea typeface="Arial"/>
                <a:cs typeface="Arial"/>
              </a:rPr>
              <a:t>Problem addressed</a:t>
            </a:r>
          </a:p>
        </p:txBody>
      </p:sp>
      <p:sp>
        <p:nvSpPr>
          <p:cNvPr id="3" name="Rectangle 2">
            <a:extLst>
              <a:ext uri="{FF2B5EF4-FFF2-40B4-BE49-F238E27FC236}">
                <a16:creationId xmlns:a16="http://schemas.microsoft.com/office/drawing/2014/main" id="{9AE5A5F3-9177-4D18-8D03-01207AED12F9}"/>
              </a:ext>
            </a:extLst>
          </p:cNvPr>
          <p:cNvSpPr>
            <a:spLocks noGrp="1"/>
          </p:cNvSpPr>
          <p:nvPr/>
        </p:nvSpPr>
        <p:spPr>
          <a:xfrm>
            <a:off x="6000750" y="3190875"/>
            <a:ext cx="16668750" cy="1905000"/>
          </a:xfrm>
          <a:prstGeom prst="rect">
            <a:avLst/>
          </a:prstGeom>
          <a:noFill/>
          <a:ln w="0">
            <a:noFill/>
          </a:ln>
        </p:spPr>
        <p:txBody>
          <a:bodyPr>
            <a:noAutofit/>
          </a:bodyPr>
          <a:lstStyle/>
          <a:p>
            <a:pPr>
              <a:defRPr sz="3900" b="0">
                <a:solidFill>
                  <a:srgbClr val="FFFFFF"/>
                </a:solidFill>
                <a:latin typeface="Arial"/>
                <a:ea typeface="Arial"/>
                <a:cs typeface="Arial"/>
              </a:defRPr>
            </a:pPr>
            <a:r>
              <a:rPr sz="3900" b="0">
                <a:solidFill>
                  <a:srgbClr val="FFFFFF"/>
                </a:solidFill>
                <a:latin typeface="Arial"/>
                <a:ea typeface="Arial"/>
                <a:cs typeface="Arial"/>
              </a:rPr>
              <a:t>CMS fragmentation and difficulty controlling large collection pauses.</a:t>
            </a:r>
          </a:p>
        </p:txBody>
      </p:sp>
      <p:sp>
        <p:nvSpPr>
          <p:cNvPr id="4" name="Rectangle 3">
            <a:extLst>
              <a:ext uri="{FF2B5EF4-FFF2-40B4-BE49-F238E27FC236}">
                <a16:creationId xmlns:a16="http://schemas.microsoft.com/office/drawing/2014/main" id="{BBD39FB0-4F61-4B83-8AF7-CC1267500B11}"/>
              </a:ext>
            </a:extLst>
          </p:cNvPr>
          <p:cNvSpPr>
            <a:spLocks noGrp="1"/>
          </p:cNvSpPr>
          <p:nvPr/>
        </p:nvSpPr>
        <p:spPr>
          <a:xfrm>
            <a:off x="1381125" y="5286375"/>
            <a:ext cx="4191000" cy="1047750"/>
          </a:xfrm>
          <a:prstGeom prst="rect">
            <a:avLst/>
          </a:prstGeom>
          <a:noFill/>
          <a:ln w="0">
            <a:noFill/>
          </a:ln>
        </p:spPr>
        <p:txBody>
          <a:bodyPr>
            <a:noAutofit/>
          </a:bodyPr>
          <a:lstStyle/>
          <a:p>
            <a:pPr>
              <a:defRPr sz="3600" b="1">
                <a:solidFill>
                  <a:srgbClr val="D1EDF1"/>
                </a:solidFill>
                <a:latin typeface="Arial"/>
                <a:ea typeface="Arial"/>
                <a:cs typeface="Arial"/>
              </a:defRPr>
            </a:pPr>
            <a:r>
              <a:rPr sz="3600" b="1">
                <a:solidFill>
                  <a:srgbClr val="D1EDF1"/>
                </a:solidFill>
                <a:latin typeface="Arial"/>
                <a:ea typeface="Arial"/>
                <a:cs typeface="Arial"/>
              </a:rPr>
              <a:t>How it works</a:t>
            </a:r>
          </a:p>
        </p:txBody>
      </p:sp>
      <p:sp>
        <p:nvSpPr>
          <p:cNvPr id="5" name="Rectangle 4">
            <a:extLst>
              <a:ext uri="{FF2B5EF4-FFF2-40B4-BE49-F238E27FC236}">
                <a16:creationId xmlns:a16="http://schemas.microsoft.com/office/drawing/2014/main" id="{83EEC98C-FA75-485B-9666-348D2098D521}"/>
              </a:ext>
            </a:extLst>
          </p:cNvPr>
          <p:cNvSpPr>
            <a:spLocks noGrp="1"/>
          </p:cNvSpPr>
          <p:nvPr/>
        </p:nvSpPr>
        <p:spPr>
          <a:xfrm>
            <a:off x="6000750" y="5286375"/>
            <a:ext cx="16668750" cy="1905000"/>
          </a:xfrm>
          <a:prstGeom prst="rect">
            <a:avLst/>
          </a:prstGeom>
          <a:noFill/>
          <a:ln w="0">
            <a:noFill/>
          </a:ln>
        </p:spPr>
        <p:txBody>
          <a:bodyPr>
            <a:noAutofit/>
          </a:bodyPr>
          <a:lstStyle/>
          <a:p>
            <a:pPr>
              <a:defRPr sz="3900" b="0">
                <a:solidFill>
                  <a:srgbClr val="FFFFFF"/>
                </a:solidFill>
                <a:latin typeface="Arial"/>
                <a:ea typeface="Arial"/>
                <a:cs typeface="Arial"/>
              </a:defRPr>
            </a:pPr>
            <a:r>
              <a:rPr sz="3900" b="0">
                <a:solidFill>
                  <a:srgbClr val="FFFFFF"/>
                </a:solidFill>
                <a:latin typeface="Arial"/>
                <a:ea typeface="Arial"/>
                <a:cs typeface="Arial"/>
              </a:rPr>
              <a:t>Divides the heap into regions and copies survivors out of selected regions.</a:t>
            </a:r>
          </a:p>
        </p:txBody>
      </p:sp>
      <p:sp>
        <p:nvSpPr>
          <p:cNvPr id="6" name="Rectangle 5">
            <a:extLst>
              <a:ext uri="{FF2B5EF4-FFF2-40B4-BE49-F238E27FC236}">
                <a16:creationId xmlns:a16="http://schemas.microsoft.com/office/drawing/2014/main" id="{64415FCD-4EDB-4CE3-9685-8E43AA906D00}"/>
              </a:ext>
            </a:extLst>
          </p:cNvPr>
          <p:cNvSpPr>
            <a:spLocks noGrp="1"/>
          </p:cNvSpPr>
          <p:nvPr/>
        </p:nvSpPr>
        <p:spPr>
          <a:xfrm>
            <a:off x="1381125" y="7381875"/>
            <a:ext cx="4191000" cy="1047750"/>
          </a:xfrm>
          <a:prstGeom prst="rect">
            <a:avLst/>
          </a:prstGeom>
          <a:noFill/>
          <a:ln w="0">
            <a:noFill/>
          </a:ln>
        </p:spPr>
        <p:txBody>
          <a:bodyPr>
            <a:noAutofit/>
          </a:bodyPr>
          <a:lstStyle/>
          <a:p>
            <a:pPr>
              <a:defRPr sz="3600" b="1">
                <a:solidFill>
                  <a:srgbClr val="D1EDF1"/>
                </a:solidFill>
                <a:latin typeface="Arial"/>
                <a:ea typeface="Arial"/>
                <a:cs typeface="Arial"/>
              </a:defRPr>
            </a:pPr>
            <a:r>
              <a:rPr sz="3600" b="1">
                <a:solidFill>
                  <a:srgbClr val="D1EDF1"/>
                </a:solidFill>
                <a:latin typeface="Arial"/>
                <a:ea typeface="Arial"/>
                <a:cs typeface="Arial"/>
              </a:rPr>
              <a:t>Benefit</a:t>
            </a:r>
          </a:p>
        </p:txBody>
      </p:sp>
      <p:sp>
        <p:nvSpPr>
          <p:cNvPr id="7" name="Rectangle 6">
            <a:extLst>
              <a:ext uri="{FF2B5EF4-FFF2-40B4-BE49-F238E27FC236}">
                <a16:creationId xmlns:a16="http://schemas.microsoft.com/office/drawing/2014/main" id="{AE3233BC-CD3C-4CBC-9CD2-07BA27AF8B2E}"/>
              </a:ext>
            </a:extLst>
          </p:cNvPr>
          <p:cNvSpPr>
            <a:spLocks noGrp="1"/>
          </p:cNvSpPr>
          <p:nvPr/>
        </p:nvSpPr>
        <p:spPr>
          <a:xfrm>
            <a:off x="6000750" y="7381875"/>
            <a:ext cx="16668750" cy="1905000"/>
          </a:xfrm>
          <a:prstGeom prst="rect">
            <a:avLst/>
          </a:prstGeom>
          <a:noFill/>
          <a:ln w="0">
            <a:noFill/>
          </a:ln>
        </p:spPr>
        <p:txBody>
          <a:bodyPr>
            <a:noAutofit/>
          </a:bodyPr>
          <a:lstStyle/>
          <a:p>
            <a:pPr>
              <a:defRPr sz="3900" b="0">
                <a:solidFill>
                  <a:srgbClr val="FFFFFF"/>
                </a:solidFill>
                <a:latin typeface="Arial"/>
                <a:ea typeface="Arial"/>
                <a:cs typeface="Arial"/>
              </a:defRPr>
            </a:pPr>
            <a:r>
              <a:rPr sz="3900" b="0">
                <a:solidFill>
                  <a:srgbClr val="FFFFFF"/>
                </a:solidFill>
                <a:latin typeface="Arial"/>
                <a:ea typeface="Arial"/>
                <a:cs typeface="Arial"/>
              </a:rPr>
              <a:t>Reuses complete regions and chooses collection work around a pause goal.</a:t>
            </a:r>
          </a:p>
        </p:txBody>
      </p:sp>
      <p:sp>
        <p:nvSpPr>
          <p:cNvPr id="8" name="Rectangle 7">
            <a:extLst>
              <a:ext uri="{FF2B5EF4-FFF2-40B4-BE49-F238E27FC236}">
                <a16:creationId xmlns:a16="http://schemas.microsoft.com/office/drawing/2014/main" id="{5CF1BBE2-7747-4E00-9566-22EF907F319D}"/>
              </a:ext>
            </a:extLst>
          </p:cNvPr>
          <p:cNvSpPr>
            <a:spLocks noGrp="1"/>
          </p:cNvSpPr>
          <p:nvPr/>
        </p:nvSpPr>
        <p:spPr>
          <a:xfrm>
            <a:off x="1381125" y="9477375"/>
            <a:ext cx="4191000" cy="1047750"/>
          </a:xfrm>
          <a:prstGeom prst="rect">
            <a:avLst/>
          </a:prstGeom>
          <a:noFill/>
          <a:ln w="0">
            <a:noFill/>
          </a:ln>
        </p:spPr>
        <p:txBody>
          <a:bodyPr>
            <a:noAutofit/>
          </a:bodyPr>
          <a:lstStyle/>
          <a:p>
            <a:pPr>
              <a:defRPr sz="3600" b="1">
                <a:solidFill>
                  <a:srgbClr val="D1EDF1"/>
                </a:solidFill>
                <a:latin typeface="Arial"/>
                <a:ea typeface="Arial"/>
                <a:cs typeface="Arial"/>
              </a:defRPr>
            </a:pPr>
            <a:r>
              <a:rPr sz="3600" b="1">
                <a:solidFill>
                  <a:srgbClr val="D1EDF1"/>
                </a:solidFill>
                <a:latin typeface="Arial"/>
                <a:ea typeface="Arial"/>
                <a:cs typeface="Arial"/>
              </a:rPr>
              <a:t>Remaining issue</a:t>
            </a:r>
          </a:p>
        </p:txBody>
      </p:sp>
      <p:sp>
        <p:nvSpPr>
          <p:cNvPr id="9" name="Rectangle 8">
            <a:extLst>
              <a:ext uri="{FF2B5EF4-FFF2-40B4-BE49-F238E27FC236}">
                <a16:creationId xmlns:a16="http://schemas.microsoft.com/office/drawing/2014/main" id="{CAB9FE1B-0458-463B-8C30-0830BD9AEE35}"/>
              </a:ext>
            </a:extLst>
          </p:cNvPr>
          <p:cNvSpPr>
            <a:spLocks noGrp="1"/>
          </p:cNvSpPr>
          <p:nvPr/>
        </p:nvSpPr>
        <p:spPr>
          <a:xfrm>
            <a:off x="6000750" y="9477375"/>
            <a:ext cx="16668750" cy="1905000"/>
          </a:xfrm>
          <a:prstGeom prst="rect">
            <a:avLst/>
          </a:prstGeom>
          <a:noFill/>
          <a:ln w="0">
            <a:noFill/>
          </a:ln>
        </p:spPr>
        <p:txBody>
          <a:bodyPr>
            <a:noAutofit/>
          </a:bodyPr>
          <a:lstStyle/>
          <a:p>
            <a:pPr>
              <a:defRPr sz="3900" b="0">
                <a:solidFill>
                  <a:srgbClr val="FFFFFF"/>
                </a:solidFill>
                <a:latin typeface="Arial"/>
                <a:ea typeface="Arial"/>
                <a:cs typeface="Arial"/>
              </a:defRPr>
            </a:pPr>
            <a:r>
              <a:rPr sz="3900" b="0">
                <a:solidFill>
                  <a:srgbClr val="FFFFFF"/>
                </a:solidFill>
                <a:latin typeface="Arial"/>
                <a:ea typeface="Arial"/>
                <a:cs typeface="Arial"/>
              </a:rPr>
              <a:t>Object copying still pauses the application. The goal is not a deadline.</a:t>
            </a:r>
          </a:p>
        </p:txBody>
      </p:sp>
      <p:sp>
        <p:nvSpPr>
          <p:cNvPr id="10" name="Rectangle 9">
            <a:extLst>
              <a:ext uri="{FF2B5EF4-FFF2-40B4-BE49-F238E27FC236}">
                <a16:creationId xmlns:a16="http://schemas.microsoft.com/office/drawing/2014/main" id="{9BF19F3D-95E1-402D-BD35-D9A75E519E0E}"/>
              </a:ext>
            </a:extLst>
          </p:cNvPr>
          <p:cNvSpPr>
            <a:spLocks noGrp="1"/>
          </p:cNvSpPr>
          <p:nvPr/>
        </p:nvSpPr>
        <p:spPr>
          <a:xfrm>
            <a:off x="1333500" y="12096750"/>
            <a:ext cx="21812250" cy="1095375"/>
          </a:xfrm>
          <a:prstGeom prst="rect">
            <a:avLst/>
          </a:prstGeom>
          <a:noFill/>
          <a:ln w="0">
            <a:noFill/>
          </a:ln>
        </p:spPr>
        <p:txBody>
          <a:bodyPr>
            <a:noAutofit/>
          </a:bodyPr>
          <a:lstStyle/>
          <a:p>
            <a:pPr>
              <a:defRPr sz="2850" b="0">
                <a:solidFill>
                  <a:srgbClr val="D1EDF1"/>
                </a:solidFill>
                <a:latin typeface="Arial"/>
                <a:ea typeface="Arial"/>
                <a:cs typeface="Arial"/>
              </a:defRPr>
            </a:pPr>
            <a:r>
              <a:rPr sz="2850" b="0">
                <a:solidFill>
                  <a:srgbClr val="D1EDF1"/>
                </a:solidFill>
                <a:latin typeface="Arial"/>
                <a:ea typeface="Arial"/>
                <a:cs typeface="Arial"/>
              </a:rPr>
              <a:t>Selection flag: -XX:+UseG1GC. Default on most Java 25 configurations.</a:t>
            </a:r>
          </a:p>
        </p:txBody>
      </p:sp>
      <p:sp>
        <p:nvSpPr>
          <p:cNvPr id="9000" name="Slide Number Placeholder 4">
            <a:extLst>
              <a:ext uri="{FF2B5EF4-FFF2-40B4-BE49-F238E27FC236}">
                <a16:creationId xmlns:a16="http://schemas.microsoft.com/office/drawing/2014/main" id="{1037AC3D-012A-C975-7CD2-D2048CA2BFAA}"/>
              </a:ext>
            </a:extLst>
          </p:cNvPr>
          <p:cNvSpPr txBox="1">
            <a:spLocks/>
          </p:cNvSpPr>
          <p:nvPr/>
        </p:nvSpPr>
        <p:spPr>
          <a:xfrm>
            <a:off x="449152" y="13158747"/>
            <a:ext cx="871646" cy="730250"/>
          </a:xfrm>
          <a:prstGeom prst="rect">
            <a:avLst/>
          </a:prstGeom>
        </p:spPr>
        <p:txBody>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defRPr/>
            </a:pPr>
            <a:fld id="{CFF4B978-1D82-7745-80C5-DBABA6B131D3}" type="slidenum">
              <a:rPr lang="en-US" sz="1600" smtClean="0">
                <a:solidFill>
                  <a:srgbClr val="E3E1DD"/>
                </a:solidFill>
                <a:latin typeface="Oracle Sans" panose="020B0503020204020204" pitchFamily="34" charset="0"/>
                <a:cs typeface="Oracle Sans" panose="020B0503020204020204" pitchFamily="34" charset="0"/>
              </a:rPr>
              <a:pPr>
                <a:defRPr/>
              </a:pPr>
              <a:t>31</a:t>
            </a:fld>
            <a:endParaRPr lang="en-US" sz="1600" dirty="0">
              <a:solidFill>
                <a:srgbClr val="E3E1DD"/>
              </a:solidFill>
              <a:latin typeface="Oracle Sans" panose="020B0503020204020204" pitchFamily="34" charset="0"/>
              <a:cs typeface="Oracle Sans" panose="020B0503020204020204" pitchFamily="34" charset="0"/>
            </a:endParaRPr>
          </a:p>
        </p:txBody>
      </p:sp>
    </p:spTree>
    <p:extLst>
      <p:ext uri="{BB962C8B-B14F-4D97-AF65-F5344CB8AC3E}">
        <p14:creationId xmlns:p14="http://schemas.microsoft.com/office/powerpoint/2010/main" val="147396112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solidFill>
          <a:srgbClr val="00798E"/>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B7E474C9-E194-45AD-AABD-FBAAA504163B}"/>
              </a:ext>
            </a:extLst>
          </p:cNvPr>
          <p:cNvSpPr>
            <a:spLocks noGrp="1"/>
          </p:cNvSpPr>
          <p:nvPr/>
        </p:nvSpPr>
        <p:spPr>
          <a:xfrm>
            <a:off x="952500" y="809625"/>
            <a:ext cx="22098000" cy="1714500"/>
          </a:xfrm>
          <a:prstGeom prst="rect">
            <a:avLst/>
          </a:prstGeom>
          <a:noFill/>
          <a:ln w="0">
            <a:noFill/>
          </a:ln>
        </p:spPr>
        <p:txBody>
          <a:bodyPr>
            <a:noAutofit/>
          </a:bodyPr>
          <a:lstStyle/>
          <a:p>
            <a:pPr>
              <a:defRPr sz="6000" b="0">
                <a:solidFill>
                  <a:srgbClr val="FFFFFF"/>
                </a:solidFill>
                <a:latin typeface="Arial"/>
                <a:ea typeface="Arial"/>
                <a:cs typeface="Arial"/>
              </a:defRPr>
            </a:pPr>
            <a:r>
              <a:rPr sz="6000" b="0">
                <a:solidFill>
                  <a:srgbClr val="FFFFFF"/>
                </a:solidFill>
                <a:latin typeface="Arial"/>
                <a:ea typeface="Arial"/>
                <a:cs typeface="Arial"/>
              </a:rPr>
              <a:t>ZGC: concurrent relocation for very short pauses</a:t>
            </a:r>
          </a:p>
        </p:txBody>
      </p:sp>
      <p:sp>
        <p:nvSpPr>
          <p:cNvPr id="2" name="Rectangle 1">
            <a:extLst>
              <a:ext uri="{FF2B5EF4-FFF2-40B4-BE49-F238E27FC236}">
                <a16:creationId xmlns:a16="http://schemas.microsoft.com/office/drawing/2014/main" id="{831D8AC0-2905-49C4-AF69-F96B252C6846}"/>
              </a:ext>
            </a:extLst>
          </p:cNvPr>
          <p:cNvSpPr>
            <a:spLocks noGrp="1"/>
          </p:cNvSpPr>
          <p:nvPr/>
        </p:nvSpPr>
        <p:spPr>
          <a:xfrm>
            <a:off x="1381125" y="3190875"/>
            <a:ext cx="4191000" cy="1047750"/>
          </a:xfrm>
          <a:prstGeom prst="rect">
            <a:avLst/>
          </a:prstGeom>
          <a:noFill/>
          <a:ln w="0">
            <a:noFill/>
          </a:ln>
        </p:spPr>
        <p:txBody>
          <a:bodyPr>
            <a:noAutofit/>
          </a:bodyPr>
          <a:lstStyle/>
          <a:p>
            <a:pPr>
              <a:defRPr sz="3600" b="1">
                <a:solidFill>
                  <a:srgbClr val="D1EDF1"/>
                </a:solidFill>
                <a:latin typeface="Arial"/>
                <a:ea typeface="Arial"/>
                <a:cs typeface="Arial"/>
              </a:defRPr>
            </a:pPr>
            <a:r>
              <a:rPr sz="3600" b="1">
                <a:solidFill>
                  <a:srgbClr val="D1EDF1"/>
                </a:solidFill>
                <a:latin typeface="Arial"/>
                <a:ea typeface="Arial"/>
                <a:cs typeface="Arial"/>
              </a:rPr>
              <a:t>Problem addressed</a:t>
            </a:r>
          </a:p>
        </p:txBody>
      </p:sp>
      <p:sp>
        <p:nvSpPr>
          <p:cNvPr id="3" name="Rectangle 2">
            <a:extLst>
              <a:ext uri="{FF2B5EF4-FFF2-40B4-BE49-F238E27FC236}">
                <a16:creationId xmlns:a16="http://schemas.microsoft.com/office/drawing/2014/main" id="{57B3AE83-3ADA-40E1-8BF3-478827F2FC61}"/>
              </a:ext>
            </a:extLst>
          </p:cNvPr>
          <p:cNvSpPr>
            <a:spLocks noGrp="1"/>
          </p:cNvSpPr>
          <p:nvPr/>
        </p:nvSpPr>
        <p:spPr>
          <a:xfrm>
            <a:off x="6000750" y="3190875"/>
            <a:ext cx="16668750" cy="1905000"/>
          </a:xfrm>
          <a:prstGeom prst="rect">
            <a:avLst/>
          </a:prstGeom>
          <a:noFill/>
          <a:ln w="0">
            <a:noFill/>
          </a:ln>
        </p:spPr>
        <p:txBody>
          <a:bodyPr>
            <a:noAutofit/>
          </a:bodyPr>
          <a:lstStyle/>
          <a:p>
            <a:pPr>
              <a:defRPr sz="3900" b="0">
                <a:solidFill>
                  <a:srgbClr val="FFFFFF"/>
                </a:solidFill>
                <a:latin typeface="Arial"/>
                <a:ea typeface="Arial"/>
                <a:cs typeface="Arial"/>
              </a:defRPr>
            </a:pPr>
            <a:r>
              <a:rPr sz="3900" b="0">
                <a:solidFill>
                  <a:srgbClr val="FFFFFF"/>
                </a:solidFill>
                <a:latin typeface="Arial"/>
                <a:ea typeface="Arial"/>
                <a:cs typeface="Arial"/>
              </a:rPr>
              <a:t>Moving many live objects can lengthen G1 evacuation pauses.</a:t>
            </a:r>
          </a:p>
        </p:txBody>
      </p:sp>
      <p:sp>
        <p:nvSpPr>
          <p:cNvPr id="4" name="Rectangle 3">
            <a:extLst>
              <a:ext uri="{FF2B5EF4-FFF2-40B4-BE49-F238E27FC236}">
                <a16:creationId xmlns:a16="http://schemas.microsoft.com/office/drawing/2014/main" id="{77C385C1-C043-4503-81E3-B6EE016C1627}"/>
              </a:ext>
            </a:extLst>
          </p:cNvPr>
          <p:cNvSpPr>
            <a:spLocks noGrp="1"/>
          </p:cNvSpPr>
          <p:nvPr/>
        </p:nvSpPr>
        <p:spPr>
          <a:xfrm>
            <a:off x="1381125" y="5286375"/>
            <a:ext cx="4191000" cy="1047750"/>
          </a:xfrm>
          <a:prstGeom prst="rect">
            <a:avLst/>
          </a:prstGeom>
          <a:noFill/>
          <a:ln w="0">
            <a:noFill/>
          </a:ln>
        </p:spPr>
        <p:txBody>
          <a:bodyPr>
            <a:noAutofit/>
          </a:bodyPr>
          <a:lstStyle/>
          <a:p>
            <a:pPr>
              <a:defRPr sz="3600" b="1">
                <a:solidFill>
                  <a:srgbClr val="D1EDF1"/>
                </a:solidFill>
                <a:latin typeface="Arial"/>
                <a:ea typeface="Arial"/>
                <a:cs typeface="Arial"/>
              </a:defRPr>
            </a:pPr>
            <a:r>
              <a:rPr sz="3600" b="1">
                <a:solidFill>
                  <a:srgbClr val="D1EDF1"/>
                </a:solidFill>
                <a:latin typeface="Arial"/>
                <a:ea typeface="Arial"/>
                <a:cs typeface="Arial"/>
              </a:rPr>
              <a:t>How it works</a:t>
            </a:r>
          </a:p>
        </p:txBody>
      </p:sp>
      <p:sp>
        <p:nvSpPr>
          <p:cNvPr id="5" name="Rectangle 4">
            <a:extLst>
              <a:ext uri="{FF2B5EF4-FFF2-40B4-BE49-F238E27FC236}">
                <a16:creationId xmlns:a16="http://schemas.microsoft.com/office/drawing/2014/main" id="{B5A46B3D-10A7-4E52-8A11-F452AA366380}"/>
              </a:ext>
            </a:extLst>
          </p:cNvPr>
          <p:cNvSpPr>
            <a:spLocks noGrp="1"/>
          </p:cNvSpPr>
          <p:nvPr/>
        </p:nvSpPr>
        <p:spPr>
          <a:xfrm>
            <a:off x="6000750" y="5286375"/>
            <a:ext cx="16668750" cy="1905000"/>
          </a:xfrm>
          <a:prstGeom prst="rect">
            <a:avLst/>
          </a:prstGeom>
          <a:noFill/>
          <a:ln w="0">
            <a:noFill/>
          </a:ln>
        </p:spPr>
        <p:txBody>
          <a:bodyPr>
            <a:noAutofit/>
          </a:bodyPr>
          <a:lstStyle/>
          <a:p>
            <a:pPr>
              <a:defRPr sz="3900" b="0">
                <a:solidFill>
                  <a:srgbClr val="FFFFFF"/>
                </a:solidFill>
                <a:latin typeface="Arial"/>
                <a:ea typeface="Arial"/>
                <a:cs typeface="Arial"/>
              </a:defRPr>
            </a:pPr>
            <a:r>
              <a:rPr sz="3900" b="0">
                <a:solidFill>
                  <a:srgbClr val="FFFFFF"/>
                </a:solidFill>
                <a:latin typeface="Arial"/>
                <a:ea typeface="Arial"/>
                <a:cs typeface="Arial"/>
              </a:rPr>
              <a:t>Marks and relocates objects while the application keeps running.</a:t>
            </a:r>
          </a:p>
        </p:txBody>
      </p:sp>
      <p:sp>
        <p:nvSpPr>
          <p:cNvPr id="6" name="Rectangle 5">
            <a:extLst>
              <a:ext uri="{FF2B5EF4-FFF2-40B4-BE49-F238E27FC236}">
                <a16:creationId xmlns:a16="http://schemas.microsoft.com/office/drawing/2014/main" id="{31A082F0-86AA-4A84-9B7E-D73BF572721A}"/>
              </a:ext>
            </a:extLst>
          </p:cNvPr>
          <p:cNvSpPr>
            <a:spLocks noGrp="1"/>
          </p:cNvSpPr>
          <p:nvPr/>
        </p:nvSpPr>
        <p:spPr>
          <a:xfrm>
            <a:off x="1381125" y="7381875"/>
            <a:ext cx="4191000" cy="1047750"/>
          </a:xfrm>
          <a:prstGeom prst="rect">
            <a:avLst/>
          </a:prstGeom>
          <a:noFill/>
          <a:ln w="0">
            <a:noFill/>
          </a:ln>
        </p:spPr>
        <p:txBody>
          <a:bodyPr>
            <a:noAutofit/>
          </a:bodyPr>
          <a:lstStyle/>
          <a:p>
            <a:pPr>
              <a:defRPr sz="3600" b="1">
                <a:solidFill>
                  <a:srgbClr val="D1EDF1"/>
                </a:solidFill>
                <a:latin typeface="Arial"/>
                <a:ea typeface="Arial"/>
                <a:cs typeface="Arial"/>
              </a:defRPr>
            </a:pPr>
            <a:r>
              <a:rPr sz="3600" b="1">
                <a:solidFill>
                  <a:srgbClr val="D1EDF1"/>
                </a:solidFill>
                <a:latin typeface="Arial"/>
                <a:ea typeface="Arial"/>
                <a:cs typeface="Arial"/>
              </a:rPr>
              <a:t>Reference safety</a:t>
            </a:r>
          </a:p>
        </p:txBody>
      </p:sp>
      <p:sp>
        <p:nvSpPr>
          <p:cNvPr id="7" name="Rectangle 6">
            <a:extLst>
              <a:ext uri="{FF2B5EF4-FFF2-40B4-BE49-F238E27FC236}">
                <a16:creationId xmlns:a16="http://schemas.microsoft.com/office/drawing/2014/main" id="{58844208-9ED7-45D7-8462-2557008B6F01}"/>
              </a:ext>
            </a:extLst>
          </p:cNvPr>
          <p:cNvSpPr>
            <a:spLocks noGrp="1"/>
          </p:cNvSpPr>
          <p:nvPr/>
        </p:nvSpPr>
        <p:spPr>
          <a:xfrm>
            <a:off x="6000750" y="7381875"/>
            <a:ext cx="16668750" cy="1905000"/>
          </a:xfrm>
          <a:prstGeom prst="rect">
            <a:avLst/>
          </a:prstGeom>
          <a:noFill/>
          <a:ln w="0">
            <a:noFill/>
          </a:ln>
        </p:spPr>
        <p:txBody>
          <a:bodyPr>
            <a:noAutofit/>
          </a:bodyPr>
          <a:lstStyle/>
          <a:p>
            <a:pPr>
              <a:defRPr sz="3900" b="0">
                <a:solidFill>
                  <a:srgbClr val="FFFFFF"/>
                </a:solidFill>
                <a:latin typeface="Arial"/>
                <a:ea typeface="Arial"/>
                <a:cs typeface="Arial"/>
              </a:defRPr>
            </a:pPr>
            <a:r>
              <a:rPr sz="3900" b="0">
                <a:solidFill>
                  <a:srgbClr val="FFFFFF"/>
                </a:solidFill>
                <a:latin typeface="Arial"/>
                <a:ea typeface="Arial"/>
                <a:cs typeface="Arial"/>
              </a:rPr>
              <a:t>Barriers perform extra checks so references remain valid as objects move.</a:t>
            </a:r>
          </a:p>
        </p:txBody>
      </p:sp>
      <p:sp>
        <p:nvSpPr>
          <p:cNvPr id="8" name="Rectangle 7">
            <a:extLst>
              <a:ext uri="{FF2B5EF4-FFF2-40B4-BE49-F238E27FC236}">
                <a16:creationId xmlns:a16="http://schemas.microsoft.com/office/drawing/2014/main" id="{1E29E31E-BE89-41A1-A0F3-BCEE849E3CF9}"/>
              </a:ext>
            </a:extLst>
          </p:cNvPr>
          <p:cNvSpPr>
            <a:spLocks noGrp="1"/>
          </p:cNvSpPr>
          <p:nvPr/>
        </p:nvSpPr>
        <p:spPr>
          <a:xfrm>
            <a:off x="1381125" y="9477375"/>
            <a:ext cx="4191000" cy="1047750"/>
          </a:xfrm>
          <a:prstGeom prst="rect">
            <a:avLst/>
          </a:prstGeom>
          <a:noFill/>
          <a:ln w="0">
            <a:noFill/>
          </a:ln>
        </p:spPr>
        <p:txBody>
          <a:bodyPr>
            <a:noAutofit/>
          </a:bodyPr>
          <a:lstStyle/>
          <a:p>
            <a:pPr>
              <a:defRPr sz="3600" b="1">
                <a:solidFill>
                  <a:srgbClr val="D1EDF1"/>
                </a:solidFill>
                <a:latin typeface="Arial"/>
                <a:ea typeface="Arial"/>
                <a:cs typeface="Arial"/>
              </a:defRPr>
            </a:pPr>
            <a:r>
              <a:rPr sz="3600" b="1">
                <a:solidFill>
                  <a:srgbClr val="D1EDF1"/>
                </a:solidFill>
                <a:latin typeface="Arial"/>
                <a:ea typeface="Arial"/>
                <a:cs typeface="Arial"/>
              </a:rPr>
              <a:t>Remaining issue</a:t>
            </a:r>
          </a:p>
        </p:txBody>
      </p:sp>
      <p:sp>
        <p:nvSpPr>
          <p:cNvPr id="9" name="Rectangle 8">
            <a:extLst>
              <a:ext uri="{FF2B5EF4-FFF2-40B4-BE49-F238E27FC236}">
                <a16:creationId xmlns:a16="http://schemas.microsoft.com/office/drawing/2014/main" id="{D6DD699A-DED2-41D9-880A-BDAB909230C7}"/>
              </a:ext>
            </a:extLst>
          </p:cNvPr>
          <p:cNvSpPr>
            <a:spLocks noGrp="1"/>
          </p:cNvSpPr>
          <p:nvPr/>
        </p:nvSpPr>
        <p:spPr>
          <a:xfrm>
            <a:off x="6000750" y="9477375"/>
            <a:ext cx="16668750" cy="1905000"/>
          </a:xfrm>
          <a:prstGeom prst="rect">
            <a:avLst/>
          </a:prstGeom>
          <a:noFill/>
          <a:ln w="0">
            <a:noFill/>
          </a:ln>
        </p:spPr>
        <p:txBody>
          <a:bodyPr>
            <a:noAutofit/>
          </a:bodyPr>
          <a:lstStyle/>
          <a:p>
            <a:pPr>
              <a:defRPr sz="3900" b="0">
                <a:solidFill>
                  <a:srgbClr val="FFFFFF"/>
                </a:solidFill>
                <a:latin typeface="Arial"/>
                <a:ea typeface="Arial"/>
                <a:cs typeface="Arial"/>
              </a:defRPr>
            </a:pPr>
            <a:r>
              <a:rPr sz="3900" b="0">
                <a:solidFill>
                  <a:srgbClr val="FFFFFF"/>
                </a:solidFill>
                <a:latin typeface="Arial"/>
                <a:ea typeface="Arial"/>
                <a:cs typeface="Arial"/>
              </a:rPr>
              <a:t>Concurrent work uses CPU and spare memory. Allocation can still stall.</a:t>
            </a:r>
          </a:p>
        </p:txBody>
      </p:sp>
      <p:sp>
        <p:nvSpPr>
          <p:cNvPr id="10" name="Rectangle 9">
            <a:extLst>
              <a:ext uri="{FF2B5EF4-FFF2-40B4-BE49-F238E27FC236}">
                <a16:creationId xmlns:a16="http://schemas.microsoft.com/office/drawing/2014/main" id="{D3E93F23-E68B-4320-BA11-1DE1D7804A55}"/>
              </a:ext>
            </a:extLst>
          </p:cNvPr>
          <p:cNvSpPr>
            <a:spLocks noGrp="1"/>
          </p:cNvSpPr>
          <p:nvPr/>
        </p:nvSpPr>
        <p:spPr>
          <a:xfrm>
            <a:off x="1333500" y="12096750"/>
            <a:ext cx="21812250" cy="1095375"/>
          </a:xfrm>
          <a:prstGeom prst="rect">
            <a:avLst/>
          </a:prstGeom>
          <a:noFill/>
          <a:ln w="0">
            <a:noFill/>
          </a:ln>
        </p:spPr>
        <p:txBody>
          <a:bodyPr>
            <a:noAutofit/>
          </a:bodyPr>
          <a:lstStyle/>
          <a:p>
            <a:pPr>
              <a:defRPr sz="2850" b="0">
                <a:solidFill>
                  <a:srgbClr val="D1EDF1"/>
                </a:solidFill>
                <a:latin typeface="Arial"/>
                <a:ea typeface="Arial"/>
                <a:cs typeface="Arial"/>
              </a:defRPr>
            </a:pPr>
            <a:r>
              <a:rPr sz="2850" b="0">
                <a:solidFill>
                  <a:srgbClr val="D1EDF1"/>
                </a:solidFill>
                <a:latin typeface="Arial"/>
                <a:ea typeface="Arial"/>
                <a:cs typeface="Arial"/>
              </a:rPr>
              <a:t>Java 25 ZGC is generational. Selection flag: -XX:+UseZGC</a:t>
            </a:r>
          </a:p>
        </p:txBody>
      </p:sp>
      <p:sp>
        <p:nvSpPr>
          <p:cNvPr id="9000" name="Slide Number Placeholder 4">
            <a:extLst>
              <a:ext uri="{FF2B5EF4-FFF2-40B4-BE49-F238E27FC236}">
                <a16:creationId xmlns:a16="http://schemas.microsoft.com/office/drawing/2014/main" id="{1037AC3D-012A-C975-7CD2-D2048CA2BFAA}"/>
              </a:ext>
            </a:extLst>
          </p:cNvPr>
          <p:cNvSpPr txBox="1">
            <a:spLocks/>
          </p:cNvSpPr>
          <p:nvPr/>
        </p:nvSpPr>
        <p:spPr>
          <a:xfrm>
            <a:off x="449152" y="13158747"/>
            <a:ext cx="871646" cy="730250"/>
          </a:xfrm>
          <a:prstGeom prst="rect">
            <a:avLst/>
          </a:prstGeom>
        </p:spPr>
        <p:txBody>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defRPr/>
            </a:pPr>
            <a:fld id="{CFF4B978-1D82-7745-80C5-DBABA6B131D3}" type="slidenum">
              <a:rPr lang="en-US" sz="1600" smtClean="0">
                <a:solidFill>
                  <a:srgbClr val="E3E1DD"/>
                </a:solidFill>
                <a:latin typeface="Oracle Sans" panose="020B0503020204020204" pitchFamily="34" charset="0"/>
                <a:cs typeface="Oracle Sans" panose="020B0503020204020204" pitchFamily="34" charset="0"/>
              </a:rPr>
              <a:pPr>
                <a:defRPr/>
              </a:pPr>
              <a:t>32</a:t>
            </a:fld>
            <a:endParaRPr lang="en-US" sz="1600" dirty="0">
              <a:solidFill>
                <a:srgbClr val="E3E1DD"/>
              </a:solidFill>
              <a:latin typeface="Oracle Sans" panose="020B0503020204020204" pitchFamily="34" charset="0"/>
              <a:cs typeface="Oracle Sans" panose="020B0503020204020204" pitchFamily="34" charset="0"/>
            </a:endParaRPr>
          </a:p>
        </p:txBody>
      </p:sp>
    </p:spTree>
    <p:extLst>
      <p:ext uri="{BB962C8B-B14F-4D97-AF65-F5344CB8AC3E}">
        <p14:creationId xmlns:p14="http://schemas.microsoft.com/office/powerpoint/2010/main" val="795986219"/>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solidFill>
          <a:srgbClr val="00798E"/>
        </a:solidFill>
        <a:effectLst/>
      </p:bgPr>
    </p:bg>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346C889B-2824-438D-B227-0A460671F6AC}"/>
              </a:ext>
            </a:extLst>
          </p:cNvPr>
          <p:cNvSpPr>
            <a:spLocks noGrp="1"/>
          </p:cNvSpPr>
          <p:nvPr/>
        </p:nvSpPr>
        <p:spPr>
          <a:xfrm>
            <a:off x="952500" y="809625"/>
            <a:ext cx="22098000" cy="1714500"/>
          </a:xfrm>
          <a:prstGeom prst="rect">
            <a:avLst/>
          </a:prstGeom>
          <a:noFill/>
          <a:ln w="0">
            <a:noFill/>
          </a:ln>
        </p:spPr>
        <p:txBody>
          <a:bodyPr>
            <a:noAutofit/>
          </a:bodyPr>
          <a:lstStyle/>
          <a:p>
            <a:pPr>
              <a:defRPr sz="6000" b="0">
                <a:solidFill>
                  <a:srgbClr val="FFFFFF"/>
                </a:solidFill>
                <a:latin typeface="Arial"/>
                <a:ea typeface="Arial"/>
                <a:cs typeface="Arial"/>
              </a:defRPr>
            </a:pPr>
            <a:r>
              <a:rPr sz="6000" b="0">
                <a:solidFill>
                  <a:srgbClr val="FFFFFF"/>
                </a:solidFill>
                <a:latin typeface="Arial"/>
                <a:ea typeface="Arial"/>
                <a:cs typeface="Arial"/>
              </a:rPr>
              <a:t>Choosing a starting point for your workload</a:t>
            </a:r>
          </a:p>
        </p:txBody>
      </p:sp>
      <p:graphicFrame>
        <p:nvGraphicFramePr>
          <p:cNvPr id="4" name="Table 3"/>
          <p:cNvGraphicFramePr/>
          <p:nvPr/>
        </p:nvGraphicFramePr>
        <p:xfrm>
          <a:off x="1381125" y="3333750"/>
          <a:ext cx="21621750" cy="7715250"/>
        </p:xfrm>
        <a:graphic>
          <a:graphicData uri="http://schemas.openxmlformats.org/drawingml/2006/table">
            <a:tbl>
              <a:tblPr/>
              <a:tblGrid>
                <a:gridCol w="8096250">
                  <a:extLst>
                    <a:ext uri="{9D8B030D-6E8A-4147-A177-3AD203B41FA5}">
                      <a16:colId xmlns:a16="http://schemas.microsoft.com/office/drawing/2014/main" val="20000"/>
                    </a:ext>
                  </a:extLst>
                </a:gridCol>
                <a:gridCol w="4762500">
                  <a:extLst>
                    <a:ext uri="{9D8B030D-6E8A-4147-A177-3AD203B41FA5}">
                      <a16:colId xmlns:a16="http://schemas.microsoft.com/office/drawing/2014/main" val="20001"/>
                    </a:ext>
                  </a:extLst>
                </a:gridCol>
                <a:gridCol w="8763000">
                  <a:extLst>
                    <a:ext uri="{9D8B030D-6E8A-4147-A177-3AD203B41FA5}">
                      <a16:colId xmlns:a16="http://schemas.microsoft.com/office/drawing/2014/main" val="20002"/>
                    </a:ext>
                  </a:extLst>
                </a:gridCol>
              </a:tblGrid>
              <a:tr h="1285875">
                <a:tc>
                  <a:txBody>
                    <a:bodyPr/>
                    <a:lstStyle/>
                    <a:p>
                      <a:r>
                        <a:rPr sz="3225" b="1">
                          <a:solidFill>
                            <a:srgbClr val="FFFFFF"/>
                          </a:solidFill>
                          <a:latin typeface="Arial"/>
                          <a:ea typeface="Arial"/>
                          <a:cs typeface="Arial"/>
                        </a:rPr>
                        <a:t>Workload priority</a:t>
                      </a:r>
                    </a:p>
                  </a:txBody>
                  <a:tcPr>
                    <a:solidFill>
                      <a:srgbClr val="043F4D"/>
                    </a:solidFill>
                  </a:tcPr>
                </a:tc>
                <a:tc>
                  <a:txBody>
                    <a:bodyPr/>
                    <a:lstStyle/>
                    <a:p>
                      <a:r>
                        <a:rPr sz="3225" b="1">
                          <a:solidFill>
                            <a:srgbClr val="FFFFFF"/>
                          </a:solidFill>
                          <a:latin typeface="Arial"/>
                          <a:ea typeface="Arial"/>
                          <a:cs typeface="Arial"/>
                        </a:rPr>
                        <a:t>Candidate</a:t>
                      </a:r>
                    </a:p>
                  </a:txBody>
                  <a:tcPr>
                    <a:solidFill>
                      <a:srgbClr val="043F4D"/>
                    </a:solidFill>
                  </a:tcPr>
                </a:tc>
                <a:tc>
                  <a:txBody>
                    <a:bodyPr/>
                    <a:lstStyle/>
                    <a:p>
                      <a:r>
                        <a:rPr sz="3225" b="1">
                          <a:solidFill>
                            <a:srgbClr val="FFFFFF"/>
                          </a:solidFill>
                          <a:latin typeface="Arial"/>
                          <a:ea typeface="Arial"/>
                          <a:cs typeface="Arial"/>
                        </a:rPr>
                        <a:t>What to validate</a:t>
                      </a:r>
                    </a:p>
                  </a:txBody>
                  <a:tcPr>
                    <a:solidFill>
                      <a:srgbClr val="043F4D"/>
                    </a:solidFill>
                  </a:tcPr>
                </a:tc>
                <a:extLst>
                  <a:ext uri="{0D108BD9-81ED-4DB2-BD59-A6C34878D82A}">
                    <a16:rowId xmlns:a16="http://schemas.microsoft.com/office/drawing/2014/main" val="10000"/>
                  </a:ext>
                </a:extLst>
              </a:tr>
              <a:tr h="1285875">
                <a:tc>
                  <a:txBody>
                    <a:bodyPr/>
                    <a:lstStyle/>
                    <a:p>
                      <a:r>
                        <a:rPr sz="3225" b="0">
                          <a:solidFill>
                            <a:srgbClr val="043F4D"/>
                          </a:solidFill>
                          <a:latin typeface="Arial"/>
                          <a:ea typeface="Arial"/>
                          <a:cs typeface="Arial"/>
                        </a:rPr>
                        <a:t>Small live data, limited CPU</a:t>
                      </a:r>
                    </a:p>
                  </a:txBody>
                  <a:tcPr>
                    <a:solidFill>
                      <a:srgbClr val="E8F2F3"/>
                    </a:solidFill>
                  </a:tcPr>
                </a:tc>
                <a:tc>
                  <a:txBody>
                    <a:bodyPr/>
                    <a:lstStyle/>
                    <a:p>
                      <a:r>
                        <a:rPr sz="3225" b="0">
                          <a:solidFill>
                            <a:srgbClr val="043F4D"/>
                          </a:solidFill>
                          <a:latin typeface="Arial"/>
                          <a:ea typeface="Arial"/>
                          <a:cs typeface="Arial"/>
                        </a:rPr>
                        <a:t>Serial</a:t>
                      </a:r>
                    </a:p>
                  </a:txBody>
                  <a:tcPr>
                    <a:solidFill>
                      <a:srgbClr val="E8F2F3"/>
                    </a:solidFill>
                  </a:tcPr>
                </a:tc>
                <a:tc>
                  <a:txBody>
                    <a:bodyPr/>
                    <a:lstStyle/>
                    <a:p>
                      <a:r>
                        <a:rPr sz="3225" b="0">
                          <a:solidFill>
                            <a:srgbClr val="043F4D"/>
                          </a:solidFill>
                          <a:latin typeface="Arial"/>
                          <a:ea typeface="Arial"/>
                          <a:cs typeface="Arial"/>
                        </a:rPr>
                        <a:t>Pause length and memory use</a:t>
                      </a:r>
                    </a:p>
                  </a:txBody>
                  <a:tcPr>
                    <a:solidFill>
                      <a:srgbClr val="E8F2F3"/>
                    </a:solidFill>
                  </a:tcPr>
                </a:tc>
                <a:extLst>
                  <a:ext uri="{0D108BD9-81ED-4DB2-BD59-A6C34878D82A}">
                    <a16:rowId xmlns:a16="http://schemas.microsoft.com/office/drawing/2014/main" val="10001"/>
                  </a:ext>
                </a:extLst>
              </a:tr>
              <a:tr h="1285875">
                <a:tc>
                  <a:txBody>
                    <a:bodyPr/>
                    <a:lstStyle/>
                    <a:p>
                      <a:r>
                        <a:rPr sz="3225" b="0">
                          <a:solidFill>
                            <a:srgbClr val="043F4D"/>
                          </a:solidFill>
                          <a:latin typeface="Arial"/>
                          <a:ea typeface="Arial"/>
                          <a:cs typeface="Arial"/>
                        </a:rPr>
                        <a:t>Batch throughput</a:t>
                      </a:r>
                    </a:p>
                  </a:txBody>
                  <a:tcPr>
                    <a:solidFill>
                      <a:srgbClr val="D2E5E8"/>
                    </a:solidFill>
                  </a:tcPr>
                </a:tc>
                <a:tc>
                  <a:txBody>
                    <a:bodyPr/>
                    <a:lstStyle/>
                    <a:p>
                      <a:r>
                        <a:rPr sz="3225" b="0">
                          <a:solidFill>
                            <a:srgbClr val="043F4D"/>
                          </a:solidFill>
                          <a:latin typeface="Arial"/>
                          <a:ea typeface="Arial"/>
                          <a:cs typeface="Arial"/>
                        </a:rPr>
                        <a:t>Parallel</a:t>
                      </a:r>
                    </a:p>
                  </a:txBody>
                  <a:tcPr>
                    <a:solidFill>
                      <a:srgbClr val="D2E5E8"/>
                    </a:solidFill>
                  </a:tcPr>
                </a:tc>
                <a:tc>
                  <a:txBody>
                    <a:bodyPr/>
                    <a:lstStyle/>
                    <a:p>
                      <a:r>
                        <a:rPr sz="3225" b="0">
                          <a:solidFill>
                            <a:srgbClr val="043F4D"/>
                          </a:solidFill>
                          <a:latin typeface="Arial"/>
                          <a:ea typeface="Arial"/>
                          <a:cs typeface="Arial"/>
                        </a:rPr>
                        <a:t>Completion time and pause tolerance</a:t>
                      </a:r>
                    </a:p>
                  </a:txBody>
                  <a:tcPr>
                    <a:solidFill>
                      <a:srgbClr val="D2E5E8"/>
                    </a:solidFill>
                  </a:tcPr>
                </a:tc>
                <a:extLst>
                  <a:ext uri="{0D108BD9-81ED-4DB2-BD59-A6C34878D82A}">
                    <a16:rowId xmlns:a16="http://schemas.microsoft.com/office/drawing/2014/main" val="10002"/>
                  </a:ext>
                </a:extLst>
              </a:tr>
              <a:tr h="1285875">
                <a:tc>
                  <a:txBody>
                    <a:bodyPr/>
                    <a:lstStyle/>
                    <a:p>
                      <a:r>
                        <a:rPr sz="3225" b="0">
                          <a:solidFill>
                            <a:srgbClr val="043F4D"/>
                          </a:solidFill>
                          <a:latin typeface="Arial"/>
                          <a:ea typeface="Arial"/>
                          <a:cs typeface="Arial"/>
                        </a:rPr>
                        <a:t>Balanced service performance</a:t>
                      </a:r>
                    </a:p>
                  </a:txBody>
                  <a:tcPr>
                    <a:solidFill>
                      <a:srgbClr val="E8F2F3"/>
                    </a:solidFill>
                  </a:tcPr>
                </a:tc>
                <a:tc>
                  <a:txBody>
                    <a:bodyPr/>
                    <a:lstStyle/>
                    <a:p>
                      <a:r>
                        <a:rPr sz="3225" b="0">
                          <a:solidFill>
                            <a:srgbClr val="043F4D"/>
                          </a:solidFill>
                          <a:latin typeface="Arial"/>
                          <a:ea typeface="Arial"/>
                          <a:cs typeface="Arial"/>
                        </a:rPr>
                        <a:t>G1 / JVM default</a:t>
                      </a:r>
                    </a:p>
                  </a:txBody>
                  <a:tcPr>
                    <a:solidFill>
                      <a:srgbClr val="E8F2F3"/>
                    </a:solidFill>
                  </a:tcPr>
                </a:tc>
                <a:tc>
                  <a:txBody>
                    <a:bodyPr/>
                    <a:lstStyle/>
                    <a:p>
                      <a:r>
                        <a:rPr sz="3225" b="0">
                          <a:solidFill>
                            <a:srgbClr val="043F4D"/>
                          </a:solidFill>
                          <a:latin typeface="Arial"/>
                          <a:ea typeface="Arial"/>
                          <a:cs typeface="Arial"/>
                        </a:rPr>
                        <a:t>Request latency and throughput</a:t>
                      </a:r>
                    </a:p>
                  </a:txBody>
                  <a:tcPr>
                    <a:solidFill>
                      <a:srgbClr val="E8F2F3"/>
                    </a:solidFill>
                  </a:tcPr>
                </a:tc>
                <a:extLst>
                  <a:ext uri="{0D108BD9-81ED-4DB2-BD59-A6C34878D82A}">
                    <a16:rowId xmlns:a16="http://schemas.microsoft.com/office/drawing/2014/main" val="10003"/>
                  </a:ext>
                </a:extLst>
              </a:tr>
              <a:tr h="1285875">
                <a:tc>
                  <a:txBody>
                    <a:bodyPr/>
                    <a:lstStyle/>
                    <a:p>
                      <a:r>
                        <a:rPr sz="3225" b="0">
                          <a:solidFill>
                            <a:srgbClr val="043F4D"/>
                          </a:solidFill>
                          <a:latin typeface="Arial"/>
                          <a:ea typeface="Arial"/>
                          <a:cs typeface="Arial"/>
                        </a:rPr>
                        <a:t>Very tight pause goals</a:t>
                      </a:r>
                    </a:p>
                  </a:txBody>
                  <a:tcPr>
                    <a:solidFill>
                      <a:srgbClr val="D2E5E8"/>
                    </a:solidFill>
                  </a:tcPr>
                </a:tc>
                <a:tc>
                  <a:txBody>
                    <a:bodyPr/>
                    <a:lstStyle/>
                    <a:p>
                      <a:r>
                        <a:rPr sz="3225" b="0">
                          <a:solidFill>
                            <a:srgbClr val="043F4D"/>
                          </a:solidFill>
                          <a:latin typeface="Arial"/>
                          <a:ea typeface="Arial"/>
                          <a:cs typeface="Arial"/>
                        </a:rPr>
                        <a:t>ZGC</a:t>
                      </a:r>
                    </a:p>
                  </a:txBody>
                  <a:tcPr>
                    <a:solidFill>
                      <a:srgbClr val="D2E5E8"/>
                    </a:solidFill>
                  </a:tcPr>
                </a:tc>
                <a:tc>
                  <a:txBody>
                    <a:bodyPr/>
                    <a:lstStyle/>
                    <a:p>
                      <a:r>
                        <a:rPr sz="3225" b="0">
                          <a:solidFill>
                            <a:srgbClr val="043F4D"/>
                          </a:solidFill>
                          <a:latin typeface="Arial"/>
                          <a:ea typeface="Arial"/>
                          <a:cs typeface="Arial"/>
                        </a:rPr>
                        <a:t>Tail latency, CPU and headroom</a:t>
                      </a:r>
                    </a:p>
                  </a:txBody>
                  <a:tcPr>
                    <a:solidFill>
                      <a:srgbClr val="D2E5E8"/>
                    </a:solidFill>
                  </a:tcPr>
                </a:tc>
                <a:extLst>
                  <a:ext uri="{0D108BD9-81ED-4DB2-BD59-A6C34878D82A}">
                    <a16:rowId xmlns:a16="http://schemas.microsoft.com/office/drawing/2014/main" val="10004"/>
                  </a:ext>
                </a:extLst>
              </a:tr>
              <a:tr h="1285875">
                <a:tc>
                  <a:txBody>
                    <a:bodyPr/>
                    <a:lstStyle/>
                    <a:p>
                      <a:r>
                        <a:rPr sz="3225" b="0">
                          <a:solidFill>
                            <a:srgbClr val="043F4D"/>
                          </a:solidFill>
                          <a:latin typeface="Arial"/>
                          <a:ea typeface="Arial"/>
                          <a:cs typeface="Arial"/>
                        </a:rPr>
                        <a:t>Maintaining an old CMS system</a:t>
                      </a:r>
                    </a:p>
                  </a:txBody>
                  <a:tcPr>
                    <a:solidFill>
                      <a:srgbClr val="E8F2F3"/>
                    </a:solidFill>
                  </a:tcPr>
                </a:tc>
                <a:tc>
                  <a:txBody>
                    <a:bodyPr/>
                    <a:lstStyle/>
                    <a:p>
                      <a:r>
                        <a:rPr sz="3225" b="0">
                          <a:solidFill>
                            <a:srgbClr val="043F4D"/>
                          </a:solidFill>
                          <a:latin typeface="Arial"/>
                          <a:ea typeface="Arial"/>
                          <a:cs typeface="Arial"/>
                        </a:rPr>
                        <a:t>Plan migration</a:t>
                      </a:r>
                    </a:p>
                  </a:txBody>
                  <a:tcPr>
                    <a:solidFill>
                      <a:srgbClr val="E8F2F3"/>
                    </a:solidFill>
                  </a:tcPr>
                </a:tc>
                <a:tc>
                  <a:txBody>
                    <a:bodyPr/>
                    <a:lstStyle/>
                    <a:p>
                      <a:r>
                        <a:rPr sz="3225" b="0">
                          <a:solidFill>
                            <a:srgbClr val="043F4D"/>
                          </a:solidFill>
                          <a:latin typeface="Arial"/>
                          <a:ea typeface="Arial"/>
                          <a:cs typeface="Arial"/>
                        </a:rPr>
                        <a:t>Behavior on a supported JDK</a:t>
                      </a:r>
                    </a:p>
                  </a:txBody>
                  <a:tcPr>
                    <a:solidFill>
                      <a:srgbClr val="E8F2F3"/>
                    </a:solidFill>
                  </a:tcPr>
                </a:tc>
                <a:extLst>
                  <a:ext uri="{0D108BD9-81ED-4DB2-BD59-A6C34878D82A}">
                    <a16:rowId xmlns:a16="http://schemas.microsoft.com/office/drawing/2014/main" val="10005"/>
                  </a:ext>
                </a:extLst>
              </a:tr>
            </a:tbl>
          </a:graphicData>
        </a:graphic>
      </p:graphicFrame>
      <p:sp>
        <p:nvSpPr>
          <p:cNvPr id="9000" name="Slide Number Placeholder 4">
            <a:extLst>
              <a:ext uri="{FF2B5EF4-FFF2-40B4-BE49-F238E27FC236}">
                <a16:creationId xmlns:a16="http://schemas.microsoft.com/office/drawing/2014/main" id="{1037AC3D-012A-C975-7CD2-D2048CA2BFAA}"/>
              </a:ext>
            </a:extLst>
          </p:cNvPr>
          <p:cNvSpPr txBox="1">
            <a:spLocks/>
          </p:cNvSpPr>
          <p:nvPr/>
        </p:nvSpPr>
        <p:spPr>
          <a:xfrm>
            <a:off x="449152" y="13158747"/>
            <a:ext cx="871646" cy="730250"/>
          </a:xfrm>
          <a:prstGeom prst="rect">
            <a:avLst/>
          </a:prstGeom>
        </p:spPr>
        <p:txBody>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defRPr/>
            </a:pPr>
            <a:fld id="{CFF4B978-1D82-7745-80C5-DBABA6B131D3}" type="slidenum">
              <a:rPr lang="en-US" sz="1600" smtClean="0">
                <a:solidFill>
                  <a:srgbClr val="E3E1DD"/>
                </a:solidFill>
                <a:latin typeface="Oracle Sans" panose="020B0503020204020204" pitchFamily="34" charset="0"/>
                <a:cs typeface="Oracle Sans" panose="020B0503020204020204" pitchFamily="34" charset="0"/>
              </a:rPr>
              <a:pPr>
                <a:defRPr/>
              </a:pPr>
              <a:t>33</a:t>
            </a:fld>
            <a:endParaRPr lang="en-US" sz="1600" dirty="0">
              <a:solidFill>
                <a:srgbClr val="E3E1DD"/>
              </a:solidFill>
              <a:latin typeface="Oracle Sans" panose="020B0503020204020204" pitchFamily="34" charset="0"/>
              <a:cs typeface="Oracle Sans" panose="020B0503020204020204" pitchFamily="34" charset="0"/>
            </a:endParaRPr>
          </a:p>
        </p:txBody>
      </p:sp>
    </p:spTree>
    <p:extLst>
      <p:ext uri="{BB962C8B-B14F-4D97-AF65-F5344CB8AC3E}">
        <p14:creationId xmlns:p14="http://schemas.microsoft.com/office/powerpoint/2010/main" val="2042977537"/>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bg>
      <p:bgPr>
        <a:solidFill>
          <a:srgbClr val="00798E"/>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56976903-1821-488E-B910-2062405BC887}"/>
              </a:ext>
            </a:extLst>
          </p:cNvPr>
          <p:cNvSpPr>
            <a:spLocks noGrp="1"/>
          </p:cNvSpPr>
          <p:nvPr/>
        </p:nvSpPr>
        <p:spPr>
          <a:xfrm>
            <a:off x="952500" y="809625"/>
            <a:ext cx="22098000" cy="1714500"/>
          </a:xfrm>
          <a:prstGeom prst="rect">
            <a:avLst/>
          </a:prstGeom>
          <a:noFill/>
          <a:ln w="0">
            <a:noFill/>
          </a:ln>
        </p:spPr>
        <p:txBody>
          <a:bodyPr>
            <a:noAutofit/>
          </a:bodyPr>
          <a:lstStyle/>
          <a:p>
            <a:pPr>
              <a:defRPr sz="6000" b="0">
                <a:solidFill>
                  <a:srgbClr val="FFFFFF"/>
                </a:solidFill>
                <a:latin typeface="Arial"/>
                <a:ea typeface="Arial"/>
                <a:cs typeface="Arial"/>
              </a:defRPr>
            </a:pPr>
            <a:r>
              <a:rPr sz="6000" b="0">
                <a:solidFill>
                  <a:srgbClr val="FFFFFF"/>
                </a:solidFill>
                <a:latin typeface="Arial"/>
                <a:ea typeface="Arial"/>
                <a:cs typeface="Arial"/>
              </a:rPr>
              <a:t>What to measure before choosing a collector</a:t>
            </a:r>
          </a:p>
        </p:txBody>
      </p:sp>
      <p:sp>
        <p:nvSpPr>
          <p:cNvPr id="2" name="Rectangle 1">
            <a:extLst>
              <a:ext uri="{FF2B5EF4-FFF2-40B4-BE49-F238E27FC236}">
                <a16:creationId xmlns:a16="http://schemas.microsoft.com/office/drawing/2014/main" id="{43163B48-975A-4EB7-A17B-678BC99108B3}"/>
              </a:ext>
            </a:extLst>
          </p:cNvPr>
          <p:cNvSpPr>
            <a:spLocks noGrp="1"/>
          </p:cNvSpPr>
          <p:nvPr/>
        </p:nvSpPr>
        <p:spPr>
          <a:xfrm>
            <a:off x="1381125" y="3190875"/>
            <a:ext cx="4191000" cy="1047750"/>
          </a:xfrm>
          <a:prstGeom prst="rect">
            <a:avLst/>
          </a:prstGeom>
          <a:noFill/>
          <a:ln w="0">
            <a:noFill/>
          </a:ln>
        </p:spPr>
        <p:txBody>
          <a:bodyPr>
            <a:noAutofit/>
          </a:bodyPr>
          <a:lstStyle/>
          <a:p>
            <a:pPr>
              <a:defRPr sz="3600" b="1">
                <a:solidFill>
                  <a:srgbClr val="D1EDF1"/>
                </a:solidFill>
                <a:latin typeface="Arial"/>
                <a:ea typeface="Arial"/>
                <a:cs typeface="Arial"/>
              </a:defRPr>
            </a:pPr>
            <a:r>
              <a:rPr sz="3600" b="1">
                <a:solidFill>
                  <a:srgbClr val="D1EDF1"/>
                </a:solidFill>
                <a:latin typeface="Arial"/>
                <a:ea typeface="Arial"/>
                <a:cs typeface="Arial"/>
              </a:rPr>
              <a:t>Application</a:t>
            </a:r>
          </a:p>
        </p:txBody>
      </p:sp>
      <p:sp>
        <p:nvSpPr>
          <p:cNvPr id="3" name="Rectangle 2">
            <a:extLst>
              <a:ext uri="{FF2B5EF4-FFF2-40B4-BE49-F238E27FC236}">
                <a16:creationId xmlns:a16="http://schemas.microsoft.com/office/drawing/2014/main" id="{B77C5767-D192-4FF1-B939-A91F411371C3}"/>
              </a:ext>
            </a:extLst>
          </p:cNvPr>
          <p:cNvSpPr>
            <a:spLocks noGrp="1"/>
          </p:cNvSpPr>
          <p:nvPr/>
        </p:nvSpPr>
        <p:spPr>
          <a:xfrm>
            <a:off x="6000750" y="3190875"/>
            <a:ext cx="16668750" cy="1905000"/>
          </a:xfrm>
          <a:prstGeom prst="rect">
            <a:avLst/>
          </a:prstGeom>
          <a:noFill/>
          <a:ln w="0">
            <a:noFill/>
          </a:ln>
        </p:spPr>
        <p:txBody>
          <a:bodyPr>
            <a:noAutofit/>
          </a:bodyPr>
          <a:lstStyle/>
          <a:p>
            <a:pPr>
              <a:defRPr sz="3900" b="0">
                <a:solidFill>
                  <a:srgbClr val="FFFFFF"/>
                </a:solidFill>
                <a:latin typeface="Arial"/>
                <a:ea typeface="Arial"/>
                <a:cs typeface="Arial"/>
              </a:defRPr>
            </a:pPr>
            <a:r>
              <a:rPr sz="3900" b="0">
                <a:solidFill>
                  <a:srgbClr val="FFFFFF"/>
                </a:solidFill>
                <a:latin typeface="Arial"/>
                <a:ea typeface="Arial"/>
                <a:cs typeface="Arial"/>
              </a:rPr>
              <a:t>Requests per second, job completion time and p99 response time.</a:t>
            </a:r>
          </a:p>
        </p:txBody>
      </p:sp>
      <p:sp>
        <p:nvSpPr>
          <p:cNvPr id="4" name="Rectangle 3">
            <a:extLst>
              <a:ext uri="{FF2B5EF4-FFF2-40B4-BE49-F238E27FC236}">
                <a16:creationId xmlns:a16="http://schemas.microsoft.com/office/drawing/2014/main" id="{FA5840FF-21C2-4764-A823-D9E73E06E39F}"/>
              </a:ext>
            </a:extLst>
          </p:cNvPr>
          <p:cNvSpPr>
            <a:spLocks noGrp="1"/>
          </p:cNvSpPr>
          <p:nvPr/>
        </p:nvSpPr>
        <p:spPr>
          <a:xfrm>
            <a:off x="1381125" y="5286375"/>
            <a:ext cx="4191000" cy="1047750"/>
          </a:xfrm>
          <a:prstGeom prst="rect">
            <a:avLst/>
          </a:prstGeom>
          <a:noFill/>
          <a:ln w="0">
            <a:noFill/>
          </a:ln>
        </p:spPr>
        <p:txBody>
          <a:bodyPr>
            <a:noAutofit/>
          </a:bodyPr>
          <a:lstStyle/>
          <a:p>
            <a:pPr>
              <a:defRPr sz="3600" b="1">
                <a:solidFill>
                  <a:srgbClr val="D1EDF1"/>
                </a:solidFill>
                <a:latin typeface="Arial"/>
                <a:ea typeface="Arial"/>
                <a:cs typeface="Arial"/>
              </a:defRPr>
            </a:pPr>
            <a:r>
              <a:rPr sz="3600" b="1">
                <a:solidFill>
                  <a:srgbClr val="D1EDF1"/>
                </a:solidFill>
                <a:latin typeface="Arial"/>
                <a:ea typeface="Arial"/>
                <a:cs typeface="Arial"/>
              </a:rPr>
              <a:t>GC activity</a:t>
            </a:r>
          </a:p>
        </p:txBody>
      </p:sp>
      <p:sp>
        <p:nvSpPr>
          <p:cNvPr id="5" name="Rectangle 4">
            <a:extLst>
              <a:ext uri="{FF2B5EF4-FFF2-40B4-BE49-F238E27FC236}">
                <a16:creationId xmlns:a16="http://schemas.microsoft.com/office/drawing/2014/main" id="{5F8DF5DE-E826-4693-A25C-D439AD50EE5A}"/>
              </a:ext>
            </a:extLst>
          </p:cNvPr>
          <p:cNvSpPr>
            <a:spLocks noGrp="1"/>
          </p:cNvSpPr>
          <p:nvPr/>
        </p:nvSpPr>
        <p:spPr>
          <a:xfrm>
            <a:off x="6000750" y="5286375"/>
            <a:ext cx="16668750" cy="1905000"/>
          </a:xfrm>
          <a:prstGeom prst="rect">
            <a:avLst/>
          </a:prstGeom>
          <a:noFill/>
          <a:ln w="0">
            <a:noFill/>
          </a:ln>
        </p:spPr>
        <p:txBody>
          <a:bodyPr>
            <a:noAutofit/>
          </a:bodyPr>
          <a:lstStyle/>
          <a:p>
            <a:pPr>
              <a:defRPr sz="3900" b="0">
                <a:solidFill>
                  <a:srgbClr val="FFFFFF"/>
                </a:solidFill>
                <a:latin typeface="Arial"/>
                <a:ea typeface="Arial"/>
                <a:cs typeface="Arial"/>
              </a:defRPr>
            </a:pPr>
            <a:r>
              <a:rPr sz="3900" b="0">
                <a:solidFill>
                  <a:srgbClr val="FFFFFF"/>
                </a:solidFill>
                <a:latin typeface="Arial"/>
                <a:ea typeface="Arial"/>
                <a:cs typeface="Arial"/>
              </a:rPr>
              <a:t>Pause duration, collection frequency and bytes allocated per second.</a:t>
            </a:r>
          </a:p>
        </p:txBody>
      </p:sp>
      <p:sp>
        <p:nvSpPr>
          <p:cNvPr id="6" name="Rectangle 5">
            <a:extLst>
              <a:ext uri="{FF2B5EF4-FFF2-40B4-BE49-F238E27FC236}">
                <a16:creationId xmlns:a16="http://schemas.microsoft.com/office/drawing/2014/main" id="{ECFB1BAD-D35C-421F-BA11-0A71748FC9C3}"/>
              </a:ext>
            </a:extLst>
          </p:cNvPr>
          <p:cNvSpPr>
            <a:spLocks noGrp="1"/>
          </p:cNvSpPr>
          <p:nvPr/>
        </p:nvSpPr>
        <p:spPr>
          <a:xfrm>
            <a:off x="1381125" y="7381875"/>
            <a:ext cx="4191000" cy="1047750"/>
          </a:xfrm>
          <a:prstGeom prst="rect">
            <a:avLst/>
          </a:prstGeom>
          <a:noFill/>
          <a:ln w="0">
            <a:noFill/>
          </a:ln>
        </p:spPr>
        <p:txBody>
          <a:bodyPr>
            <a:noAutofit/>
          </a:bodyPr>
          <a:lstStyle/>
          <a:p>
            <a:pPr>
              <a:defRPr sz="3600" b="1">
                <a:solidFill>
                  <a:srgbClr val="D1EDF1"/>
                </a:solidFill>
                <a:latin typeface="Arial"/>
                <a:ea typeface="Arial"/>
                <a:cs typeface="Arial"/>
              </a:defRPr>
            </a:pPr>
            <a:r>
              <a:rPr sz="3600" b="1">
                <a:solidFill>
                  <a:srgbClr val="D1EDF1"/>
                </a:solidFill>
                <a:latin typeface="Arial"/>
                <a:ea typeface="Arial"/>
                <a:cs typeface="Arial"/>
              </a:rPr>
              <a:t>Memory</a:t>
            </a:r>
          </a:p>
        </p:txBody>
      </p:sp>
      <p:sp>
        <p:nvSpPr>
          <p:cNvPr id="7" name="Rectangle 6">
            <a:extLst>
              <a:ext uri="{FF2B5EF4-FFF2-40B4-BE49-F238E27FC236}">
                <a16:creationId xmlns:a16="http://schemas.microsoft.com/office/drawing/2014/main" id="{7DA8185B-3C3E-4C35-A304-5652B5EDA913}"/>
              </a:ext>
            </a:extLst>
          </p:cNvPr>
          <p:cNvSpPr>
            <a:spLocks noGrp="1"/>
          </p:cNvSpPr>
          <p:nvPr/>
        </p:nvSpPr>
        <p:spPr>
          <a:xfrm>
            <a:off x="6000750" y="7381875"/>
            <a:ext cx="16668750" cy="1905000"/>
          </a:xfrm>
          <a:prstGeom prst="rect">
            <a:avLst/>
          </a:prstGeom>
          <a:noFill/>
          <a:ln w="0">
            <a:noFill/>
          </a:ln>
        </p:spPr>
        <p:txBody>
          <a:bodyPr>
            <a:noAutofit/>
          </a:bodyPr>
          <a:lstStyle/>
          <a:p>
            <a:pPr>
              <a:defRPr sz="3900" b="0">
                <a:solidFill>
                  <a:srgbClr val="FFFFFF"/>
                </a:solidFill>
                <a:latin typeface="Arial"/>
                <a:ea typeface="Arial"/>
                <a:cs typeface="Arial"/>
              </a:defRPr>
            </a:pPr>
            <a:r>
              <a:rPr sz="3900" b="0">
                <a:solidFill>
                  <a:srgbClr val="FFFFFF"/>
                </a:solidFill>
                <a:latin typeface="Arial"/>
                <a:ea typeface="Arial"/>
                <a:cs typeface="Arial"/>
              </a:rPr>
              <a:t>Live heap after GC, total process memory and available headroom.</a:t>
            </a:r>
          </a:p>
        </p:txBody>
      </p:sp>
      <p:sp>
        <p:nvSpPr>
          <p:cNvPr id="8" name="Rectangle 7">
            <a:extLst>
              <a:ext uri="{FF2B5EF4-FFF2-40B4-BE49-F238E27FC236}">
                <a16:creationId xmlns:a16="http://schemas.microsoft.com/office/drawing/2014/main" id="{E7E24C14-4F37-4924-A399-C71422DAC37A}"/>
              </a:ext>
            </a:extLst>
          </p:cNvPr>
          <p:cNvSpPr>
            <a:spLocks noGrp="1"/>
          </p:cNvSpPr>
          <p:nvPr/>
        </p:nvSpPr>
        <p:spPr>
          <a:xfrm>
            <a:off x="1381125" y="9477375"/>
            <a:ext cx="4191000" cy="1047750"/>
          </a:xfrm>
          <a:prstGeom prst="rect">
            <a:avLst/>
          </a:prstGeom>
          <a:noFill/>
          <a:ln w="0">
            <a:noFill/>
          </a:ln>
        </p:spPr>
        <p:txBody>
          <a:bodyPr>
            <a:noAutofit/>
          </a:bodyPr>
          <a:lstStyle/>
          <a:p>
            <a:pPr>
              <a:defRPr sz="3600" b="1">
                <a:solidFill>
                  <a:srgbClr val="D1EDF1"/>
                </a:solidFill>
                <a:latin typeface="Arial"/>
                <a:ea typeface="Arial"/>
                <a:cs typeface="Arial"/>
              </a:defRPr>
            </a:pPr>
            <a:r>
              <a:rPr sz="3600" b="1">
                <a:solidFill>
                  <a:srgbClr val="D1EDF1"/>
                </a:solidFill>
                <a:latin typeface="Arial"/>
                <a:ea typeface="Arial"/>
                <a:cs typeface="Arial"/>
              </a:rPr>
              <a:t>Tools</a:t>
            </a:r>
          </a:p>
        </p:txBody>
      </p:sp>
      <p:sp>
        <p:nvSpPr>
          <p:cNvPr id="9" name="Rectangle 8">
            <a:extLst>
              <a:ext uri="{FF2B5EF4-FFF2-40B4-BE49-F238E27FC236}">
                <a16:creationId xmlns:a16="http://schemas.microsoft.com/office/drawing/2014/main" id="{5C84710F-DFD9-4675-9A1E-93D4152FEAB4}"/>
              </a:ext>
            </a:extLst>
          </p:cNvPr>
          <p:cNvSpPr>
            <a:spLocks noGrp="1"/>
          </p:cNvSpPr>
          <p:nvPr/>
        </p:nvSpPr>
        <p:spPr>
          <a:xfrm>
            <a:off x="6000750" y="9477375"/>
            <a:ext cx="16668750" cy="1905000"/>
          </a:xfrm>
          <a:prstGeom prst="rect">
            <a:avLst/>
          </a:prstGeom>
          <a:noFill/>
          <a:ln w="0">
            <a:noFill/>
          </a:ln>
        </p:spPr>
        <p:txBody>
          <a:bodyPr>
            <a:noAutofit/>
          </a:bodyPr>
          <a:lstStyle/>
          <a:p>
            <a:pPr>
              <a:defRPr sz="3900" b="0">
                <a:solidFill>
                  <a:srgbClr val="FFFFFF"/>
                </a:solidFill>
                <a:latin typeface="Arial"/>
                <a:ea typeface="Arial"/>
                <a:cs typeface="Arial"/>
              </a:defRPr>
            </a:pPr>
            <a:r>
              <a:rPr sz="3900" b="0">
                <a:solidFill>
                  <a:srgbClr val="FFFFFF"/>
                </a:solidFill>
                <a:latin typeface="Arial"/>
                <a:ea typeface="Arial"/>
                <a:cs typeface="Arial"/>
              </a:rPr>
              <a:t>GC logs explain collection events. Java Flight Recorder adds runtime context.</a:t>
            </a:r>
          </a:p>
        </p:txBody>
      </p:sp>
      <p:sp>
        <p:nvSpPr>
          <p:cNvPr id="10" name="Rectangle 9">
            <a:extLst>
              <a:ext uri="{FF2B5EF4-FFF2-40B4-BE49-F238E27FC236}">
                <a16:creationId xmlns:a16="http://schemas.microsoft.com/office/drawing/2014/main" id="{24E2642D-FB4C-4894-8FE4-FE47DB6C1496}"/>
              </a:ext>
            </a:extLst>
          </p:cNvPr>
          <p:cNvSpPr>
            <a:spLocks noGrp="1"/>
          </p:cNvSpPr>
          <p:nvPr/>
        </p:nvSpPr>
        <p:spPr>
          <a:xfrm>
            <a:off x="1333500" y="12096750"/>
            <a:ext cx="21812250" cy="1095375"/>
          </a:xfrm>
          <a:prstGeom prst="rect">
            <a:avLst/>
          </a:prstGeom>
          <a:noFill/>
          <a:ln w="0">
            <a:noFill/>
          </a:ln>
        </p:spPr>
        <p:txBody>
          <a:bodyPr>
            <a:noAutofit/>
          </a:bodyPr>
          <a:lstStyle/>
          <a:p>
            <a:pPr>
              <a:defRPr sz="2850" b="0">
                <a:solidFill>
                  <a:srgbClr val="D1EDF1"/>
                </a:solidFill>
                <a:latin typeface="Arial"/>
                <a:ea typeface="Arial"/>
                <a:cs typeface="Arial"/>
              </a:defRPr>
            </a:pPr>
            <a:r>
              <a:rPr sz="2850" b="0">
                <a:solidFill>
                  <a:srgbClr val="D1EDF1"/>
                </a:solidFill>
                <a:latin typeface="Arial"/>
                <a:ea typeface="Arial"/>
                <a:cs typeface="Arial"/>
              </a:rPr>
              <a:t>Example logging option for modern HotSpot: -Xlog:gc*</a:t>
            </a:r>
          </a:p>
        </p:txBody>
      </p:sp>
      <p:sp>
        <p:nvSpPr>
          <p:cNvPr id="9000" name="Slide Number Placeholder 4">
            <a:extLst>
              <a:ext uri="{FF2B5EF4-FFF2-40B4-BE49-F238E27FC236}">
                <a16:creationId xmlns:a16="http://schemas.microsoft.com/office/drawing/2014/main" id="{1037AC3D-012A-C975-7CD2-D2048CA2BFAA}"/>
              </a:ext>
            </a:extLst>
          </p:cNvPr>
          <p:cNvSpPr txBox="1">
            <a:spLocks/>
          </p:cNvSpPr>
          <p:nvPr/>
        </p:nvSpPr>
        <p:spPr>
          <a:xfrm>
            <a:off x="449152" y="13158747"/>
            <a:ext cx="871646" cy="730250"/>
          </a:xfrm>
          <a:prstGeom prst="rect">
            <a:avLst/>
          </a:prstGeom>
        </p:spPr>
        <p:txBody>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defRPr/>
            </a:pPr>
            <a:fld id="{CFF4B978-1D82-7745-80C5-DBABA6B131D3}" type="slidenum">
              <a:rPr lang="en-US" sz="1600" smtClean="0">
                <a:solidFill>
                  <a:srgbClr val="E3E1DD"/>
                </a:solidFill>
                <a:latin typeface="Oracle Sans" panose="020B0503020204020204" pitchFamily="34" charset="0"/>
                <a:cs typeface="Oracle Sans" panose="020B0503020204020204" pitchFamily="34" charset="0"/>
              </a:rPr>
              <a:pPr>
                <a:defRPr/>
              </a:pPr>
              <a:t>34</a:t>
            </a:fld>
            <a:endParaRPr lang="en-US" sz="1600" dirty="0">
              <a:solidFill>
                <a:srgbClr val="E3E1DD"/>
              </a:solidFill>
              <a:latin typeface="Oracle Sans" panose="020B0503020204020204" pitchFamily="34" charset="0"/>
              <a:cs typeface="Oracle Sans" panose="020B0503020204020204" pitchFamily="34" charset="0"/>
            </a:endParaRPr>
          </a:p>
        </p:txBody>
      </p:sp>
    </p:spTree>
    <p:extLst>
      <p:ext uri="{BB962C8B-B14F-4D97-AF65-F5344CB8AC3E}">
        <p14:creationId xmlns:p14="http://schemas.microsoft.com/office/powerpoint/2010/main" val="1461605378"/>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bg>
      <p:bgPr>
        <a:solidFill>
          <a:srgbClr val="00798E"/>
        </a:solidFill>
        <a:effectLst/>
      </p:bgPr>
    </p:bg>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EC63AA88-4A0E-4759-8AC9-5FF5B4E61358}"/>
              </a:ext>
            </a:extLst>
          </p:cNvPr>
          <p:cNvSpPr>
            <a:spLocks noGrp="1"/>
          </p:cNvSpPr>
          <p:nvPr/>
        </p:nvSpPr>
        <p:spPr>
          <a:xfrm>
            <a:off x="952500" y="809625"/>
            <a:ext cx="22098000" cy="1714500"/>
          </a:xfrm>
          <a:prstGeom prst="rect">
            <a:avLst/>
          </a:prstGeom>
          <a:noFill/>
          <a:ln w="0">
            <a:noFill/>
          </a:ln>
        </p:spPr>
        <p:txBody>
          <a:bodyPr>
            <a:noAutofit/>
          </a:bodyPr>
          <a:lstStyle/>
          <a:p>
            <a:pPr>
              <a:defRPr sz="6000" b="0">
                <a:solidFill>
                  <a:srgbClr val="FFFFFF"/>
                </a:solidFill>
                <a:latin typeface="Arial"/>
                <a:ea typeface="Arial"/>
                <a:cs typeface="Arial"/>
              </a:defRPr>
            </a:pPr>
            <a:r>
              <a:rPr sz="6000" b="0">
                <a:solidFill>
                  <a:srgbClr val="FFFFFF"/>
                </a:solidFill>
                <a:latin typeface="Arial"/>
                <a:ea typeface="Arial"/>
                <a:cs typeface="Arial"/>
              </a:rPr>
              <a:t>Demo: reading one GC log line</a:t>
            </a:r>
          </a:p>
        </p:txBody>
      </p:sp>
      <p:sp>
        <p:nvSpPr>
          <p:cNvPr id="2" name="Rectangle 1">
            <a:extLst>
              <a:ext uri="{FF2B5EF4-FFF2-40B4-BE49-F238E27FC236}">
                <a16:creationId xmlns:a16="http://schemas.microsoft.com/office/drawing/2014/main" id="{05FF40FD-1AC4-4AC1-8339-928C4C00F654}"/>
              </a:ext>
            </a:extLst>
          </p:cNvPr>
          <p:cNvSpPr>
            <a:spLocks noGrp="1"/>
          </p:cNvSpPr>
          <p:nvPr/>
        </p:nvSpPr>
        <p:spPr>
          <a:xfrm>
            <a:off x="1381125" y="3333750"/>
            <a:ext cx="21812250" cy="2190750"/>
          </a:xfrm>
          <a:prstGeom prst="rect">
            <a:avLst/>
          </a:prstGeom>
          <a:noFill/>
          <a:ln w="0">
            <a:noFill/>
          </a:ln>
        </p:spPr>
        <p:txBody>
          <a:bodyPr>
            <a:noAutofit/>
          </a:bodyPr>
          <a:lstStyle/>
          <a:p>
            <a:pPr>
              <a:defRPr sz="4875" b="1">
                <a:solidFill>
                  <a:srgbClr val="D1EDF1"/>
                </a:solidFill>
                <a:latin typeface="Arial"/>
                <a:ea typeface="Arial"/>
                <a:cs typeface="Arial"/>
              </a:defRPr>
            </a:pPr>
            <a:r>
              <a:rPr sz="4875" b="1">
                <a:solidFill>
                  <a:srgbClr val="D1EDF1"/>
                </a:solidFill>
                <a:latin typeface="Arial"/>
                <a:ea typeface="Arial"/>
                <a:cs typeface="Arial"/>
              </a:rPr>
              <a:t>Pause Young (G1 Evacuation Pause)</a:t>
            </a:r>
          </a:p>
          <a:p>
            <a:pPr>
              <a:defRPr sz="4875" b="1">
                <a:solidFill>
                  <a:srgbClr val="D1EDF1"/>
                </a:solidFill>
                <a:latin typeface="Arial"/>
                <a:ea typeface="Arial"/>
                <a:cs typeface="Arial"/>
              </a:defRPr>
            </a:pPr>
            <a:r>
              <a:rPr sz="4875" b="1">
                <a:solidFill>
                  <a:srgbClr val="D1EDF1"/>
                </a:solidFill>
                <a:latin typeface="Arial"/>
                <a:ea typeface="Arial"/>
                <a:cs typeface="Arial"/>
              </a:rPr>
              <a:t>240M-&gt;80M(512M) 6.0ms</a:t>
            </a:r>
          </a:p>
        </p:txBody>
      </p:sp>
      <p:sp>
        <p:nvSpPr>
          <p:cNvPr id="3" name="Rectangle 2">
            <a:extLst>
              <a:ext uri="{FF2B5EF4-FFF2-40B4-BE49-F238E27FC236}">
                <a16:creationId xmlns:a16="http://schemas.microsoft.com/office/drawing/2014/main" id="{6A2BD535-218A-4C74-87EC-8ACB1DA00C85}"/>
              </a:ext>
            </a:extLst>
          </p:cNvPr>
          <p:cNvSpPr>
            <a:spLocks noGrp="1"/>
          </p:cNvSpPr>
          <p:nvPr/>
        </p:nvSpPr>
        <p:spPr>
          <a:xfrm>
            <a:off x="1428750" y="6858000"/>
            <a:ext cx="21526500" cy="3524250"/>
          </a:xfrm>
          <a:prstGeom prst="rect">
            <a:avLst/>
          </a:prstGeom>
          <a:noFill/>
          <a:ln w="0">
            <a:noFill/>
          </a:ln>
        </p:spPr>
        <p:txBody>
          <a:bodyPr>
            <a:noAutofit/>
          </a:bodyPr>
          <a:lstStyle/>
          <a:p>
            <a:pPr>
              <a:defRPr sz="3975" b="0">
                <a:solidFill>
                  <a:srgbClr val="FFFFFF"/>
                </a:solidFill>
                <a:latin typeface="Arial"/>
                <a:ea typeface="Arial"/>
                <a:cs typeface="Arial"/>
              </a:defRPr>
            </a:pPr>
            <a:r>
              <a:rPr sz="3975" b="0">
                <a:solidFill>
                  <a:srgbClr val="FFFFFF"/>
                </a:solidFill>
                <a:latin typeface="Arial"/>
                <a:ea typeface="Arial"/>
                <a:cs typeface="Arial"/>
              </a:rPr>
              <a:t>240M / 80M     Heap used before / after this collection</a:t>
            </a:r>
          </a:p>
          <a:p>
            <a:pPr>
              <a:defRPr sz="3975" b="0">
                <a:solidFill>
                  <a:srgbClr val="FFFFFF"/>
                </a:solidFill>
                <a:latin typeface="Arial"/>
                <a:ea typeface="Arial"/>
                <a:cs typeface="Arial"/>
              </a:defRPr>
            </a:pPr>
            <a:r>
              <a:rPr sz="3975" b="0">
                <a:solidFill>
                  <a:srgbClr val="FFFFFF"/>
                </a:solidFill>
                <a:latin typeface="Arial"/>
                <a:ea typeface="Arial"/>
                <a:cs typeface="Arial"/>
              </a:rPr>
              <a:t>512M                  Current heap capacity</a:t>
            </a:r>
          </a:p>
          <a:p>
            <a:pPr>
              <a:defRPr sz="3975" b="0">
                <a:solidFill>
                  <a:srgbClr val="FFFFFF"/>
                </a:solidFill>
                <a:latin typeface="Arial"/>
                <a:ea typeface="Arial"/>
                <a:cs typeface="Arial"/>
              </a:defRPr>
            </a:pPr>
            <a:r>
              <a:rPr sz="3975" b="0">
                <a:solidFill>
                  <a:srgbClr val="FFFFFF"/>
                </a:solidFill>
                <a:latin typeface="Arial"/>
                <a:ea typeface="Arial"/>
                <a:cs typeface="Arial"/>
              </a:rPr>
              <a:t>6.0ms                 Duration of this GC pause</a:t>
            </a:r>
          </a:p>
        </p:txBody>
      </p:sp>
      <p:sp>
        <p:nvSpPr>
          <p:cNvPr id="4" name="Rectangle 3">
            <a:extLst>
              <a:ext uri="{FF2B5EF4-FFF2-40B4-BE49-F238E27FC236}">
                <a16:creationId xmlns:a16="http://schemas.microsoft.com/office/drawing/2014/main" id="{A3F14F9B-6378-48C6-A324-38DC3F69A247}"/>
              </a:ext>
            </a:extLst>
          </p:cNvPr>
          <p:cNvSpPr>
            <a:spLocks noGrp="1"/>
          </p:cNvSpPr>
          <p:nvPr/>
        </p:nvSpPr>
        <p:spPr>
          <a:xfrm>
            <a:off x="1333500" y="12096750"/>
            <a:ext cx="21812250" cy="1095375"/>
          </a:xfrm>
          <a:prstGeom prst="rect">
            <a:avLst/>
          </a:prstGeom>
          <a:noFill/>
          <a:ln w="0">
            <a:noFill/>
          </a:ln>
        </p:spPr>
        <p:txBody>
          <a:bodyPr>
            <a:noAutofit/>
          </a:bodyPr>
          <a:lstStyle/>
          <a:p>
            <a:pPr>
              <a:defRPr sz="2850" b="0">
                <a:solidFill>
                  <a:srgbClr val="D1EDF1"/>
                </a:solidFill>
                <a:latin typeface="Arial"/>
                <a:ea typeface="Arial"/>
                <a:cs typeface="Arial"/>
              </a:defRPr>
            </a:pPr>
            <a:r>
              <a:rPr sz="2850" b="0">
                <a:solidFill>
                  <a:srgbClr val="D1EDF1"/>
                </a:solidFill>
                <a:latin typeface="Arial"/>
                <a:ea typeface="Arial"/>
                <a:cs typeface="Arial"/>
              </a:rPr>
              <a:t>Illustrative log line. A lower heap value after one GC does not prove the application has no leak.</a:t>
            </a:r>
          </a:p>
        </p:txBody>
      </p:sp>
      <p:sp>
        <p:nvSpPr>
          <p:cNvPr id="9000" name="Slide Number Placeholder 4">
            <a:extLst>
              <a:ext uri="{FF2B5EF4-FFF2-40B4-BE49-F238E27FC236}">
                <a16:creationId xmlns:a16="http://schemas.microsoft.com/office/drawing/2014/main" id="{1037AC3D-012A-C975-7CD2-D2048CA2BFAA}"/>
              </a:ext>
            </a:extLst>
          </p:cNvPr>
          <p:cNvSpPr txBox="1">
            <a:spLocks/>
          </p:cNvSpPr>
          <p:nvPr/>
        </p:nvSpPr>
        <p:spPr>
          <a:xfrm>
            <a:off x="449152" y="13158747"/>
            <a:ext cx="871646" cy="730250"/>
          </a:xfrm>
          <a:prstGeom prst="rect">
            <a:avLst/>
          </a:prstGeom>
        </p:spPr>
        <p:txBody>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defRPr/>
            </a:pPr>
            <a:fld id="{CFF4B978-1D82-7745-80C5-DBABA6B131D3}" type="slidenum">
              <a:rPr lang="en-US" sz="1600" smtClean="0">
                <a:solidFill>
                  <a:srgbClr val="E3E1DD"/>
                </a:solidFill>
                <a:latin typeface="Oracle Sans" panose="020B0503020204020204" pitchFamily="34" charset="0"/>
                <a:cs typeface="Oracle Sans" panose="020B0503020204020204" pitchFamily="34" charset="0"/>
              </a:rPr>
              <a:pPr>
                <a:defRPr/>
              </a:pPr>
              <a:t>35</a:t>
            </a:fld>
            <a:endParaRPr lang="en-US" sz="1600" dirty="0">
              <a:solidFill>
                <a:srgbClr val="E3E1DD"/>
              </a:solidFill>
              <a:latin typeface="Oracle Sans" panose="020B0503020204020204" pitchFamily="34" charset="0"/>
              <a:cs typeface="Oracle Sans" panose="020B0503020204020204" pitchFamily="34" charset="0"/>
            </a:endParaRPr>
          </a:p>
        </p:txBody>
      </p:sp>
    </p:spTree>
    <p:extLst>
      <p:ext uri="{BB962C8B-B14F-4D97-AF65-F5344CB8AC3E}">
        <p14:creationId xmlns:p14="http://schemas.microsoft.com/office/powerpoint/2010/main" val="653325239"/>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bg>
      <p:bgPr>
        <a:solidFill>
          <a:srgbClr val="00798E"/>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65718AA1-72BB-4D3C-9F1C-482F079A81D8}"/>
              </a:ext>
            </a:extLst>
          </p:cNvPr>
          <p:cNvSpPr>
            <a:spLocks noGrp="1"/>
          </p:cNvSpPr>
          <p:nvPr/>
        </p:nvSpPr>
        <p:spPr>
          <a:xfrm>
            <a:off x="952500" y="809625"/>
            <a:ext cx="22098000" cy="1714500"/>
          </a:xfrm>
          <a:prstGeom prst="rect">
            <a:avLst/>
          </a:prstGeom>
          <a:noFill/>
          <a:ln w="0">
            <a:noFill/>
          </a:ln>
        </p:spPr>
        <p:txBody>
          <a:bodyPr>
            <a:noAutofit/>
          </a:bodyPr>
          <a:lstStyle/>
          <a:p>
            <a:pPr>
              <a:defRPr sz="6000" b="0">
                <a:solidFill>
                  <a:srgbClr val="FFFFFF"/>
                </a:solidFill>
                <a:latin typeface="Arial"/>
                <a:ea typeface="Arial"/>
                <a:cs typeface="Arial"/>
              </a:defRPr>
            </a:pPr>
            <a:r>
              <a:rPr sz="6000" b="0">
                <a:solidFill>
                  <a:srgbClr val="FFFFFF"/>
                </a:solidFill>
                <a:latin typeface="Arial"/>
                <a:ea typeface="Arial"/>
                <a:cs typeface="Arial"/>
              </a:rPr>
              <a:t>Key takeaways</a:t>
            </a:r>
          </a:p>
        </p:txBody>
      </p:sp>
      <p:sp>
        <p:nvSpPr>
          <p:cNvPr id="2" name="Rectangle 1">
            <a:extLst>
              <a:ext uri="{FF2B5EF4-FFF2-40B4-BE49-F238E27FC236}">
                <a16:creationId xmlns:a16="http://schemas.microsoft.com/office/drawing/2014/main" id="{B997C403-2083-4DAB-A5DD-BE2FE1896CB6}"/>
              </a:ext>
            </a:extLst>
          </p:cNvPr>
          <p:cNvSpPr>
            <a:spLocks noGrp="1"/>
          </p:cNvSpPr>
          <p:nvPr/>
        </p:nvSpPr>
        <p:spPr>
          <a:xfrm>
            <a:off x="1381125" y="3190875"/>
            <a:ext cx="4191000" cy="1047750"/>
          </a:xfrm>
          <a:prstGeom prst="rect">
            <a:avLst/>
          </a:prstGeom>
          <a:noFill/>
          <a:ln w="0">
            <a:noFill/>
          </a:ln>
        </p:spPr>
        <p:txBody>
          <a:bodyPr>
            <a:noAutofit/>
          </a:bodyPr>
          <a:lstStyle/>
          <a:p>
            <a:pPr>
              <a:defRPr sz="3600" b="1">
                <a:solidFill>
                  <a:srgbClr val="D1EDF1"/>
                </a:solidFill>
                <a:latin typeface="Arial"/>
                <a:ea typeface="Arial"/>
                <a:cs typeface="Arial"/>
              </a:defRPr>
            </a:pPr>
            <a:r>
              <a:rPr sz="3600" b="1">
                <a:solidFill>
                  <a:srgbClr val="D1EDF1"/>
                </a:solidFill>
                <a:latin typeface="Arial"/>
                <a:ea typeface="Arial"/>
                <a:cs typeface="Arial"/>
              </a:rPr>
              <a:t>Memory</a:t>
            </a:r>
          </a:p>
        </p:txBody>
      </p:sp>
      <p:sp>
        <p:nvSpPr>
          <p:cNvPr id="3" name="Rectangle 2">
            <a:extLst>
              <a:ext uri="{FF2B5EF4-FFF2-40B4-BE49-F238E27FC236}">
                <a16:creationId xmlns:a16="http://schemas.microsoft.com/office/drawing/2014/main" id="{18C6FFD9-7A0A-4E6D-8CFD-49BC8148FAA8}"/>
              </a:ext>
            </a:extLst>
          </p:cNvPr>
          <p:cNvSpPr>
            <a:spLocks noGrp="1"/>
          </p:cNvSpPr>
          <p:nvPr/>
        </p:nvSpPr>
        <p:spPr>
          <a:xfrm>
            <a:off x="6000750" y="3190875"/>
            <a:ext cx="16668750" cy="1905000"/>
          </a:xfrm>
          <a:prstGeom prst="rect">
            <a:avLst/>
          </a:prstGeom>
          <a:noFill/>
          <a:ln w="0">
            <a:noFill/>
          </a:ln>
        </p:spPr>
        <p:txBody>
          <a:bodyPr>
            <a:noAutofit/>
          </a:bodyPr>
          <a:lstStyle/>
          <a:p>
            <a:pPr>
              <a:defRPr sz="3900" b="0">
                <a:solidFill>
                  <a:srgbClr val="FFFFFF"/>
                </a:solidFill>
                <a:latin typeface="Arial"/>
                <a:ea typeface="Arial"/>
                <a:cs typeface="Arial"/>
              </a:defRPr>
            </a:pPr>
            <a:r>
              <a:rPr sz="3900" b="0">
                <a:solidFill>
                  <a:srgbClr val="FFFFFF"/>
                </a:solidFill>
                <a:latin typeface="Arial"/>
                <a:ea typeface="Arial"/>
                <a:cs typeface="Arial"/>
              </a:rPr>
              <a:t>Heap objects, call frames, class metadata and compiled code have different roles.</a:t>
            </a:r>
          </a:p>
        </p:txBody>
      </p:sp>
      <p:sp>
        <p:nvSpPr>
          <p:cNvPr id="4" name="Rectangle 3">
            <a:extLst>
              <a:ext uri="{FF2B5EF4-FFF2-40B4-BE49-F238E27FC236}">
                <a16:creationId xmlns:a16="http://schemas.microsoft.com/office/drawing/2014/main" id="{C1B8980D-6054-47CA-9512-7B97EA3CCC03}"/>
              </a:ext>
            </a:extLst>
          </p:cNvPr>
          <p:cNvSpPr>
            <a:spLocks noGrp="1"/>
          </p:cNvSpPr>
          <p:nvPr/>
        </p:nvSpPr>
        <p:spPr>
          <a:xfrm>
            <a:off x="1381125" y="5286375"/>
            <a:ext cx="4191000" cy="1047750"/>
          </a:xfrm>
          <a:prstGeom prst="rect">
            <a:avLst/>
          </a:prstGeom>
          <a:noFill/>
          <a:ln w="0">
            <a:noFill/>
          </a:ln>
        </p:spPr>
        <p:txBody>
          <a:bodyPr>
            <a:noAutofit/>
          </a:bodyPr>
          <a:lstStyle/>
          <a:p>
            <a:pPr>
              <a:defRPr sz="3600" b="1">
                <a:solidFill>
                  <a:srgbClr val="D1EDF1"/>
                </a:solidFill>
                <a:latin typeface="Arial"/>
                <a:ea typeface="Arial"/>
                <a:cs typeface="Arial"/>
              </a:defRPr>
            </a:pPr>
            <a:r>
              <a:rPr sz="3600" b="1">
                <a:solidFill>
                  <a:srgbClr val="D1EDF1"/>
                </a:solidFill>
                <a:latin typeface="Arial"/>
                <a:ea typeface="Arial"/>
                <a:cs typeface="Arial"/>
              </a:rPr>
              <a:t>Reachability</a:t>
            </a:r>
          </a:p>
        </p:txBody>
      </p:sp>
      <p:sp>
        <p:nvSpPr>
          <p:cNvPr id="5" name="Rectangle 4">
            <a:extLst>
              <a:ext uri="{FF2B5EF4-FFF2-40B4-BE49-F238E27FC236}">
                <a16:creationId xmlns:a16="http://schemas.microsoft.com/office/drawing/2014/main" id="{1944062A-153B-41F1-9CBA-22E08A0B490D}"/>
              </a:ext>
            </a:extLst>
          </p:cNvPr>
          <p:cNvSpPr>
            <a:spLocks noGrp="1"/>
          </p:cNvSpPr>
          <p:nvPr/>
        </p:nvSpPr>
        <p:spPr>
          <a:xfrm>
            <a:off x="6000750" y="5286375"/>
            <a:ext cx="16668750" cy="1905000"/>
          </a:xfrm>
          <a:prstGeom prst="rect">
            <a:avLst/>
          </a:prstGeom>
          <a:noFill/>
          <a:ln w="0">
            <a:noFill/>
          </a:ln>
        </p:spPr>
        <p:txBody>
          <a:bodyPr>
            <a:noAutofit/>
          </a:bodyPr>
          <a:lstStyle/>
          <a:p>
            <a:pPr>
              <a:defRPr sz="3900" b="0">
                <a:solidFill>
                  <a:srgbClr val="FFFFFF"/>
                </a:solidFill>
                <a:latin typeface="Arial"/>
                <a:ea typeface="Arial"/>
                <a:cs typeface="Arial"/>
              </a:defRPr>
            </a:pPr>
            <a:r>
              <a:rPr sz="3900" b="0">
                <a:solidFill>
                  <a:srgbClr val="FFFFFF"/>
                </a:solidFill>
                <a:latin typeface="Arial"/>
                <a:ea typeface="Arial"/>
                <a:cs typeface="Arial"/>
              </a:rPr>
              <a:t>GC retains reachable objects, even when the application no longer needs them.</a:t>
            </a:r>
          </a:p>
        </p:txBody>
      </p:sp>
      <p:sp>
        <p:nvSpPr>
          <p:cNvPr id="6" name="Rectangle 5">
            <a:extLst>
              <a:ext uri="{FF2B5EF4-FFF2-40B4-BE49-F238E27FC236}">
                <a16:creationId xmlns:a16="http://schemas.microsoft.com/office/drawing/2014/main" id="{904FD3B2-28C5-4CC9-AD2B-73A80D7E082F}"/>
              </a:ext>
            </a:extLst>
          </p:cNvPr>
          <p:cNvSpPr>
            <a:spLocks noGrp="1"/>
          </p:cNvSpPr>
          <p:nvPr/>
        </p:nvSpPr>
        <p:spPr>
          <a:xfrm>
            <a:off x="1381125" y="7381875"/>
            <a:ext cx="4191000" cy="1047750"/>
          </a:xfrm>
          <a:prstGeom prst="rect">
            <a:avLst/>
          </a:prstGeom>
          <a:noFill/>
          <a:ln w="0">
            <a:noFill/>
          </a:ln>
        </p:spPr>
        <p:txBody>
          <a:bodyPr>
            <a:noAutofit/>
          </a:bodyPr>
          <a:lstStyle/>
          <a:p>
            <a:pPr>
              <a:defRPr sz="3600" b="1">
                <a:solidFill>
                  <a:srgbClr val="D1EDF1"/>
                </a:solidFill>
                <a:latin typeface="Arial"/>
                <a:ea typeface="Arial"/>
                <a:cs typeface="Arial"/>
              </a:defRPr>
            </a:pPr>
            <a:r>
              <a:rPr sz="3600" b="1">
                <a:solidFill>
                  <a:srgbClr val="D1EDF1"/>
                </a:solidFill>
                <a:latin typeface="Arial"/>
                <a:ea typeface="Arial"/>
                <a:cs typeface="Arial"/>
              </a:rPr>
              <a:t>Collector evolution</a:t>
            </a:r>
          </a:p>
        </p:txBody>
      </p:sp>
      <p:sp>
        <p:nvSpPr>
          <p:cNvPr id="7" name="Rectangle 6">
            <a:extLst>
              <a:ext uri="{FF2B5EF4-FFF2-40B4-BE49-F238E27FC236}">
                <a16:creationId xmlns:a16="http://schemas.microsoft.com/office/drawing/2014/main" id="{E970ACFF-ED11-4856-A434-2D2A05465EE5}"/>
              </a:ext>
            </a:extLst>
          </p:cNvPr>
          <p:cNvSpPr>
            <a:spLocks noGrp="1"/>
          </p:cNvSpPr>
          <p:nvPr/>
        </p:nvSpPr>
        <p:spPr>
          <a:xfrm>
            <a:off x="6000750" y="7381875"/>
            <a:ext cx="16668750" cy="1905000"/>
          </a:xfrm>
          <a:prstGeom prst="rect">
            <a:avLst/>
          </a:prstGeom>
          <a:noFill/>
          <a:ln w="0">
            <a:noFill/>
          </a:ln>
        </p:spPr>
        <p:txBody>
          <a:bodyPr>
            <a:noAutofit/>
          </a:bodyPr>
          <a:lstStyle/>
          <a:p>
            <a:pPr>
              <a:defRPr sz="3900" b="0">
                <a:solidFill>
                  <a:srgbClr val="FFFFFF"/>
                </a:solidFill>
                <a:latin typeface="Arial"/>
                <a:ea typeface="Arial"/>
                <a:cs typeface="Arial"/>
              </a:defRPr>
            </a:pPr>
            <a:r>
              <a:rPr sz="3900" b="0">
                <a:solidFill>
                  <a:srgbClr val="FFFFFF"/>
                </a:solidFill>
                <a:latin typeface="Arial"/>
                <a:ea typeface="Arial"/>
                <a:cs typeface="Arial"/>
              </a:rPr>
              <a:t>New designs address earlier limits and introduce their own trade-offs.</a:t>
            </a:r>
          </a:p>
        </p:txBody>
      </p:sp>
      <p:sp>
        <p:nvSpPr>
          <p:cNvPr id="8" name="Rectangle 7">
            <a:extLst>
              <a:ext uri="{FF2B5EF4-FFF2-40B4-BE49-F238E27FC236}">
                <a16:creationId xmlns:a16="http://schemas.microsoft.com/office/drawing/2014/main" id="{35F8A169-7AEE-4ABF-ADF7-02083861A419}"/>
              </a:ext>
            </a:extLst>
          </p:cNvPr>
          <p:cNvSpPr>
            <a:spLocks noGrp="1"/>
          </p:cNvSpPr>
          <p:nvPr/>
        </p:nvSpPr>
        <p:spPr>
          <a:xfrm>
            <a:off x="1381125" y="9477375"/>
            <a:ext cx="4191000" cy="1047750"/>
          </a:xfrm>
          <a:prstGeom prst="rect">
            <a:avLst/>
          </a:prstGeom>
          <a:noFill/>
          <a:ln w="0">
            <a:noFill/>
          </a:ln>
        </p:spPr>
        <p:txBody>
          <a:bodyPr>
            <a:noAutofit/>
          </a:bodyPr>
          <a:lstStyle/>
          <a:p>
            <a:pPr>
              <a:defRPr sz="3600" b="1">
                <a:solidFill>
                  <a:srgbClr val="D1EDF1"/>
                </a:solidFill>
                <a:latin typeface="Arial"/>
                <a:ea typeface="Arial"/>
                <a:cs typeface="Arial"/>
              </a:defRPr>
            </a:pPr>
            <a:r>
              <a:rPr sz="3600" b="1">
                <a:solidFill>
                  <a:srgbClr val="D1EDF1"/>
                </a:solidFill>
                <a:latin typeface="Arial"/>
                <a:ea typeface="Arial"/>
                <a:cs typeface="Arial"/>
              </a:rPr>
              <a:t>Selection</a:t>
            </a:r>
          </a:p>
        </p:txBody>
      </p:sp>
      <p:sp>
        <p:nvSpPr>
          <p:cNvPr id="9" name="Rectangle 8">
            <a:extLst>
              <a:ext uri="{FF2B5EF4-FFF2-40B4-BE49-F238E27FC236}">
                <a16:creationId xmlns:a16="http://schemas.microsoft.com/office/drawing/2014/main" id="{0F3D26BE-FBEF-40C3-8065-F09E8127F97D}"/>
              </a:ext>
            </a:extLst>
          </p:cNvPr>
          <p:cNvSpPr>
            <a:spLocks noGrp="1"/>
          </p:cNvSpPr>
          <p:nvPr/>
        </p:nvSpPr>
        <p:spPr>
          <a:xfrm>
            <a:off x="6000750" y="9477375"/>
            <a:ext cx="16668750" cy="1905000"/>
          </a:xfrm>
          <a:prstGeom prst="rect">
            <a:avLst/>
          </a:prstGeom>
          <a:noFill/>
          <a:ln w="0">
            <a:noFill/>
          </a:ln>
        </p:spPr>
        <p:txBody>
          <a:bodyPr>
            <a:noAutofit/>
          </a:bodyPr>
          <a:lstStyle/>
          <a:p>
            <a:pPr>
              <a:defRPr sz="3900" b="0">
                <a:solidFill>
                  <a:srgbClr val="FFFFFF"/>
                </a:solidFill>
                <a:latin typeface="Arial"/>
                <a:ea typeface="Arial"/>
                <a:cs typeface="Arial"/>
              </a:defRPr>
            </a:pPr>
            <a:r>
              <a:rPr sz="3900" b="0">
                <a:solidFill>
                  <a:srgbClr val="FFFFFF"/>
                </a:solidFill>
                <a:latin typeface="Arial"/>
                <a:ea typeface="Arial"/>
                <a:cs typeface="Arial"/>
              </a:rPr>
              <a:t>Match application goals, then measure under realistic load.</a:t>
            </a:r>
          </a:p>
        </p:txBody>
      </p:sp>
      <p:sp>
        <p:nvSpPr>
          <p:cNvPr id="9000" name="Slide Number Placeholder 4">
            <a:extLst>
              <a:ext uri="{FF2B5EF4-FFF2-40B4-BE49-F238E27FC236}">
                <a16:creationId xmlns:a16="http://schemas.microsoft.com/office/drawing/2014/main" id="{1037AC3D-012A-C975-7CD2-D2048CA2BFAA}"/>
              </a:ext>
            </a:extLst>
          </p:cNvPr>
          <p:cNvSpPr txBox="1">
            <a:spLocks/>
          </p:cNvSpPr>
          <p:nvPr/>
        </p:nvSpPr>
        <p:spPr>
          <a:xfrm>
            <a:off x="449152" y="13158747"/>
            <a:ext cx="871646" cy="730250"/>
          </a:xfrm>
          <a:prstGeom prst="rect">
            <a:avLst/>
          </a:prstGeom>
        </p:spPr>
        <p:txBody>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defRPr/>
            </a:pPr>
            <a:fld id="{CFF4B978-1D82-7745-80C5-DBABA6B131D3}" type="slidenum">
              <a:rPr lang="en-US" sz="1600" smtClean="0">
                <a:solidFill>
                  <a:srgbClr val="E3E1DD"/>
                </a:solidFill>
                <a:latin typeface="Oracle Sans" panose="020B0503020204020204" pitchFamily="34" charset="0"/>
                <a:cs typeface="Oracle Sans" panose="020B0503020204020204" pitchFamily="34" charset="0"/>
              </a:rPr>
              <a:pPr>
                <a:defRPr/>
              </a:pPr>
              <a:t>36</a:t>
            </a:fld>
            <a:endParaRPr lang="en-US" sz="1600" dirty="0">
              <a:solidFill>
                <a:srgbClr val="E3E1DD"/>
              </a:solidFill>
              <a:latin typeface="Oracle Sans" panose="020B0503020204020204" pitchFamily="34" charset="0"/>
              <a:cs typeface="Oracle Sans" panose="020B0503020204020204" pitchFamily="34" charset="0"/>
            </a:endParaRPr>
          </a:p>
        </p:txBody>
      </p:sp>
    </p:spTree>
    <p:extLst>
      <p:ext uri="{BB962C8B-B14F-4D97-AF65-F5344CB8AC3E}">
        <p14:creationId xmlns:p14="http://schemas.microsoft.com/office/powerpoint/2010/main" val="1863537949"/>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DCF2E992-C955-DE7A-0DDC-AD16E9BDF6D0}"/>
              </a:ext>
            </a:extLst>
          </p:cNvPr>
          <p:cNvSpPr>
            <a:spLocks noGrp="1"/>
          </p:cNvSpPr>
          <p:nvPr>
            <p:ph type="sldNum" sz="quarter" idx="4"/>
          </p:nvPr>
        </p:nvSpPr>
        <p:spPr/>
        <p:txBody>
          <a:bodyPr/>
          <a:lstStyle/>
          <a:p>
            <a:fld id="{86CB4B4D-7CA3-9044-876B-883B54F8677D}" type="slidenum">
              <a:rPr lang="en-IN" smtClean="0"/>
              <a:t>37</a:t>
            </a:fld>
            <a:endParaRPr lang="en-IN"/>
          </a:p>
        </p:txBody>
      </p:sp>
      <p:sp>
        <p:nvSpPr>
          <p:cNvPr id="7" name="Title 2">
            <a:extLst>
              <a:ext uri="{FF2B5EF4-FFF2-40B4-BE49-F238E27FC236}">
                <a16:creationId xmlns:a16="http://schemas.microsoft.com/office/drawing/2014/main" id="{2FA4E0FE-62B3-9E0D-E90E-86405C4FA3F4}"/>
              </a:ext>
            </a:extLst>
          </p:cNvPr>
          <p:cNvSpPr txBox="1">
            <a:spLocks/>
          </p:cNvSpPr>
          <p:nvPr/>
        </p:nvSpPr>
        <p:spPr>
          <a:xfrm>
            <a:off x="1394283" y="2407420"/>
            <a:ext cx="22171659" cy="4084820"/>
          </a:xfrm>
          <a:prstGeom prst="rect">
            <a:avLst/>
          </a:prstGeom>
        </p:spPr>
        <p:txBody>
          <a:bodyPr/>
          <a:lstStyle>
            <a:lvl1pPr algn="l" defTabSz="1828709" rtl="0" eaLnBrk="1" latinLnBrk="0" hangingPunct="1">
              <a:lnSpc>
                <a:spcPct val="100000"/>
              </a:lnSpc>
              <a:spcBef>
                <a:spcPct val="0"/>
              </a:spcBef>
              <a:buNone/>
              <a:defRPr sz="6600" b="0" i="0" kern="1200">
                <a:solidFill>
                  <a:schemeClr val="bg1"/>
                </a:solidFill>
                <a:latin typeface="Oracle Sans Light" panose="020B0403020204020204" pitchFamily="34" charset="0"/>
                <a:ea typeface="+mj-ea"/>
                <a:cs typeface="Oracle Sans Light" panose="020B0403020204020204" pitchFamily="34" charset="0"/>
              </a:defRPr>
            </a:lvl1pPr>
          </a:lstStyle>
          <a:p>
            <a:r>
              <a:rPr lang="en-US" sz="8800" dirty="0"/>
              <a:t>Q &amp; A</a:t>
            </a:r>
          </a:p>
        </p:txBody>
      </p:sp>
    </p:spTree>
    <p:extLst>
      <p:ext uri="{BB962C8B-B14F-4D97-AF65-F5344CB8AC3E}">
        <p14:creationId xmlns:p14="http://schemas.microsoft.com/office/powerpoint/2010/main" val="3757847151"/>
      </p:ext>
    </p:extLst>
  </p:cSld>
  <p:clrMapOvr>
    <a:masterClrMapping/>
  </p:clrMapOvr>
</p:sld>
</file>

<file path=ppt/theme/theme1.xml><?xml version="1.0" encoding="utf-8"?>
<a:theme xmlns:a="http://schemas.openxmlformats.org/drawingml/2006/main" name="1_Main Stage Template">
  <a:themeElements>
    <a:clrScheme name="Oracle">
      <a:dk1>
        <a:srgbClr val="000000"/>
      </a:dk1>
      <a:lt1>
        <a:srgbClr val="FFFFFF"/>
      </a:lt1>
      <a:dk2>
        <a:srgbClr val="3B7087"/>
      </a:dk2>
      <a:lt2>
        <a:srgbClr val="E3E1DD"/>
      </a:lt2>
      <a:accent1>
        <a:srgbClr val="264759"/>
      </a:accent1>
      <a:accent2>
        <a:srgbClr val="2C5166"/>
      </a:accent2>
      <a:accent3>
        <a:srgbClr val="81B2C3"/>
      </a:accent3>
      <a:accent4>
        <a:srgbClr val="6F757E"/>
      </a:accent4>
      <a:accent5>
        <a:srgbClr val="C74634"/>
      </a:accent5>
      <a:accent6>
        <a:srgbClr val="1A2F3F"/>
      </a:accent6>
      <a:hlink>
        <a:srgbClr val="437C93"/>
      </a:hlink>
      <a:folHlink>
        <a:srgbClr val="BCD5D5"/>
      </a:folHlink>
    </a:clrScheme>
    <a:fontScheme name="Oracle">
      <a:majorFont>
        <a:latin typeface="Oracle Sans Ultra Light"/>
        <a:ea typeface=""/>
        <a:cs typeface=""/>
      </a:majorFont>
      <a:minorFont>
        <a:latin typeface="Oracle Sans Light"/>
        <a:ea typeface=""/>
        <a:cs typeface=""/>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custClrLst>
    <a:custClr name="004050">
      <a:srgbClr val="004050"/>
    </a:custClr>
    <a:custClr name="004D5F">
      <a:srgbClr val="004D5F"/>
    </a:custClr>
    <a:custClr name="005A6E">
      <a:srgbClr val="005A6E"/>
    </a:custClr>
    <a:custClr name="00667D">
      <a:srgbClr val="00667D"/>
    </a:custClr>
    <a:custClr name="Java Blue">
      <a:srgbClr val="00758F"/>
    </a:custClr>
    <a:custClr name="3099b0">
      <a:srgbClr val="3099B0"/>
    </a:custClr>
    <a:custClr name="Java Bright">
      <a:srgbClr val="5FBDD0"/>
    </a:custClr>
    <a:custClr name="8EE1F0">
      <a:srgbClr val="8EE1F0"/>
    </a:custClr>
    <a:custClr name="B7ECF5">
      <a:srgbClr val="B7ECF5"/>
    </a:custClr>
    <a:custClr name="Java Orange">
      <a:srgbClr val="F29111"/>
    </a:custClr>
    <a:custClr name="ECB76F">
      <a:srgbClr val="ECB76F"/>
    </a:custClr>
    <a:custClr name="Java Pale Orange">
      <a:srgbClr val="E0AA61"/>
    </a:custClr>
  </a:custClrLst>
  <a:extLst>
    <a:ext uri="{05A4C25C-085E-4340-85A3-A5531E510DB2}">
      <thm15:themeFamily xmlns:thm15="http://schemas.microsoft.com/office/thememl/2012/main" name="JavaFX" id="{94A50AF0-2944-1E49-8C68-ECBAD2439736}" vid="{BBE65650-0051-FD47-BB7E-AECA1F9BF291}"/>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350" row="0">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745649AA-86F0-5346-BBD2-58538A8DE1D3}">
  <we:reference id="wa200000729" version="3.19.222.0" store="en-US" storeType="OMEX"/>
  <we:alternateReferences>
    <we:reference id="wa200000729" version="3.19.222.0" store="wa200000729" storeType="OMEX"/>
  </we:alternateReferences>
  <we:properties/>
  <we:bindings/>
  <we:snapshot xmlns:r="http://schemas.openxmlformats.org/officeDocument/2006/relationships"/>
</we:webextension>
</file>

<file path=docMetadata/LabelInfo.xml><?xml version="1.0" encoding="utf-8"?>
<clbl:labelList xmlns:clbl="http://schemas.microsoft.com/office/2020/mipLabelMetadata">
  <clbl:label id="{3c76ce46-357f-46de-88d6-77b9bbb83c46}" enabled="1" method="Privileged" siteId="{4e2c6054-71cb-48f1-bd6c-3a9705aca71b}" contentBits="0" removed="0"/>
</clbl:labelList>
</file>

<file path=docProps/app.xml><?xml version="1.0" encoding="utf-8"?>
<Properties xmlns="http://schemas.openxmlformats.org/officeDocument/2006/extended-properties" xmlns:vt="http://schemas.openxmlformats.org/officeDocument/2006/docPropsVTypes">
  <Template>1_Main Stage Template</Template>
  <TotalTime>16966</TotalTime>
  <Words>6518</Words>
  <Application>Microsoft Macintosh PowerPoint</Application>
  <PresentationFormat>Custom</PresentationFormat>
  <Paragraphs>615</Paragraphs>
  <Slides>37</Slides>
  <Notes>37</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37</vt:i4>
      </vt:variant>
    </vt:vector>
  </HeadingPairs>
  <TitlesOfParts>
    <vt:vector size="46" baseType="lpstr">
      <vt:lpstr>Arial</vt:lpstr>
      <vt:lpstr>Calibri</vt:lpstr>
      <vt:lpstr>Helvetica Neue Medium</vt:lpstr>
      <vt:lpstr>Oracle Sans</vt:lpstr>
      <vt:lpstr>Oracle Sans Light</vt:lpstr>
      <vt:lpstr>Oracle Sans Semi Bold</vt:lpstr>
      <vt:lpstr>Oracle Sans Ultra Light</vt:lpstr>
      <vt:lpstr>Raleway</vt:lpstr>
      <vt:lpstr>1_Main Stage Template</vt:lpstr>
      <vt:lpstr>Java Memory Management and Garbage Collection</vt:lpstr>
      <vt:lpstr>Agenda</vt:lpstr>
      <vt:lpstr>JVM Memory Areas</vt:lpstr>
      <vt:lpstr>Heap</vt:lpstr>
      <vt:lpstr>Metaspace</vt:lpstr>
      <vt:lpstr>JVM Stack</vt:lpstr>
      <vt:lpstr>Shared Libraries</vt:lpstr>
      <vt:lpstr>Stack and Heap</vt:lpstr>
      <vt:lpstr>PowerPoint Presentation</vt:lpstr>
      <vt:lpstr>What is Garbage Collection (GC)</vt:lpstr>
      <vt:lpstr>PowerPoint Presentation</vt:lpstr>
      <vt:lpstr>PowerPoint Presentation</vt:lpstr>
      <vt:lpstr>Object Allocation: New Objects</vt:lpstr>
      <vt:lpstr>Object Allocation: First Survivors</vt:lpstr>
      <vt:lpstr>Object Allocation: Survivor Ageing</vt:lpstr>
      <vt:lpstr>Object Allocation: Promotion</vt:lpstr>
      <vt:lpstr>Parallel and Concurrent GC</vt:lpstr>
      <vt:lpstr>PowerPoint Presentation</vt:lpstr>
      <vt:lpstr>GC Root Scanning</vt:lpstr>
      <vt:lpstr>PowerPoint Presentation</vt:lpstr>
      <vt:lpstr>PowerPoint Presentation</vt:lpstr>
      <vt:lpstr>Tri-colour Marking</vt:lpstr>
      <vt:lpstr>Tri-colour Marking (Concurrent)</vt:lpstr>
      <vt:lpstr>Re-marking</vt:lpstr>
      <vt:lpstr>Compaction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PAWAN CHAWDHARY</dc:creator>
  <cp:lastModifiedBy>PAWAN CHAWDHARY</cp:lastModifiedBy>
  <cp:revision>218</cp:revision>
  <dcterms:created xsi:type="dcterms:W3CDTF">2024-03-14T16:39:05Z</dcterms:created>
  <dcterms:modified xsi:type="dcterms:W3CDTF">2026-10-14T08:59:40Z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56665055-977f-4acd-9884-1bec8e5ad200_Enabled">
    <vt:lpwstr>true</vt:lpwstr>
  </property>
  <property fmtid="{D5CDD505-2E9C-101B-9397-08002B2CF9AE}" pid="3" name="MSIP_Label_56665055-977f-4acd-9884-1bec8e5ad200_SetDate">
    <vt:lpwstr>2025-04-01T08:57:38Z</vt:lpwstr>
  </property>
  <property fmtid="{D5CDD505-2E9C-101B-9397-08002B2CF9AE}" pid="4" name="MSIP_Label_56665055-977f-4acd-9884-1bec8e5ad200_Method">
    <vt:lpwstr>Standard</vt:lpwstr>
  </property>
  <property fmtid="{D5CDD505-2E9C-101B-9397-08002B2CF9AE}" pid="5" name="MSIP_Label_56665055-977f-4acd-9884-1bec8e5ad200_Name">
    <vt:lpwstr>Anyone ( Unrestricted )</vt:lpwstr>
  </property>
  <property fmtid="{D5CDD505-2E9C-101B-9397-08002B2CF9AE}" pid="6" name="MSIP_Label_56665055-977f-4acd-9884-1bec8e5ad200_SiteId">
    <vt:lpwstr>4e2c6054-71cb-48f1-bd6c-3a9705aca71b</vt:lpwstr>
  </property>
  <property fmtid="{D5CDD505-2E9C-101B-9397-08002B2CF9AE}" pid="7" name="MSIP_Label_56665055-977f-4acd-9884-1bec8e5ad200_ActionId">
    <vt:lpwstr>973cbae3-ad8c-4caf-a64e-9e0e8a11a1bd</vt:lpwstr>
  </property>
  <property fmtid="{D5CDD505-2E9C-101B-9397-08002B2CF9AE}" pid="8" name="MSIP_Label_56665055-977f-4acd-9884-1bec8e5ad200_ContentBits">
    <vt:lpwstr>3</vt:lpwstr>
  </property>
  <property fmtid="{D5CDD505-2E9C-101B-9397-08002B2CF9AE}" pid="9" name="MSIP_Label_56665055-977f-4acd-9884-1bec8e5ad200_Tag">
    <vt:lpwstr>50, 3, 0, 1</vt:lpwstr>
  </property>
</Properties>
</file>